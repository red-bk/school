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28"/>
  </p:notesMasterIdLst>
  <p:sldIdLst>
    <p:sldId id="267" r:id="rId2"/>
    <p:sldId id="261" r:id="rId3"/>
    <p:sldId id="268" r:id="rId4"/>
    <p:sldId id="256" r:id="rId5"/>
    <p:sldId id="269" r:id="rId6"/>
    <p:sldId id="270" r:id="rId7"/>
    <p:sldId id="271" r:id="rId8"/>
    <p:sldId id="272" r:id="rId9"/>
    <p:sldId id="297" r:id="rId10"/>
    <p:sldId id="273" r:id="rId11"/>
    <p:sldId id="301" r:id="rId12"/>
    <p:sldId id="274" r:id="rId13"/>
    <p:sldId id="302" r:id="rId14"/>
    <p:sldId id="275" r:id="rId15"/>
    <p:sldId id="303" r:id="rId16"/>
    <p:sldId id="298" r:id="rId17"/>
    <p:sldId id="300" r:id="rId18"/>
    <p:sldId id="276" r:id="rId19"/>
    <p:sldId id="277" r:id="rId20"/>
    <p:sldId id="299" r:id="rId21"/>
    <p:sldId id="279" r:id="rId22"/>
    <p:sldId id="278" r:id="rId23"/>
    <p:sldId id="304" r:id="rId24"/>
    <p:sldId id="262" r:id="rId25"/>
    <p:sldId id="259" r:id="rId26"/>
    <p:sldId id="264" r:id="rId27"/>
  </p:sldIdLst>
  <p:sldSz cx="7556500" cy="10693400"/>
  <p:notesSz cx="6858000" cy="9144000"/>
  <p:embeddedFontLst>
    <p:embeddedFont>
      <p:font typeface="AGA Arabesque Desktop" panose="05010101010101010101" pitchFamily="2" charset="2"/>
      <p:regular r:id="rId2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98335"/>
    <a:srgbClr val="BEFAE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3C3538A-5291-4299-B76C-D57AC0516372}" v="165" dt="2026-04-27T18:32:07.915"/>
  </p1510:revLst>
</p1510:revInfo>
</file>

<file path=ppt/tableStyles.xml><?xml version="1.0" encoding="utf-8"?>
<a:tblStyleLst xmlns:a="http://schemas.openxmlformats.org/drawingml/2006/main" def="{5C22544A-7EE6-4342-B048-85BDC9FD1C3A}">
  <a:tblStyle styleId="{5C22544A-7EE6-4342-B048-85BDC9FD1C3A}" styleName="نمط متوسط 2 - تميي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بلا نمط، شبكة جدول">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505E3EF-67EA-436B-97B2-0124C06EBD24}" styleName="نمط متوسط 4 - تمييز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D7AC3CCA-C797-4891-BE02-D94E43425B78}" styleName="النمط المتوسط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7DF18680-E054-41AD-8BC1-D1AEF772440D}" styleName="نمط متوسط 2 - تمييز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77730" autoAdjust="0"/>
  </p:normalViewPr>
  <p:slideViewPr>
    <p:cSldViewPr>
      <p:cViewPr>
        <p:scale>
          <a:sx n="78" d="100"/>
          <a:sy n="78" d="100"/>
        </p:scale>
        <p:origin x="1740" y="-585"/>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35" Type="http://schemas.microsoft.com/office/2015/10/relationships/revisionInfo" Target="revisionInfo.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abab queen" userId="ba431fdeb03e4eb9" providerId="LiveId" clId="{326DA7F0-520B-4B1C-B80C-BDF160A57F2D}"/>
    <pc:docChg chg="undo redo custSel addSld delSld modSld sldOrd">
      <pc:chgData name="rabab queen" userId="ba431fdeb03e4eb9" providerId="LiveId" clId="{326DA7F0-520B-4B1C-B80C-BDF160A57F2D}" dt="2026-04-27T18:32:38.924" v="1565" actId="1076"/>
      <pc:docMkLst>
        <pc:docMk/>
      </pc:docMkLst>
      <pc:sldChg chg="addSp delSp modSp mod">
        <pc:chgData name="rabab queen" userId="ba431fdeb03e4eb9" providerId="LiveId" clId="{326DA7F0-520B-4B1C-B80C-BDF160A57F2D}" dt="2026-04-27T15:31:24.768" v="394" actId="1076"/>
        <pc:sldMkLst>
          <pc:docMk/>
          <pc:sldMk cId="0" sldId="256"/>
        </pc:sldMkLst>
        <pc:spChg chg="mod">
          <ac:chgData name="rabab queen" userId="ba431fdeb03e4eb9" providerId="LiveId" clId="{326DA7F0-520B-4B1C-B80C-BDF160A57F2D}" dt="2026-04-27T15:31:20.379" v="393" actId="1076"/>
          <ac:spMkLst>
            <pc:docMk/>
            <pc:sldMk cId="0" sldId="256"/>
            <ac:spMk id="2" creationId="{00000000-0000-0000-0000-000000000000}"/>
          </ac:spMkLst>
        </pc:spChg>
        <pc:spChg chg="add del mod">
          <ac:chgData name="rabab queen" userId="ba431fdeb03e4eb9" providerId="LiveId" clId="{326DA7F0-520B-4B1C-B80C-BDF160A57F2D}" dt="2026-04-26T16:53:03.535" v="144"/>
          <ac:spMkLst>
            <pc:docMk/>
            <pc:sldMk cId="0" sldId="256"/>
            <ac:spMk id="3" creationId="{D1AE7854-038D-91D3-A89B-ADDA3E7C4603}"/>
          </ac:spMkLst>
        </pc:spChg>
        <pc:spChg chg="mod">
          <ac:chgData name="rabab queen" userId="ba431fdeb03e4eb9" providerId="LiveId" clId="{326DA7F0-520B-4B1C-B80C-BDF160A57F2D}" dt="2026-04-26T17:13:54.988" v="313" actId="1076"/>
          <ac:spMkLst>
            <pc:docMk/>
            <pc:sldMk cId="0" sldId="256"/>
            <ac:spMk id="4" creationId="{00000000-0000-0000-0000-000000000000}"/>
          </ac:spMkLst>
        </pc:spChg>
        <pc:spChg chg="mod">
          <ac:chgData name="rabab queen" userId="ba431fdeb03e4eb9" providerId="LiveId" clId="{326DA7F0-520B-4B1C-B80C-BDF160A57F2D}" dt="2026-04-27T15:31:24.768" v="394" actId="1076"/>
          <ac:spMkLst>
            <pc:docMk/>
            <pc:sldMk cId="0" sldId="256"/>
            <ac:spMk id="5" creationId="{00000000-0000-0000-0000-000000000000}"/>
          </ac:spMkLst>
        </pc:spChg>
        <pc:spChg chg="add mod">
          <ac:chgData name="rabab queen" userId="ba431fdeb03e4eb9" providerId="LiveId" clId="{326DA7F0-520B-4B1C-B80C-BDF160A57F2D}" dt="2026-04-27T15:31:01.179" v="392" actId="14100"/>
          <ac:spMkLst>
            <pc:docMk/>
            <pc:sldMk cId="0" sldId="256"/>
            <ac:spMk id="6" creationId="{C752A884-B923-FB57-59FD-23BDFA9FEAD3}"/>
          </ac:spMkLst>
        </pc:spChg>
        <pc:spChg chg="add mod">
          <ac:chgData name="rabab queen" userId="ba431fdeb03e4eb9" providerId="LiveId" clId="{326DA7F0-520B-4B1C-B80C-BDF160A57F2D}" dt="2026-04-26T17:12:23.066" v="306" actId="1076"/>
          <ac:spMkLst>
            <pc:docMk/>
            <pc:sldMk cId="0" sldId="256"/>
            <ac:spMk id="7" creationId="{E1090505-7285-AB2F-1604-A7E699756897}"/>
          </ac:spMkLst>
        </pc:spChg>
        <pc:spChg chg="del">
          <ac:chgData name="rabab queen" userId="ba431fdeb03e4eb9" providerId="LiveId" clId="{326DA7F0-520B-4B1C-B80C-BDF160A57F2D}" dt="2026-04-26T16:50:43.124" v="123" actId="478"/>
          <ac:spMkLst>
            <pc:docMk/>
            <pc:sldMk cId="0" sldId="256"/>
            <ac:spMk id="8" creationId="{00000000-0000-0000-0000-000000000000}"/>
          </ac:spMkLst>
        </pc:spChg>
        <pc:spChg chg="del">
          <ac:chgData name="rabab queen" userId="ba431fdeb03e4eb9" providerId="LiveId" clId="{326DA7F0-520B-4B1C-B80C-BDF160A57F2D}" dt="2026-04-26T16:50:49.220" v="124" actId="478"/>
          <ac:spMkLst>
            <pc:docMk/>
            <pc:sldMk cId="0" sldId="256"/>
            <ac:spMk id="9" creationId="{79D0DF6C-2F27-A363-D89F-77F41D4D8770}"/>
          </ac:spMkLst>
        </pc:spChg>
        <pc:spChg chg="add mod">
          <ac:chgData name="rabab queen" userId="ba431fdeb03e4eb9" providerId="LiveId" clId="{326DA7F0-520B-4B1C-B80C-BDF160A57F2D}" dt="2026-04-26T17:11:36.414" v="294" actId="1076"/>
          <ac:spMkLst>
            <pc:docMk/>
            <pc:sldMk cId="0" sldId="256"/>
            <ac:spMk id="10" creationId="{D2A7BCBF-CBA9-1FCB-20E9-E0491E2FE7B3}"/>
          </ac:spMkLst>
        </pc:spChg>
        <pc:spChg chg="add del mod">
          <ac:chgData name="rabab queen" userId="ba431fdeb03e4eb9" providerId="LiveId" clId="{326DA7F0-520B-4B1C-B80C-BDF160A57F2D}" dt="2026-04-26T17:07:16.922" v="263"/>
          <ac:spMkLst>
            <pc:docMk/>
            <pc:sldMk cId="0" sldId="256"/>
            <ac:spMk id="11" creationId="{6A42796B-A9C3-6857-6C0D-EB2E9A8629B5}"/>
          </ac:spMkLst>
        </pc:spChg>
        <pc:spChg chg="add mod">
          <ac:chgData name="rabab queen" userId="ba431fdeb03e4eb9" providerId="LiveId" clId="{326DA7F0-520B-4B1C-B80C-BDF160A57F2D}" dt="2026-04-26T17:11:54.683" v="299" actId="1076"/>
          <ac:spMkLst>
            <pc:docMk/>
            <pc:sldMk cId="0" sldId="256"/>
            <ac:spMk id="12" creationId="{4CE4A507-5BB1-50B0-CE28-464762B4D383}"/>
          </ac:spMkLst>
        </pc:spChg>
      </pc:sldChg>
      <pc:sldChg chg="del">
        <pc:chgData name="rabab queen" userId="ba431fdeb03e4eb9" providerId="LiveId" clId="{326DA7F0-520B-4B1C-B80C-BDF160A57F2D}" dt="2026-04-27T18:21:17.186" v="1367" actId="2696"/>
        <pc:sldMkLst>
          <pc:docMk/>
          <pc:sldMk cId="0" sldId="257"/>
        </pc:sldMkLst>
      </pc:sldChg>
      <pc:sldChg chg="del">
        <pc:chgData name="rabab queen" userId="ba431fdeb03e4eb9" providerId="LiveId" clId="{326DA7F0-520B-4B1C-B80C-BDF160A57F2D}" dt="2026-04-27T18:21:28.717" v="1368" actId="2696"/>
        <pc:sldMkLst>
          <pc:docMk/>
          <pc:sldMk cId="0" sldId="258"/>
        </pc:sldMkLst>
      </pc:sldChg>
      <pc:sldChg chg="addSp delSp modSp mod ord">
        <pc:chgData name="rabab queen" userId="ba431fdeb03e4eb9" providerId="LiveId" clId="{326DA7F0-520B-4B1C-B80C-BDF160A57F2D}" dt="2026-04-27T18:27:14.444" v="1479" actId="1076"/>
        <pc:sldMkLst>
          <pc:docMk/>
          <pc:sldMk cId="0" sldId="259"/>
        </pc:sldMkLst>
        <pc:spChg chg="mod">
          <ac:chgData name="rabab queen" userId="ba431fdeb03e4eb9" providerId="LiveId" clId="{326DA7F0-520B-4B1C-B80C-BDF160A57F2D}" dt="2026-04-27T18:24:38.499" v="1417" actId="14100"/>
          <ac:spMkLst>
            <pc:docMk/>
            <pc:sldMk cId="0" sldId="259"/>
            <ac:spMk id="2" creationId="{00000000-0000-0000-0000-000000000000}"/>
          </ac:spMkLst>
        </pc:spChg>
        <pc:spChg chg="mod">
          <ac:chgData name="rabab queen" userId="ba431fdeb03e4eb9" providerId="LiveId" clId="{326DA7F0-520B-4B1C-B80C-BDF160A57F2D}" dt="2026-04-27T18:23:22.050" v="1407" actId="1076"/>
          <ac:spMkLst>
            <pc:docMk/>
            <pc:sldMk cId="0" sldId="259"/>
            <ac:spMk id="3" creationId="{00000000-0000-0000-0000-000000000000}"/>
          </ac:spMkLst>
        </pc:spChg>
        <pc:spChg chg="del">
          <ac:chgData name="rabab queen" userId="ba431fdeb03e4eb9" providerId="LiveId" clId="{326DA7F0-520B-4B1C-B80C-BDF160A57F2D}" dt="2026-04-27T18:24:18.201" v="1415" actId="478"/>
          <ac:spMkLst>
            <pc:docMk/>
            <pc:sldMk cId="0" sldId="259"/>
            <ac:spMk id="4" creationId="{00000000-0000-0000-0000-000000000000}"/>
          </ac:spMkLst>
        </pc:spChg>
        <pc:spChg chg="mod">
          <ac:chgData name="rabab queen" userId="ba431fdeb03e4eb9" providerId="LiveId" clId="{326DA7F0-520B-4B1C-B80C-BDF160A57F2D}" dt="2026-04-27T18:24:14.251" v="1414" actId="1076"/>
          <ac:spMkLst>
            <pc:docMk/>
            <pc:sldMk cId="0" sldId="259"/>
            <ac:spMk id="5" creationId="{00000000-0000-0000-0000-000000000000}"/>
          </ac:spMkLst>
        </pc:spChg>
        <pc:spChg chg="del">
          <ac:chgData name="rabab queen" userId="ba431fdeb03e4eb9" providerId="LiveId" clId="{326DA7F0-520B-4B1C-B80C-BDF160A57F2D}" dt="2026-04-27T18:23:52.553" v="1411" actId="478"/>
          <ac:spMkLst>
            <pc:docMk/>
            <pc:sldMk cId="0" sldId="259"/>
            <ac:spMk id="6" creationId="{00000000-0000-0000-0000-000000000000}"/>
          </ac:spMkLst>
        </pc:spChg>
        <pc:spChg chg="del">
          <ac:chgData name="rabab queen" userId="ba431fdeb03e4eb9" providerId="LiveId" clId="{326DA7F0-520B-4B1C-B80C-BDF160A57F2D}" dt="2026-04-27T18:23:57.333" v="1412" actId="478"/>
          <ac:spMkLst>
            <pc:docMk/>
            <pc:sldMk cId="0" sldId="259"/>
            <ac:spMk id="7" creationId="{00000000-0000-0000-0000-000000000000}"/>
          </ac:spMkLst>
        </pc:spChg>
        <pc:spChg chg="del mod">
          <ac:chgData name="rabab queen" userId="ba431fdeb03e4eb9" providerId="LiveId" clId="{326DA7F0-520B-4B1C-B80C-BDF160A57F2D}" dt="2026-04-27T18:23:48.692" v="1410" actId="478"/>
          <ac:spMkLst>
            <pc:docMk/>
            <pc:sldMk cId="0" sldId="259"/>
            <ac:spMk id="8" creationId="{00000000-0000-0000-0000-000000000000}"/>
          </ac:spMkLst>
        </pc:spChg>
        <pc:spChg chg="del">
          <ac:chgData name="rabab queen" userId="ba431fdeb03e4eb9" providerId="LiveId" clId="{326DA7F0-520B-4B1C-B80C-BDF160A57F2D}" dt="2026-04-27T18:23:40.620" v="1408" actId="478"/>
          <ac:spMkLst>
            <pc:docMk/>
            <pc:sldMk cId="0" sldId="259"/>
            <ac:spMk id="9" creationId="{00000000-0000-0000-0000-000000000000}"/>
          </ac:spMkLst>
        </pc:spChg>
        <pc:spChg chg="add del mod">
          <ac:chgData name="rabab queen" userId="ba431fdeb03e4eb9" providerId="LiveId" clId="{326DA7F0-520B-4B1C-B80C-BDF160A57F2D}" dt="2026-04-27T18:25:02.027" v="1434"/>
          <ac:spMkLst>
            <pc:docMk/>
            <pc:sldMk cId="0" sldId="259"/>
            <ac:spMk id="10" creationId="{28AD1A1A-BA02-25E8-DF45-F1380D50415C}"/>
          </ac:spMkLst>
        </pc:spChg>
        <pc:spChg chg="add mod">
          <ac:chgData name="rabab queen" userId="ba431fdeb03e4eb9" providerId="LiveId" clId="{326DA7F0-520B-4B1C-B80C-BDF160A57F2D}" dt="2026-04-27T18:27:14.444" v="1479" actId="1076"/>
          <ac:spMkLst>
            <pc:docMk/>
            <pc:sldMk cId="0" sldId="259"/>
            <ac:spMk id="11" creationId="{BD28BC5F-0D93-E47E-8AA1-8FC5770783C2}"/>
          </ac:spMkLst>
        </pc:spChg>
        <pc:spChg chg="add mod">
          <ac:chgData name="rabab queen" userId="ba431fdeb03e4eb9" providerId="LiveId" clId="{326DA7F0-520B-4B1C-B80C-BDF160A57F2D}" dt="2026-04-27T18:26:31.324" v="1443" actId="14100"/>
          <ac:spMkLst>
            <pc:docMk/>
            <pc:sldMk cId="0" sldId="259"/>
            <ac:spMk id="12" creationId="{AA9DB9CD-8102-09E0-73E7-F4ABED306C63}"/>
          </ac:spMkLst>
        </pc:spChg>
        <pc:spChg chg="add mod">
          <ac:chgData name="rabab queen" userId="ba431fdeb03e4eb9" providerId="LiveId" clId="{326DA7F0-520B-4B1C-B80C-BDF160A57F2D}" dt="2026-04-27T18:27:07.735" v="1478" actId="255"/>
          <ac:spMkLst>
            <pc:docMk/>
            <pc:sldMk cId="0" sldId="259"/>
            <ac:spMk id="13" creationId="{3B9004CC-47B7-FDF4-4A84-04F86D611A38}"/>
          </ac:spMkLst>
        </pc:spChg>
      </pc:sldChg>
      <pc:sldChg chg="del">
        <pc:chgData name="rabab queen" userId="ba431fdeb03e4eb9" providerId="LiveId" clId="{326DA7F0-520B-4B1C-B80C-BDF160A57F2D}" dt="2026-04-27T18:28:46.452" v="1523" actId="2696"/>
        <pc:sldMkLst>
          <pc:docMk/>
          <pc:sldMk cId="0" sldId="260"/>
        </pc:sldMkLst>
      </pc:sldChg>
      <pc:sldChg chg="addSp delSp modSp add del mod ord">
        <pc:chgData name="rabab queen" userId="ba431fdeb03e4eb9" providerId="LiveId" clId="{326DA7F0-520B-4B1C-B80C-BDF160A57F2D}" dt="2026-04-27T18:16:15.178" v="1259" actId="1076"/>
        <pc:sldMkLst>
          <pc:docMk/>
          <pc:sldMk cId="0" sldId="261"/>
        </pc:sldMkLst>
        <pc:spChg chg="mod">
          <ac:chgData name="rabab queen" userId="ba431fdeb03e4eb9" providerId="LiveId" clId="{326DA7F0-520B-4B1C-B80C-BDF160A57F2D}" dt="2026-04-27T18:16:08.866" v="1258" actId="1076"/>
          <ac:spMkLst>
            <pc:docMk/>
            <pc:sldMk cId="0" sldId="261"/>
            <ac:spMk id="2" creationId="{00000000-0000-0000-0000-000000000000}"/>
          </ac:spMkLst>
        </pc:spChg>
        <pc:spChg chg="mod">
          <ac:chgData name="rabab queen" userId="ba431fdeb03e4eb9" providerId="LiveId" clId="{326DA7F0-520B-4B1C-B80C-BDF160A57F2D}" dt="2026-04-27T18:12:39.743" v="1221" actId="1076"/>
          <ac:spMkLst>
            <pc:docMk/>
            <pc:sldMk cId="0" sldId="261"/>
            <ac:spMk id="3" creationId="{00000000-0000-0000-0000-000000000000}"/>
          </ac:spMkLst>
        </pc:spChg>
        <pc:spChg chg="del">
          <ac:chgData name="rabab queen" userId="ba431fdeb03e4eb9" providerId="LiveId" clId="{326DA7F0-520B-4B1C-B80C-BDF160A57F2D}" dt="2026-04-27T18:12:43.912" v="1222" actId="478"/>
          <ac:spMkLst>
            <pc:docMk/>
            <pc:sldMk cId="0" sldId="261"/>
            <ac:spMk id="4" creationId="{00000000-0000-0000-0000-000000000000}"/>
          </ac:spMkLst>
        </pc:spChg>
        <pc:spChg chg="mod">
          <ac:chgData name="rabab queen" userId="ba431fdeb03e4eb9" providerId="LiveId" clId="{326DA7F0-520B-4B1C-B80C-BDF160A57F2D}" dt="2026-04-27T18:11:50.468" v="1212" actId="1076"/>
          <ac:spMkLst>
            <pc:docMk/>
            <pc:sldMk cId="0" sldId="261"/>
            <ac:spMk id="5" creationId="{00000000-0000-0000-0000-000000000000}"/>
          </ac:spMkLst>
        </pc:spChg>
        <pc:spChg chg="mod">
          <ac:chgData name="rabab queen" userId="ba431fdeb03e4eb9" providerId="LiveId" clId="{326DA7F0-520B-4B1C-B80C-BDF160A57F2D}" dt="2026-04-27T18:11:52.898" v="1213" actId="1076"/>
          <ac:spMkLst>
            <pc:docMk/>
            <pc:sldMk cId="0" sldId="261"/>
            <ac:spMk id="6" creationId="{00000000-0000-0000-0000-000000000000}"/>
          </ac:spMkLst>
        </pc:spChg>
        <pc:spChg chg="mod">
          <ac:chgData name="rabab queen" userId="ba431fdeb03e4eb9" providerId="LiveId" clId="{326DA7F0-520B-4B1C-B80C-BDF160A57F2D}" dt="2026-04-27T18:12:21.482" v="1218" actId="255"/>
          <ac:spMkLst>
            <pc:docMk/>
            <pc:sldMk cId="0" sldId="261"/>
            <ac:spMk id="7" creationId="{00000000-0000-0000-0000-000000000000}"/>
          </ac:spMkLst>
        </pc:spChg>
        <pc:spChg chg="del mod">
          <ac:chgData name="rabab queen" userId="ba431fdeb03e4eb9" providerId="LiveId" clId="{326DA7F0-520B-4B1C-B80C-BDF160A57F2D}" dt="2026-04-27T18:13:08.483" v="1227"/>
          <ac:spMkLst>
            <pc:docMk/>
            <pc:sldMk cId="0" sldId="261"/>
            <ac:spMk id="8" creationId="{00000000-0000-0000-0000-000000000000}"/>
          </ac:spMkLst>
        </pc:spChg>
        <pc:spChg chg="del mod">
          <ac:chgData name="rabab queen" userId="ba431fdeb03e4eb9" providerId="LiveId" clId="{326DA7F0-520B-4B1C-B80C-BDF160A57F2D}" dt="2026-04-27T18:12:52.223" v="1224" actId="478"/>
          <ac:spMkLst>
            <pc:docMk/>
            <pc:sldMk cId="0" sldId="261"/>
            <ac:spMk id="9" creationId="{00000000-0000-0000-0000-000000000000}"/>
          </ac:spMkLst>
        </pc:spChg>
        <pc:spChg chg="add mod">
          <ac:chgData name="rabab queen" userId="ba431fdeb03e4eb9" providerId="LiveId" clId="{326DA7F0-520B-4B1C-B80C-BDF160A57F2D}" dt="2026-04-27T18:15:21.540" v="1247" actId="14100"/>
          <ac:spMkLst>
            <pc:docMk/>
            <pc:sldMk cId="0" sldId="261"/>
            <ac:spMk id="10" creationId="{9AC15499-D743-C8F4-D59D-5E9B6FDAA366}"/>
          </ac:spMkLst>
        </pc:spChg>
        <pc:spChg chg="add mod">
          <ac:chgData name="rabab queen" userId="ba431fdeb03e4eb9" providerId="LiveId" clId="{326DA7F0-520B-4B1C-B80C-BDF160A57F2D}" dt="2026-04-27T18:16:15.178" v="1259" actId="1076"/>
          <ac:spMkLst>
            <pc:docMk/>
            <pc:sldMk cId="0" sldId="261"/>
            <ac:spMk id="11" creationId="{295EDD78-1BC2-D64F-0B5E-843D250DA6DD}"/>
          </ac:spMkLst>
        </pc:spChg>
      </pc:sldChg>
      <pc:sldChg chg="add del setBg">
        <pc:chgData name="rabab queen" userId="ba431fdeb03e4eb9" providerId="LiveId" clId="{326DA7F0-520B-4B1C-B80C-BDF160A57F2D}" dt="2026-04-27T18:10:00.782" v="1188"/>
        <pc:sldMkLst>
          <pc:docMk/>
          <pc:sldMk cId="1654531813" sldId="261"/>
        </pc:sldMkLst>
      </pc:sldChg>
      <pc:sldChg chg="addSp delSp modSp mod ord">
        <pc:chgData name="rabab queen" userId="ba431fdeb03e4eb9" providerId="LiveId" clId="{326DA7F0-520B-4B1C-B80C-BDF160A57F2D}" dt="2026-04-27T18:29:20.274" v="1527" actId="14100"/>
        <pc:sldMkLst>
          <pc:docMk/>
          <pc:sldMk cId="0" sldId="262"/>
        </pc:sldMkLst>
        <pc:spChg chg="mod">
          <ac:chgData name="rabab queen" userId="ba431fdeb03e4eb9" providerId="LiveId" clId="{326DA7F0-520B-4B1C-B80C-BDF160A57F2D}" dt="2026-04-27T18:29:03.677" v="1525" actId="14100"/>
          <ac:spMkLst>
            <pc:docMk/>
            <pc:sldMk cId="0" sldId="262"/>
            <ac:spMk id="2" creationId="{00000000-0000-0000-0000-000000000000}"/>
          </ac:spMkLst>
        </pc:spChg>
        <pc:spChg chg="mod">
          <ac:chgData name="rabab queen" userId="ba431fdeb03e4eb9" providerId="LiveId" clId="{326DA7F0-520B-4B1C-B80C-BDF160A57F2D}" dt="2026-04-27T18:20:05.739" v="1300" actId="1076"/>
          <ac:spMkLst>
            <pc:docMk/>
            <pc:sldMk cId="0" sldId="262"/>
            <ac:spMk id="3" creationId="{00000000-0000-0000-0000-000000000000}"/>
          </ac:spMkLst>
        </pc:spChg>
        <pc:spChg chg="mod">
          <ac:chgData name="rabab queen" userId="ba431fdeb03e4eb9" providerId="LiveId" clId="{326DA7F0-520B-4B1C-B80C-BDF160A57F2D}" dt="2026-04-27T18:20:12.737" v="1301" actId="1076"/>
          <ac:spMkLst>
            <pc:docMk/>
            <pc:sldMk cId="0" sldId="262"/>
            <ac:spMk id="4" creationId="{00000000-0000-0000-0000-000000000000}"/>
          </ac:spMkLst>
        </pc:spChg>
        <pc:spChg chg="del">
          <ac:chgData name="rabab queen" userId="ba431fdeb03e4eb9" providerId="LiveId" clId="{326DA7F0-520B-4B1C-B80C-BDF160A57F2D}" dt="2026-04-27T18:17:56.536" v="1268" actId="478"/>
          <ac:spMkLst>
            <pc:docMk/>
            <pc:sldMk cId="0" sldId="262"/>
            <ac:spMk id="5" creationId="{00000000-0000-0000-0000-000000000000}"/>
          </ac:spMkLst>
        </pc:spChg>
        <pc:spChg chg="del">
          <ac:chgData name="rabab queen" userId="ba431fdeb03e4eb9" providerId="LiveId" clId="{326DA7F0-520B-4B1C-B80C-BDF160A57F2D}" dt="2026-04-27T18:18:06.540" v="1269" actId="478"/>
          <ac:spMkLst>
            <pc:docMk/>
            <pc:sldMk cId="0" sldId="262"/>
            <ac:spMk id="6" creationId="{00000000-0000-0000-0000-000000000000}"/>
          </ac:spMkLst>
        </pc:spChg>
        <pc:spChg chg="mod">
          <ac:chgData name="rabab queen" userId="ba431fdeb03e4eb9" providerId="LiveId" clId="{326DA7F0-520B-4B1C-B80C-BDF160A57F2D}" dt="2026-04-27T18:29:20.274" v="1527" actId="14100"/>
          <ac:spMkLst>
            <pc:docMk/>
            <pc:sldMk cId="0" sldId="262"/>
            <ac:spMk id="7" creationId="{00000000-0000-0000-0000-000000000000}"/>
          </ac:spMkLst>
        </pc:spChg>
        <pc:spChg chg="del">
          <ac:chgData name="rabab queen" userId="ba431fdeb03e4eb9" providerId="LiveId" clId="{326DA7F0-520B-4B1C-B80C-BDF160A57F2D}" dt="2026-04-27T18:18:12.188" v="1270" actId="478"/>
          <ac:spMkLst>
            <pc:docMk/>
            <pc:sldMk cId="0" sldId="262"/>
            <ac:spMk id="8" creationId="{00000000-0000-0000-0000-000000000000}"/>
          </ac:spMkLst>
        </pc:spChg>
        <pc:spChg chg="add mod">
          <ac:chgData name="rabab queen" userId="ba431fdeb03e4eb9" providerId="LiveId" clId="{326DA7F0-520B-4B1C-B80C-BDF160A57F2D}" dt="2026-04-27T18:19:36.239" v="1294" actId="255"/>
          <ac:spMkLst>
            <pc:docMk/>
            <pc:sldMk cId="0" sldId="262"/>
            <ac:spMk id="9" creationId="{7BD2E2EE-7B0B-9C06-E262-88F9F319700C}"/>
          </ac:spMkLst>
        </pc:spChg>
        <pc:spChg chg="add mod">
          <ac:chgData name="rabab queen" userId="ba431fdeb03e4eb9" providerId="LiveId" clId="{326DA7F0-520B-4B1C-B80C-BDF160A57F2D}" dt="2026-04-27T18:28:32.754" v="1522" actId="20577"/>
          <ac:spMkLst>
            <pc:docMk/>
            <pc:sldMk cId="0" sldId="262"/>
            <ac:spMk id="10" creationId="{AA4E2B18-9C34-D9C9-9435-F3C7890623C1}"/>
          </ac:spMkLst>
        </pc:spChg>
      </pc:sldChg>
      <pc:sldChg chg="del">
        <pc:chgData name="rabab queen" userId="ba431fdeb03e4eb9" providerId="LiveId" clId="{326DA7F0-520B-4B1C-B80C-BDF160A57F2D}" dt="2026-04-27T18:21:34.462" v="1369" actId="2696"/>
        <pc:sldMkLst>
          <pc:docMk/>
          <pc:sldMk cId="0" sldId="263"/>
        </pc:sldMkLst>
      </pc:sldChg>
      <pc:sldChg chg="addSp delSp modSp mod">
        <pc:chgData name="rabab queen" userId="ba431fdeb03e4eb9" providerId="LiveId" clId="{326DA7F0-520B-4B1C-B80C-BDF160A57F2D}" dt="2026-04-27T18:22:41.355" v="1405" actId="122"/>
        <pc:sldMkLst>
          <pc:docMk/>
          <pc:sldMk cId="0" sldId="264"/>
        </pc:sldMkLst>
        <pc:spChg chg="del">
          <ac:chgData name="rabab queen" userId="ba431fdeb03e4eb9" providerId="LiveId" clId="{326DA7F0-520B-4B1C-B80C-BDF160A57F2D}" dt="2026-04-27T18:22:00.915" v="1372" actId="478"/>
          <ac:spMkLst>
            <pc:docMk/>
            <pc:sldMk cId="0" sldId="264"/>
            <ac:spMk id="4" creationId="{00000000-0000-0000-0000-000000000000}"/>
          </ac:spMkLst>
        </pc:spChg>
        <pc:spChg chg="add mod">
          <ac:chgData name="rabab queen" userId="ba431fdeb03e4eb9" providerId="LiveId" clId="{326DA7F0-520B-4B1C-B80C-BDF160A57F2D}" dt="2026-04-27T18:22:41.355" v="1405" actId="122"/>
          <ac:spMkLst>
            <pc:docMk/>
            <pc:sldMk cId="0" sldId="264"/>
            <ac:spMk id="6" creationId="{BCD8A904-D4C6-1108-4A24-EEBDF3269172}"/>
          </ac:spMkLst>
        </pc:spChg>
      </pc:sldChg>
      <pc:sldChg chg="del">
        <pc:chgData name="rabab queen" userId="ba431fdeb03e4eb9" providerId="LiveId" clId="{326DA7F0-520B-4B1C-B80C-BDF160A57F2D}" dt="2026-04-27T18:21:45.754" v="1370" actId="2696"/>
        <pc:sldMkLst>
          <pc:docMk/>
          <pc:sldMk cId="0" sldId="265"/>
        </pc:sldMkLst>
      </pc:sldChg>
      <pc:sldChg chg="del">
        <pc:chgData name="rabab queen" userId="ba431fdeb03e4eb9" providerId="LiveId" clId="{326DA7F0-520B-4B1C-B80C-BDF160A57F2D}" dt="2026-04-27T18:21:49.053" v="1371" actId="2696"/>
        <pc:sldMkLst>
          <pc:docMk/>
          <pc:sldMk cId="0" sldId="266"/>
        </pc:sldMkLst>
      </pc:sldChg>
      <pc:sldChg chg="addSp delSp modSp add mod ord">
        <pc:chgData name="rabab queen" userId="ba431fdeb03e4eb9" providerId="LiveId" clId="{326DA7F0-520B-4B1C-B80C-BDF160A57F2D}" dt="2026-04-26T16:49:52.974" v="122" actId="1076"/>
        <pc:sldMkLst>
          <pc:docMk/>
          <pc:sldMk cId="1008590421" sldId="267"/>
        </pc:sldMkLst>
        <pc:spChg chg="del">
          <ac:chgData name="rabab queen" userId="ba431fdeb03e4eb9" providerId="LiveId" clId="{326DA7F0-520B-4B1C-B80C-BDF160A57F2D}" dt="2026-04-26T16:44:11.756" v="14" actId="478"/>
          <ac:spMkLst>
            <pc:docMk/>
            <pc:sldMk cId="1008590421" sldId="267"/>
            <ac:spMk id="2" creationId="{72EF2C6A-EA26-A11B-63EE-1D8DD99E09ED}"/>
          </ac:spMkLst>
        </pc:spChg>
        <pc:spChg chg="mod">
          <ac:chgData name="rabab queen" userId="ba431fdeb03e4eb9" providerId="LiveId" clId="{326DA7F0-520B-4B1C-B80C-BDF160A57F2D}" dt="2026-04-26T16:44:29.130" v="17" actId="1076"/>
          <ac:spMkLst>
            <pc:docMk/>
            <pc:sldMk cId="1008590421" sldId="267"/>
            <ac:spMk id="3" creationId="{BA6CC157-F4CB-9A32-170D-ACC2C2489AB5}"/>
          </ac:spMkLst>
        </pc:spChg>
        <pc:spChg chg="del mod">
          <ac:chgData name="rabab queen" userId="ba431fdeb03e4eb9" providerId="LiveId" clId="{326DA7F0-520B-4B1C-B80C-BDF160A57F2D}" dt="2026-04-26T16:44:05.481" v="12" actId="478"/>
          <ac:spMkLst>
            <pc:docMk/>
            <pc:sldMk cId="1008590421" sldId="267"/>
            <ac:spMk id="4" creationId="{7D70436F-A518-FC6E-F372-2365DB9DDBFE}"/>
          </ac:spMkLst>
        </pc:spChg>
        <pc:spChg chg="mod">
          <ac:chgData name="rabab queen" userId="ba431fdeb03e4eb9" providerId="LiveId" clId="{326DA7F0-520B-4B1C-B80C-BDF160A57F2D}" dt="2026-04-26T16:44:26.109" v="16" actId="1076"/>
          <ac:spMkLst>
            <pc:docMk/>
            <pc:sldMk cId="1008590421" sldId="267"/>
            <ac:spMk id="5" creationId="{BAA1B6C4-2423-DC72-548C-DCA02B63DC2B}"/>
          </ac:spMkLst>
        </pc:spChg>
        <pc:spChg chg="del">
          <ac:chgData name="rabab queen" userId="ba431fdeb03e4eb9" providerId="LiveId" clId="{326DA7F0-520B-4B1C-B80C-BDF160A57F2D}" dt="2026-04-26T16:44:09.171" v="13" actId="478"/>
          <ac:spMkLst>
            <pc:docMk/>
            <pc:sldMk cId="1008590421" sldId="267"/>
            <ac:spMk id="6" creationId="{916DB140-AFEE-D920-093F-35EAF0AC10A6}"/>
          </ac:spMkLst>
        </pc:spChg>
        <pc:spChg chg="add del mod">
          <ac:chgData name="rabab queen" userId="ba431fdeb03e4eb9" providerId="LiveId" clId="{326DA7F0-520B-4B1C-B80C-BDF160A57F2D}" dt="2026-04-26T16:43:40.459" v="10"/>
          <ac:spMkLst>
            <pc:docMk/>
            <pc:sldMk cId="1008590421" sldId="267"/>
            <ac:spMk id="7" creationId="{00D3C039-F239-076E-6CE1-E02D5BE4A00B}"/>
          </ac:spMkLst>
        </pc:spChg>
        <pc:spChg chg="add del mod">
          <ac:chgData name="rabab queen" userId="ba431fdeb03e4eb9" providerId="LiveId" clId="{326DA7F0-520B-4B1C-B80C-BDF160A57F2D}" dt="2026-04-26T16:45:58.080" v="25" actId="478"/>
          <ac:spMkLst>
            <pc:docMk/>
            <pc:sldMk cId="1008590421" sldId="267"/>
            <ac:spMk id="9" creationId="{DA913670-7B74-7D64-E1FE-966DB90BBEE1}"/>
          </ac:spMkLst>
        </pc:spChg>
        <pc:spChg chg="add del mod">
          <ac:chgData name="rabab queen" userId="ba431fdeb03e4eb9" providerId="LiveId" clId="{326DA7F0-520B-4B1C-B80C-BDF160A57F2D}" dt="2026-04-26T16:45:58.081" v="27"/>
          <ac:spMkLst>
            <pc:docMk/>
            <pc:sldMk cId="1008590421" sldId="267"/>
            <ac:spMk id="10" creationId="{17DE38EC-C571-19A7-3959-13AEF3C5F4D5}"/>
          </ac:spMkLst>
        </pc:spChg>
        <pc:spChg chg="add mod">
          <ac:chgData name="rabab queen" userId="ba431fdeb03e4eb9" providerId="LiveId" clId="{326DA7F0-520B-4B1C-B80C-BDF160A57F2D}" dt="2026-04-26T16:46:25.698" v="30"/>
          <ac:spMkLst>
            <pc:docMk/>
            <pc:sldMk cId="1008590421" sldId="267"/>
            <ac:spMk id="11" creationId="{6024CC32-9C7B-DF46-80B7-BFC96D2B67BA}"/>
          </ac:spMkLst>
        </pc:spChg>
        <pc:spChg chg="add mod">
          <ac:chgData name="rabab queen" userId="ba431fdeb03e4eb9" providerId="LiveId" clId="{326DA7F0-520B-4B1C-B80C-BDF160A57F2D}" dt="2026-04-26T16:48:45.272" v="81" actId="1076"/>
          <ac:spMkLst>
            <pc:docMk/>
            <pc:sldMk cId="1008590421" sldId="267"/>
            <ac:spMk id="12" creationId="{FB6E3660-5804-5F52-4A5A-CD1C816EA763}"/>
          </ac:spMkLst>
        </pc:spChg>
        <pc:spChg chg="add mod">
          <ac:chgData name="rabab queen" userId="ba431fdeb03e4eb9" providerId="LiveId" clId="{326DA7F0-520B-4B1C-B80C-BDF160A57F2D}" dt="2026-04-26T16:48:40.865" v="80" actId="1076"/>
          <ac:spMkLst>
            <pc:docMk/>
            <pc:sldMk cId="1008590421" sldId="267"/>
            <ac:spMk id="13" creationId="{B9213248-08B4-EDF0-29DD-6CC60497F4B4}"/>
          </ac:spMkLst>
        </pc:spChg>
        <pc:spChg chg="add mod">
          <ac:chgData name="rabab queen" userId="ba431fdeb03e4eb9" providerId="LiveId" clId="{326DA7F0-520B-4B1C-B80C-BDF160A57F2D}" dt="2026-04-26T16:49:52.974" v="122" actId="1076"/>
          <ac:spMkLst>
            <pc:docMk/>
            <pc:sldMk cId="1008590421" sldId="267"/>
            <ac:spMk id="14" creationId="{900E1408-A5B6-931D-2184-CB73610A839A}"/>
          </ac:spMkLst>
        </pc:spChg>
        <pc:picChg chg="add mod">
          <ac:chgData name="rabab queen" userId="ba431fdeb03e4eb9" providerId="LiveId" clId="{326DA7F0-520B-4B1C-B80C-BDF160A57F2D}" dt="2026-04-26T16:48:48.038" v="82" actId="1076"/>
          <ac:picMkLst>
            <pc:docMk/>
            <pc:sldMk cId="1008590421" sldId="267"/>
            <ac:picMk id="8" creationId="{6C53F5CE-4FFE-813D-A93A-2241C3358055}"/>
          </ac:picMkLst>
        </pc:picChg>
      </pc:sldChg>
      <pc:sldChg chg="addSp delSp modSp add mod setBg">
        <pc:chgData name="rabab queen" userId="ba431fdeb03e4eb9" providerId="LiveId" clId="{326DA7F0-520B-4B1C-B80C-BDF160A57F2D}" dt="2026-04-27T15:29:32.260" v="391" actId="2711"/>
        <pc:sldMkLst>
          <pc:docMk/>
          <pc:sldMk cId="3599700272" sldId="268"/>
        </pc:sldMkLst>
        <pc:spChg chg="mod">
          <ac:chgData name="rabab queen" userId="ba431fdeb03e4eb9" providerId="LiveId" clId="{326DA7F0-520B-4B1C-B80C-BDF160A57F2D}" dt="2026-04-26T18:19:18.487" v="322" actId="122"/>
          <ac:spMkLst>
            <pc:docMk/>
            <pc:sldMk cId="3599700272" sldId="268"/>
            <ac:spMk id="10" creationId="{52950071-C938-450D-EBBD-BEB10C39CE41}"/>
          </ac:spMkLst>
        </pc:spChg>
        <pc:spChg chg="mod">
          <ac:chgData name="rabab queen" userId="ba431fdeb03e4eb9" providerId="LiveId" clId="{326DA7F0-520B-4B1C-B80C-BDF160A57F2D}" dt="2026-04-26T18:19:18.487" v="322" actId="122"/>
          <ac:spMkLst>
            <pc:docMk/>
            <pc:sldMk cId="3599700272" sldId="268"/>
            <ac:spMk id="11" creationId="{920BDE5B-1FAC-40C7-1D87-50BC9E4512E4}"/>
          </ac:spMkLst>
        </pc:spChg>
        <pc:spChg chg="del">
          <ac:chgData name="rabab queen" userId="ba431fdeb03e4eb9" providerId="LiveId" clId="{326DA7F0-520B-4B1C-B80C-BDF160A57F2D}" dt="2026-04-26T18:18:33.805" v="315" actId="478"/>
          <ac:spMkLst>
            <pc:docMk/>
            <pc:sldMk cId="3599700272" sldId="268"/>
            <ac:spMk id="13" creationId="{2FBC587F-07D0-F4EE-3A18-855F7F54B5F7}"/>
          </ac:spMkLst>
        </pc:spChg>
        <pc:spChg chg="mod">
          <ac:chgData name="rabab queen" userId="ba431fdeb03e4eb9" providerId="LiveId" clId="{326DA7F0-520B-4B1C-B80C-BDF160A57F2D}" dt="2026-04-27T15:29:32.260" v="391" actId="2711"/>
          <ac:spMkLst>
            <pc:docMk/>
            <pc:sldMk cId="3599700272" sldId="268"/>
            <ac:spMk id="15" creationId="{B32EC57F-E329-0276-B963-7822E9EA601D}"/>
          </ac:spMkLst>
        </pc:spChg>
        <pc:spChg chg="mod">
          <ac:chgData name="rabab queen" userId="ba431fdeb03e4eb9" providerId="LiveId" clId="{326DA7F0-520B-4B1C-B80C-BDF160A57F2D}" dt="2026-04-27T15:29:19.420" v="390" actId="2711"/>
          <ac:spMkLst>
            <pc:docMk/>
            <pc:sldMk cId="3599700272" sldId="268"/>
            <ac:spMk id="16" creationId="{ED2F3C74-4167-372F-243B-C1755117E51E}"/>
          </ac:spMkLst>
        </pc:spChg>
        <pc:spChg chg="add del mod">
          <ac:chgData name="rabab queen" userId="ba431fdeb03e4eb9" providerId="LiveId" clId="{326DA7F0-520B-4B1C-B80C-BDF160A57F2D}" dt="2026-04-26T19:28:00.593" v="380" actId="1076"/>
          <ac:spMkLst>
            <pc:docMk/>
            <pc:sldMk cId="3599700272" sldId="268"/>
            <ac:spMk id="17" creationId="{6CC90281-32F7-A7AF-3CAD-5C9076F2761E}"/>
          </ac:spMkLst>
        </pc:spChg>
        <pc:spChg chg="mod">
          <ac:chgData name="rabab queen" userId="ba431fdeb03e4eb9" providerId="LiveId" clId="{326DA7F0-520B-4B1C-B80C-BDF160A57F2D}" dt="2026-04-26T19:22:38.796" v="372" actId="478"/>
          <ac:spMkLst>
            <pc:docMk/>
            <pc:sldMk cId="3599700272" sldId="268"/>
            <ac:spMk id="18" creationId="{C7E8CB47-B43F-C9D4-E79B-A9C88EFB838F}"/>
          </ac:spMkLst>
        </pc:spChg>
        <pc:spChg chg="mod">
          <ac:chgData name="rabab queen" userId="ba431fdeb03e4eb9" providerId="LiveId" clId="{326DA7F0-520B-4B1C-B80C-BDF160A57F2D}" dt="2026-04-26T18:19:18.487" v="322" actId="122"/>
          <ac:spMkLst>
            <pc:docMk/>
            <pc:sldMk cId="3599700272" sldId="268"/>
            <ac:spMk id="19" creationId="{02C2DCB0-CC5C-0E77-1D1A-1481DEA0E0D2}"/>
          </ac:spMkLst>
        </pc:spChg>
        <pc:spChg chg="mod">
          <ac:chgData name="rabab queen" userId="ba431fdeb03e4eb9" providerId="LiveId" clId="{326DA7F0-520B-4B1C-B80C-BDF160A57F2D}" dt="2026-04-26T18:19:18.487" v="322" actId="122"/>
          <ac:spMkLst>
            <pc:docMk/>
            <pc:sldMk cId="3599700272" sldId="268"/>
            <ac:spMk id="20" creationId="{9B2AE565-E0F0-9F2D-5A7E-5D75A470DB16}"/>
          </ac:spMkLst>
        </pc:spChg>
        <pc:spChg chg="mod">
          <ac:chgData name="rabab queen" userId="ba431fdeb03e4eb9" providerId="LiveId" clId="{326DA7F0-520B-4B1C-B80C-BDF160A57F2D}" dt="2026-04-26T18:19:18.487" v="322" actId="122"/>
          <ac:spMkLst>
            <pc:docMk/>
            <pc:sldMk cId="3599700272" sldId="268"/>
            <ac:spMk id="21" creationId="{30ED9A6F-87CF-37DC-2DE4-A82C169C6E5F}"/>
          </ac:spMkLst>
        </pc:spChg>
        <pc:spChg chg="mod">
          <ac:chgData name="rabab queen" userId="ba431fdeb03e4eb9" providerId="LiveId" clId="{326DA7F0-520B-4B1C-B80C-BDF160A57F2D}" dt="2026-04-26T18:19:18.487" v="322" actId="122"/>
          <ac:spMkLst>
            <pc:docMk/>
            <pc:sldMk cId="3599700272" sldId="268"/>
            <ac:spMk id="22" creationId="{65BF1152-DE9D-0ACD-4A37-9E1D3230DAEB}"/>
          </ac:spMkLst>
        </pc:spChg>
        <pc:spChg chg="mod">
          <ac:chgData name="rabab queen" userId="ba431fdeb03e4eb9" providerId="LiveId" clId="{326DA7F0-520B-4B1C-B80C-BDF160A57F2D}" dt="2026-04-26T18:19:18.487" v="322" actId="122"/>
          <ac:spMkLst>
            <pc:docMk/>
            <pc:sldMk cId="3599700272" sldId="268"/>
            <ac:spMk id="23" creationId="{5DA733F6-8DC3-5931-4147-FF6DBE405A62}"/>
          </ac:spMkLst>
        </pc:spChg>
        <pc:spChg chg="add mod">
          <ac:chgData name="rabab queen" userId="ba431fdeb03e4eb9" providerId="LiveId" clId="{326DA7F0-520B-4B1C-B80C-BDF160A57F2D}" dt="2026-04-26T19:28:46.882" v="385" actId="14100"/>
          <ac:spMkLst>
            <pc:docMk/>
            <pc:sldMk cId="3599700272" sldId="268"/>
            <ac:spMk id="28" creationId="{1F050368-C0CA-DD66-EE25-344183071B0D}"/>
          </ac:spMkLst>
        </pc:spChg>
        <pc:grpChg chg="mod">
          <ac:chgData name="rabab queen" userId="ba431fdeb03e4eb9" providerId="LiveId" clId="{326DA7F0-520B-4B1C-B80C-BDF160A57F2D}" dt="2026-04-26T19:19:17.536" v="368" actId="1076"/>
          <ac:grpSpMkLst>
            <pc:docMk/>
            <pc:sldMk cId="3599700272" sldId="268"/>
            <ac:grpSpMk id="2" creationId="{DC9291DD-E2AA-E786-6881-EB7EEFF5D8EB}"/>
          </ac:grpSpMkLst>
        </pc:grpChg>
        <pc:grpChg chg="add del">
          <ac:chgData name="rabab queen" userId="ba431fdeb03e4eb9" providerId="LiveId" clId="{326DA7F0-520B-4B1C-B80C-BDF160A57F2D}" dt="2026-04-26T19:22:38.796" v="372" actId="478"/>
          <ac:grpSpMkLst>
            <pc:docMk/>
            <pc:sldMk cId="3599700272" sldId="268"/>
            <ac:grpSpMk id="9" creationId="{73F6693C-2F31-9FEF-D437-D615B1617B6F}"/>
          </ac:grpSpMkLst>
        </pc:grpChg>
        <pc:picChg chg="mod">
          <ac:chgData name="rabab queen" userId="ba431fdeb03e4eb9" providerId="LiveId" clId="{326DA7F0-520B-4B1C-B80C-BDF160A57F2D}" dt="2026-04-26T19:19:03.651" v="366" actId="1076"/>
          <ac:picMkLst>
            <pc:docMk/>
            <pc:sldMk cId="3599700272" sldId="268"/>
            <ac:picMk id="8" creationId="{E5AF72A3-B1BF-5A6D-4FBE-05FB6296BF0F}"/>
          </ac:picMkLst>
        </pc:picChg>
        <pc:picChg chg="add del">
          <ac:chgData name="rabab queen" userId="ba431fdeb03e4eb9" providerId="LiveId" clId="{326DA7F0-520B-4B1C-B80C-BDF160A57F2D}" dt="2026-04-26T19:22:37.928" v="371" actId="22"/>
          <ac:picMkLst>
            <pc:docMk/>
            <pc:sldMk cId="3599700272" sldId="268"/>
            <ac:picMk id="25" creationId="{D240B81E-4034-C667-ADF6-CB5BFBE03DE8}"/>
          </ac:picMkLst>
        </pc:picChg>
        <pc:picChg chg="add del mod">
          <ac:chgData name="rabab queen" userId="ba431fdeb03e4eb9" providerId="LiveId" clId="{326DA7F0-520B-4B1C-B80C-BDF160A57F2D}" dt="2026-04-26T19:22:55.420" v="378" actId="478"/>
          <ac:picMkLst>
            <pc:docMk/>
            <pc:sldMk cId="3599700272" sldId="268"/>
            <ac:picMk id="27" creationId="{AAC548B0-1771-98CE-EC0A-F98711C84DF5}"/>
          </ac:picMkLst>
        </pc:picChg>
        <pc:picChg chg="add del mod">
          <ac:chgData name="rabab queen" userId="ba431fdeb03e4eb9" providerId="LiveId" clId="{326DA7F0-520B-4B1C-B80C-BDF160A57F2D}" dt="2026-04-26T19:29:13.209" v="389" actId="478"/>
          <ac:picMkLst>
            <pc:docMk/>
            <pc:sldMk cId="3599700272" sldId="268"/>
            <ac:picMk id="30" creationId="{AD155C90-503E-D9DC-AF10-4658FF44BB18}"/>
          </ac:picMkLst>
        </pc:picChg>
      </pc:sldChg>
      <pc:sldChg chg="delSp modSp add mod">
        <pc:chgData name="rabab queen" userId="ba431fdeb03e4eb9" providerId="LiveId" clId="{326DA7F0-520B-4B1C-B80C-BDF160A57F2D}" dt="2026-04-27T15:39:22.599" v="474" actId="1076"/>
        <pc:sldMkLst>
          <pc:docMk/>
          <pc:sldMk cId="1147942833" sldId="269"/>
        </pc:sldMkLst>
        <pc:spChg chg="del">
          <ac:chgData name="rabab queen" userId="ba431fdeb03e4eb9" providerId="LiveId" clId="{326DA7F0-520B-4B1C-B80C-BDF160A57F2D}" dt="2026-04-27T15:32:46.755" v="396" actId="478"/>
          <ac:spMkLst>
            <pc:docMk/>
            <pc:sldMk cId="1147942833" sldId="269"/>
            <ac:spMk id="6" creationId="{53748534-E124-33D4-74DD-EFD81EC91B55}"/>
          </ac:spMkLst>
        </pc:spChg>
        <pc:spChg chg="mod">
          <ac:chgData name="rabab queen" userId="ba431fdeb03e4eb9" providerId="LiveId" clId="{326DA7F0-520B-4B1C-B80C-BDF160A57F2D}" dt="2026-04-27T15:39:19.449" v="473" actId="1076"/>
          <ac:spMkLst>
            <pc:docMk/>
            <pc:sldMk cId="1147942833" sldId="269"/>
            <ac:spMk id="7" creationId="{38A18AC4-BE5A-B05E-E6D2-E4D4D28FDDB2}"/>
          </ac:spMkLst>
        </pc:spChg>
        <pc:spChg chg="del">
          <ac:chgData name="rabab queen" userId="ba431fdeb03e4eb9" providerId="LiveId" clId="{326DA7F0-520B-4B1C-B80C-BDF160A57F2D}" dt="2026-04-27T15:35:46.633" v="428" actId="478"/>
          <ac:spMkLst>
            <pc:docMk/>
            <pc:sldMk cId="1147942833" sldId="269"/>
            <ac:spMk id="10" creationId="{25C44E1A-6132-499C-220F-67A56DCD83E7}"/>
          </ac:spMkLst>
        </pc:spChg>
        <pc:spChg chg="mod">
          <ac:chgData name="rabab queen" userId="ba431fdeb03e4eb9" providerId="LiveId" clId="{326DA7F0-520B-4B1C-B80C-BDF160A57F2D}" dt="2026-04-27T15:39:22.599" v="474" actId="1076"/>
          <ac:spMkLst>
            <pc:docMk/>
            <pc:sldMk cId="1147942833" sldId="269"/>
            <ac:spMk id="12" creationId="{17DC8A9B-EB4D-A152-6869-EB710A3C07E6}"/>
          </ac:spMkLst>
        </pc:spChg>
      </pc:sldChg>
      <pc:sldChg chg="addSp delSp modSp add mod">
        <pc:chgData name="rabab queen" userId="ba431fdeb03e4eb9" providerId="LiveId" clId="{326DA7F0-520B-4B1C-B80C-BDF160A57F2D}" dt="2026-04-27T15:43:35.800" v="500" actId="14100"/>
        <pc:sldMkLst>
          <pc:docMk/>
          <pc:sldMk cId="4111576771" sldId="270"/>
        </pc:sldMkLst>
        <pc:spChg chg="mod">
          <ac:chgData name="rabab queen" userId="ba431fdeb03e4eb9" providerId="LiveId" clId="{326DA7F0-520B-4B1C-B80C-BDF160A57F2D}" dt="2026-04-27T15:43:22.862" v="498" actId="1076"/>
          <ac:spMkLst>
            <pc:docMk/>
            <pc:sldMk cId="4111576771" sldId="270"/>
            <ac:spMk id="2" creationId="{1C46AEFD-EA07-8241-0686-B6C4FE11C954}"/>
          </ac:spMkLst>
        </pc:spChg>
        <pc:spChg chg="add mod">
          <ac:chgData name="rabab queen" userId="ba431fdeb03e4eb9" providerId="LiveId" clId="{326DA7F0-520B-4B1C-B80C-BDF160A57F2D}" dt="2026-04-27T15:43:17.031" v="496" actId="1076"/>
          <ac:spMkLst>
            <pc:docMk/>
            <pc:sldMk cId="4111576771" sldId="270"/>
            <ac:spMk id="3" creationId="{B85382CD-87D0-EA60-6A9B-CF5E7A7B5A02}"/>
          </ac:spMkLst>
        </pc:spChg>
        <pc:spChg chg="del">
          <ac:chgData name="rabab queen" userId="ba431fdeb03e4eb9" providerId="LiveId" clId="{326DA7F0-520B-4B1C-B80C-BDF160A57F2D}" dt="2026-04-27T15:40:09.481" v="481" actId="478"/>
          <ac:spMkLst>
            <pc:docMk/>
            <pc:sldMk cId="4111576771" sldId="270"/>
            <ac:spMk id="7" creationId="{27834690-2BA5-BFEF-F0D1-6CC3C623343A}"/>
          </ac:spMkLst>
        </pc:spChg>
        <pc:spChg chg="del">
          <ac:chgData name="rabab queen" userId="ba431fdeb03e4eb9" providerId="LiveId" clId="{326DA7F0-520B-4B1C-B80C-BDF160A57F2D}" dt="2026-04-27T15:39:35.773" v="475" actId="478"/>
          <ac:spMkLst>
            <pc:docMk/>
            <pc:sldMk cId="4111576771" sldId="270"/>
            <ac:spMk id="10" creationId="{196FBD85-9597-59ED-BA70-E67CB8C0D5B2}"/>
          </ac:spMkLst>
        </pc:spChg>
        <pc:spChg chg="mod">
          <ac:chgData name="rabab queen" userId="ba431fdeb03e4eb9" providerId="LiveId" clId="{326DA7F0-520B-4B1C-B80C-BDF160A57F2D}" dt="2026-04-27T15:43:35.800" v="500" actId="14100"/>
          <ac:spMkLst>
            <pc:docMk/>
            <pc:sldMk cId="4111576771" sldId="270"/>
            <ac:spMk id="12" creationId="{E4861747-D207-5DC5-81CC-2081D68D9186}"/>
          </ac:spMkLst>
        </pc:spChg>
      </pc:sldChg>
      <pc:sldChg chg="addSp delSp modSp add mod">
        <pc:chgData name="rabab queen" userId="ba431fdeb03e4eb9" providerId="LiveId" clId="{326DA7F0-520B-4B1C-B80C-BDF160A57F2D}" dt="2026-04-27T16:33:43.279" v="603" actId="207"/>
        <pc:sldMkLst>
          <pc:docMk/>
          <pc:sldMk cId="839695652" sldId="271"/>
        </pc:sldMkLst>
        <pc:spChg chg="mod">
          <ac:chgData name="rabab queen" userId="ba431fdeb03e4eb9" providerId="LiveId" clId="{326DA7F0-520B-4B1C-B80C-BDF160A57F2D}" dt="2026-04-27T15:46:09.909" v="515" actId="1076"/>
          <ac:spMkLst>
            <pc:docMk/>
            <pc:sldMk cId="839695652" sldId="271"/>
            <ac:spMk id="2" creationId="{F9992F8E-EAF4-309E-ED19-238199201342}"/>
          </ac:spMkLst>
        </pc:spChg>
        <pc:spChg chg="del">
          <ac:chgData name="rabab queen" userId="ba431fdeb03e4eb9" providerId="LiveId" clId="{326DA7F0-520B-4B1C-B80C-BDF160A57F2D}" dt="2026-04-27T16:23:44.366" v="547" actId="478"/>
          <ac:spMkLst>
            <pc:docMk/>
            <pc:sldMk cId="839695652" sldId="271"/>
            <ac:spMk id="5" creationId="{E4A885CB-748F-F6FC-D917-3DB87FFC8062}"/>
          </ac:spMkLst>
        </pc:spChg>
        <pc:spChg chg="add mod">
          <ac:chgData name="rabab queen" userId="ba431fdeb03e4eb9" providerId="LiveId" clId="{326DA7F0-520B-4B1C-B80C-BDF160A57F2D}" dt="2026-04-27T16:33:26.036" v="602" actId="1076"/>
          <ac:spMkLst>
            <pc:docMk/>
            <pc:sldMk cId="839695652" sldId="271"/>
            <ac:spMk id="6" creationId="{F39284D3-B2F4-3ECC-3677-579D410E4C83}"/>
          </ac:spMkLst>
        </pc:spChg>
        <pc:spChg chg="del mod">
          <ac:chgData name="rabab queen" userId="ba431fdeb03e4eb9" providerId="LiveId" clId="{326DA7F0-520B-4B1C-B80C-BDF160A57F2D}" dt="2026-04-27T15:45:50.606" v="510"/>
          <ac:spMkLst>
            <pc:docMk/>
            <pc:sldMk cId="839695652" sldId="271"/>
            <ac:spMk id="7" creationId="{7ACAC84E-9FE7-CD22-B95E-6022B95718BA}"/>
          </ac:spMkLst>
        </pc:spChg>
        <pc:spChg chg="del">
          <ac:chgData name="rabab queen" userId="ba431fdeb03e4eb9" providerId="LiveId" clId="{326DA7F0-520B-4B1C-B80C-BDF160A57F2D}" dt="2026-04-27T15:44:16.644" v="501" actId="478"/>
          <ac:spMkLst>
            <pc:docMk/>
            <pc:sldMk cId="839695652" sldId="271"/>
            <ac:spMk id="10" creationId="{9853E0B3-FBD4-B41E-AC67-B68A71D770ED}"/>
          </ac:spMkLst>
        </pc:spChg>
        <pc:spChg chg="add mod">
          <ac:chgData name="rabab queen" userId="ba431fdeb03e4eb9" providerId="LiveId" clId="{326DA7F0-520B-4B1C-B80C-BDF160A57F2D}" dt="2026-04-27T16:29:52.504" v="576" actId="767"/>
          <ac:spMkLst>
            <pc:docMk/>
            <pc:sldMk cId="839695652" sldId="271"/>
            <ac:spMk id="11" creationId="{0002F6FD-B616-315B-45D7-421E23ACE4E4}"/>
          </ac:spMkLst>
        </pc:spChg>
        <pc:spChg chg="del">
          <ac:chgData name="rabab queen" userId="ba431fdeb03e4eb9" providerId="LiveId" clId="{326DA7F0-520B-4B1C-B80C-BDF160A57F2D}" dt="2026-04-27T15:44:21.649" v="502" actId="478"/>
          <ac:spMkLst>
            <pc:docMk/>
            <pc:sldMk cId="839695652" sldId="271"/>
            <ac:spMk id="12" creationId="{AECC9B06-7450-6C94-CD30-E5BF1B37E5FA}"/>
          </ac:spMkLst>
        </pc:spChg>
        <pc:spChg chg="add mod">
          <ac:chgData name="rabab queen" userId="ba431fdeb03e4eb9" providerId="LiveId" clId="{326DA7F0-520B-4B1C-B80C-BDF160A57F2D}" dt="2026-04-27T16:33:12.729" v="601" actId="113"/>
          <ac:spMkLst>
            <pc:docMk/>
            <pc:sldMk cId="839695652" sldId="271"/>
            <ac:spMk id="14" creationId="{FFD2D76E-6A8B-47FC-4AEF-EE30430AC6B6}"/>
          </ac:spMkLst>
        </pc:spChg>
        <pc:graphicFrameChg chg="add del mod modGraphic">
          <ac:chgData name="rabab queen" userId="ba431fdeb03e4eb9" providerId="LiveId" clId="{326DA7F0-520B-4B1C-B80C-BDF160A57F2D}" dt="2026-04-27T16:24:59.924" v="549" actId="478"/>
          <ac:graphicFrameMkLst>
            <pc:docMk/>
            <pc:sldMk cId="839695652" sldId="271"/>
            <ac:graphicFrameMk id="3" creationId="{CE9EDE78-B938-B0E9-2855-92F8F622137E}"/>
          </ac:graphicFrameMkLst>
        </pc:graphicFrameChg>
        <pc:graphicFrameChg chg="add del mod modGraphic">
          <ac:chgData name="rabab queen" userId="ba431fdeb03e4eb9" providerId="LiveId" clId="{326DA7F0-520B-4B1C-B80C-BDF160A57F2D}" dt="2026-04-27T16:29:17.229" v="573" actId="478"/>
          <ac:graphicFrameMkLst>
            <pc:docMk/>
            <pc:sldMk cId="839695652" sldId="271"/>
            <ac:graphicFrameMk id="8" creationId="{D7EB3487-169C-BDD9-9C16-FE71EF25A5F3}"/>
          </ac:graphicFrameMkLst>
        </pc:graphicFrameChg>
        <pc:graphicFrameChg chg="add del mod">
          <ac:chgData name="rabab queen" userId="ba431fdeb03e4eb9" providerId="LiveId" clId="{326DA7F0-520B-4B1C-B80C-BDF160A57F2D}" dt="2026-04-27T16:29:48.392" v="575" actId="478"/>
          <ac:graphicFrameMkLst>
            <pc:docMk/>
            <pc:sldMk cId="839695652" sldId="271"/>
            <ac:graphicFrameMk id="9" creationId="{7DEBAD59-D6A9-B3FC-0FB7-D77E5F55E34C}"/>
          </ac:graphicFrameMkLst>
        </pc:graphicFrameChg>
        <pc:graphicFrameChg chg="add mod modGraphic">
          <ac:chgData name="rabab queen" userId="ba431fdeb03e4eb9" providerId="LiveId" clId="{326DA7F0-520B-4B1C-B80C-BDF160A57F2D}" dt="2026-04-27T16:33:43.279" v="603" actId="207"/>
          <ac:graphicFrameMkLst>
            <pc:docMk/>
            <pc:sldMk cId="839695652" sldId="271"/>
            <ac:graphicFrameMk id="13" creationId="{DB88AB0A-48FB-7439-FCCC-2D4876873407}"/>
          </ac:graphicFrameMkLst>
        </pc:graphicFrameChg>
      </pc:sldChg>
      <pc:sldChg chg="addSp delSp modSp add mod">
        <pc:chgData name="rabab queen" userId="ba431fdeb03e4eb9" providerId="LiveId" clId="{326DA7F0-520B-4B1C-B80C-BDF160A57F2D}" dt="2026-04-27T16:39:23.212" v="637" actId="1076"/>
        <pc:sldMkLst>
          <pc:docMk/>
          <pc:sldMk cId="3448831837" sldId="272"/>
        </pc:sldMkLst>
        <pc:spChg chg="add mod">
          <ac:chgData name="rabab queen" userId="ba431fdeb03e4eb9" providerId="LiveId" clId="{326DA7F0-520B-4B1C-B80C-BDF160A57F2D}" dt="2026-04-27T16:39:19.516" v="636" actId="5793"/>
          <ac:spMkLst>
            <pc:docMk/>
            <pc:sldMk cId="3448831837" sldId="272"/>
            <ac:spMk id="3" creationId="{C11A956D-B58D-6D0A-1083-CA64F1F5D6EE}"/>
          </ac:spMkLst>
        </pc:spChg>
        <pc:spChg chg="add del mod">
          <ac:chgData name="rabab queen" userId="ba431fdeb03e4eb9" providerId="LiveId" clId="{326DA7F0-520B-4B1C-B80C-BDF160A57F2D}" dt="2026-04-27T16:39:06.272" v="627" actId="478"/>
          <ac:spMkLst>
            <pc:docMk/>
            <pc:sldMk cId="3448831837" sldId="272"/>
            <ac:spMk id="6" creationId="{76796DD3-2196-FCF2-4F00-180EFC6CBE2E}"/>
          </ac:spMkLst>
        </pc:spChg>
        <pc:spChg chg="del mod">
          <ac:chgData name="rabab queen" userId="ba431fdeb03e4eb9" providerId="LiveId" clId="{326DA7F0-520B-4B1C-B80C-BDF160A57F2D}" dt="2026-04-27T15:56:04.414" v="543"/>
          <ac:spMkLst>
            <pc:docMk/>
            <pc:sldMk cId="3448831837" sldId="272"/>
            <ac:spMk id="7" creationId="{58C80D1F-5365-07A9-B630-76FEE0577A1D}"/>
          </ac:spMkLst>
        </pc:spChg>
        <pc:spChg chg="del">
          <ac:chgData name="rabab queen" userId="ba431fdeb03e4eb9" providerId="LiveId" clId="{326DA7F0-520B-4B1C-B80C-BDF160A57F2D}" dt="2026-04-27T15:55:50.117" v="539" actId="478"/>
          <ac:spMkLst>
            <pc:docMk/>
            <pc:sldMk cId="3448831837" sldId="272"/>
            <ac:spMk id="10" creationId="{37500836-5058-A94E-C468-5D1758950023}"/>
          </ac:spMkLst>
        </pc:spChg>
        <pc:spChg chg="del">
          <ac:chgData name="rabab queen" userId="ba431fdeb03e4eb9" providerId="LiveId" clId="{326DA7F0-520B-4B1C-B80C-BDF160A57F2D}" dt="2026-04-27T15:56:04.412" v="541" actId="478"/>
          <ac:spMkLst>
            <pc:docMk/>
            <pc:sldMk cId="3448831837" sldId="272"/>
            <ac:spMk id="12" creationId="{D2E4A158-8DE3-0E5A-CBDB-8ABE39E6C67E}"/>
          </ac:spMkLst>
        </pc:spChg>
        <pc:picChg chg="add mod">
          <ac:chgData name="rabab queen" userId="ba431fdeb03e4eb9" providerId="LiveId" clId="{326DA7F0-520B-4B1C-B80C-BDF160A57F2D}" dt="2026-04-27T16:39:23.212" v="637" actId="1076"/>
          <ac:picMkLst>
            <pc:docMk/>
            <pc:sldMk cId="3448831837" sldId="272"/>
            <ac:picMk id="9" creationId="{D42A33F9-6B8D-8C95-DD6B-79323A1C377C}"/>
          </ac:picMkLst>
        </pc:picChg>
      </pc:sldChg>
      <pc:sldChg chg="addSp delSp modSp add mod">
        <pc:chgData name="rabab queen" userId="ba431fdeb03e4eb9" providerId="LiveId" clId="{326DA7F0-520B-4B1C-B80C-BDF160A57F2D}" dt="2026-04-27T16:47:53.990" v="755" actId="478"/>
        <pc:sldMkLst>
          <pc:docMk/>
          <pc:sldMk cId="2261005257" sldId="273"/>
        </pc:sldMkLst>
        <pc:spChg chg="mod">
          <ac:chgData name="rabab queen" userId="ba431fdeb03e4eb9" providerId="LiveId" clId="{326DA7F0-520B-4B1C-B80C-BDF160A57F2D}" dt="2026-04-27T16:44:41.453" v="725" actId="1076"/>
          <ac:spMkLst>
            <pc:docMk/>
            <pc:sldMk cId="2261005257" sldId="273"/>
            <ac:spMk id="2" creationId="{4D088480-8D80-15CC-82F7-86160CB1BBBC}"/>
          </ac:spMkLst>
        </pc:spChg>
        <pc:spChg chg="del">
          <ac:chgData name="rabab queen" userId="ba431fdeb03e4eb9" providerId="LiveId" clId="{326DA7F0-520B-4B1C-B80C-BDF160A57F2D}" dt="2026-04-27T16:47:30.723" v="751" actId="478"/>
          <ac:spMkLst>
            <pc:docMk/>
            <pc:sldMk cId="2261005257" sldId="273"/>
            <ac:spMk id="5" creationId="{FFDC3305-E650-DF51-F11D-6D48BFAD46B8}"/>
          </ac:spMkLst>
        </pc:spChg>
        <pc:spChg chg="add mod">
          <ac:chgData name="rabab queen" userId="ba431fdeb03e4eb9" providerId="LiveId" clId="{326DA7F0-520B-4B1C-B80C-BDF160A57F2D}" dt="2026-04-27T16:43:50.716" v="709"/>
          <ac:spMkLst>
            <pc:docMk/>
            <pc:sldMk cId="2261005257" sldId="273"/>
            <ac:spMk id="6" creationId="{1E33014D-605F-2B24-E1AB-5B968652A2F2}"/>
          </ac:spMkLst>
        </pc:spChg>
        <pc:spChg chg="del mod">
          <ac:chgData name="rabab queen" userId="ba431fdeb03e4eb9" providerId="LiveId" clId="{326DA7F0-520B-4B1C-B80C-BDF160A57F2D}" dt="2026-04-27T16:43:50.720" v="711"/>
          <ac:spMkLst>
            <pc:docMk/>
            <pc:sldMk cId="2261005257" sldId="273"/>
            <ac:spMk id="7" creationId="{21EDE8B7-8626-FB71-9D28-E41B8D6CFB77}"/>
          </ac:spMkLst>
        </pc:spChg>
        <pc:spChg chg="add mod">
          <ac:chgData name="rabab queen" userId="ba431fdeb03e4eb9" providerId="LiveId" clId="{326DA7F0-520B-4B1C-B80C-BDF160A57F2D}" dt="2026-04-27T16:45:56.082" v="738" actId="1076"/>
          <ac:spMkLst>
            <pc:docMk/>
            <pc:sldMk cId="2261005257" sldId="273"/>
            <ac:spMk id="8" creationId="{59F70D3E-AE49-5485-06D4-CC08B048B94C}"/>
          </ac:spMkLst>
        </pc:spChg>
        <pc:spChg chg="add del mod">
          <ac:chgData name="rabab queen" userId="ba431fdeb03e4eb9" providerId="LiveId" clId="{326DA7F0-520B-4B1C-B80C-BDF160A57F2D}" dt="2026-04-27T16:47:30.725" v="753"/>
          <ac:spMkLst>
            <pc:docMk/>
            <pc:sldMk cId="2261005257" sldId="273"/>
            <ac:spMk id="9" creationId="{E39E64D4-C9A1-4EDB-E96E-FF0AF8805D44}"/>
          </ac:spMkLst>
        </pc:spChg>
        <pc:spChg chg="del">
          <ac:chgData name="rabab queen" userId="ba431fdeb03e4eb9" providerId="LiveId" clId="{326DA7F0-520B-4B1C-B80C-BDF160A57F2D}" dt="2026-04-27T16:43:25.244" v="701" actId="478"/>
          <ac:spMkLst>
            <pc:docMk/>
            <pc:sldMk cId="2261005257" sldId="273"/>
            <ac:spMk id="10" creationId="{6F90EEB5-F50B-AFF3-E2A4-B8E6EB6FA040}"/>
          </ac:spMkLst>
        </pc:spChg>
        <pc:spChg chg="del">
          <ac:chgData name="rabab queen" userId="ba431fdeb03e4eb9" providerId="LiveId" clId="{326DA7F0-520B-4B1C-B80C-BDF160A57F2D}" dt="2026-04-27T16:43:15.584" v="700" actId="478"/>
          <ac:spMkLst>
            <pc:docMk/>
            <pc:sldMk cId="2261005257" sldId="273"/>
            <ac:spMk id="12" creationId="{C37076CF-4742-689B-70FC-CECC884C0E5B}"/>
          </ac:spMkLst>
        </pc:spChg>
        <pc:spChg chg="add mod">
          <ac:chgData name="rabab queen" userId="ba431fdeb03e4eb9" providerId="LiveId" clId="{326DA7F0-520B-4B1C-B80C-BDF160A57F2D}" dt="2026-04-27T16:47:12.254" v="748" actId="1076"/>
          <ac:spMkLst>
            <pc:docMk/>
            <pc:sldMk cId="2261005257" sldId="273"/>
            <ac:spMk id="13" creationId="{FDDF3F1C-06CA-7E8A-4E26-1FC08A16BFCF}"/>
          </ac:spMkLst>
        </pc:spChg>
        <pc:spChg chg="add del mod">
          <ac:chgData name="rabab queen" userId="ba431fdeb03e4eb9" providerId="LiveId" clId="{326DA7F0-520B-4B1C-B80C-BDF160A57F2D}" dt="2026-04-27T16:47:53.990" v="755" actId="478"/>
          <ac:spMkLst>
            <pc:docMk/>
            <pc:sldMk cId="2261005257" sldId="273"/>
            <ac:spMk id="14" creationId="{255447F6-ED11-DB60-592C-2F76960BA243}"/>
          </ac:spMkLst>
        </pc:spChg>
        <pc:graphicFrameChg chg="add mod">
          <ac:chgData name="rabab queen" userId="ba431fdeb03e4eb9" providerId="LiveId" clId="{326DA7F0-520B-4B1C-B80C-BDF160A57F2D}" dt="2026-04-27T16:43:49.572" v="708" actId="1076"/>
          <ac:graphicFrameMkLst>
            <pc:docMk/>
            <pc:sldMk cId="2261005257" sldId="273"/>
            <ac:graphicFrameMk id="3" creationId="{2A8EB9F6-54A6-AA19-37E9-8D075912707C}"/>
          </ac:graphicFrameMkLst>
        </pc:graphicFrameChg>
        <pc:graphicFrameChg chg="add mod modGraphic">
          <ac:chgData name="rabab queen" userId="ba431fdeb03e4eb9" providerId="LiveId" clId="{326DA7F0-520B-4B1C-B80C-BDF160A57F2D}" dt="2026-04-27T16:46:17.745" v="741" actId="2711"/>
          <ac:graphicFrameMkLst>
            <pc:docMk/>
            <pc:sldMk cId="2261005257" sldId="273"/>
            <ac:graphicFrameMk id="11" creationId="{AC49AA44-331F-B779-3C7A-FB9815F94FDA}"/>
          </ac:graphicFrameMkLst>
        </pc:graphicFrameChg>
      </pc:sldChg>
      <pc:sldChg chg="addSp delSp modSp add mod">
        <pc:chgData name="rabab queen" userId="ba431fdeb03e4eb9" providerId="LiveId" clId="{326DA7F0-520B-4B1C-B80C-BDF160A57F2D}" dt="2026-04-27T16:55:12.505" v="843" actId="1076"/>
        <pc:sldMkLst>
          <pc:docMk/>
          <pc:sldMk cId="2941217249" sldId="274"/>
        </pc:sldMkLst>
        <pc:spChg chg="mod">
          <ac:chgData name="rabab queen" userId="ba431fdeb03e4eb9" providerId="LiveId" clId="{326DA7F0-520B-4B1C-B80C-BDF160A57F2D}" dt="2026-04-27T16:54:41.961" v="838" actId="1076"/>
          <ac:spMkLst>
            <pc:docMk/>
            <pc:sldMk cId="2941217249" sldId="274"/>
            <ac:spMk id="2" creationId="{CC61F5F9-902A-13C1-F907-A6EBD6E6CD41}"/>
          </ac:spMkLst>
        </pc:spChg>
        <pc:spChg chg="add mod">
          <ac:chgData name="rabab queen" userId="ba431fdeb03e4eb9" providerId="LiveId" clId="{326DA7F0-520B-4B1C-B80C-BDF160A57F2D}" dt="2026-04-27T16:49:50.240" v="787" actId="20577"/>
          <ac:spMkLst>
            <pc:docMk/>
            <pc:sldMk cId="2941217249" sldId="274"/>
            <ac:spMk id="3" creationId="{D5142309-71A2-F8D1-B122-2A53E0C0DED6}"/>
          </ac:spMkLst>
        </pc:spChg>
        <pc:spChg chg="del">
          <ac:chgData name="rabab queen" userId="ba431fdeb03e4eb9" providerId="LiveId" clId="{326DA7F0-520B-4B1C-B80C-BDF160A57F2D}" dt="2026-04-27T16:52:05.443" v="808" actId="478"/>
          <ac:spMkLst>
            <pc:docMk/>
            <pc:sldMk cId="2941217249" sldId="274"/>
            <ac:spMk id="5" creationId="{FB829FD2-0E9D-B42A-FD54-D5677FB71C39}"/>
          </ac:spMkLst>
        </pc:spChg>
        <pc:spChg chg="add del mod">
          <ac:chgData name="rabab queen" userId="ba431fdeb03e4eb9" providerId="LiveId" clId="{326DA7F0-520B-4B1C-B80C-BDF160A57F2D}" dt="2026-04-27T16:51:04.941" v="798"/>
          <ac:spMkLst>
            <pc:docMk/>
            <pc:sldMk cId="2941217249" sldId="274"/>
            <ac:spMk id="6" creationId="{897D4F44-370F-4DCE-CE7B-D5F7E113E05A}"/>
          </ac:spMkLst>
        </pc:spChg>
        <pc:spChg chg="del">
          <ac:chgData name="rabab queen" userId="ba431fdeb03e4eb9" providerId="LiveId" clId="{326DA7F0-520B-4B1C-B80C-BDF160A57F2D}" dt="2026-04-27T16:48:20.130" v="758" actId="478"/>
          <ac:spMkLst>
            <pc:docMk/>
            <pc:sldMk cId="2941217249" sldId="274"/>
            <ac:spMk id="7" creationId="{EFAE03C9-C824-4D9A-0790-586C623F0034}"/>
          </ac:spMkLst>
        </pc:spChg>
        <pc:spChg chg="add mod">
          <ac:chgData name="rabab queen" userId="ba431fdeb03e4eb9" providerId="LiveId" clId="{326DA7F0-520B-4B1C-B80C-BDF160A57F2D}" dt="2026-04-27T16:55:12.505" v="843" actId="1076"/>
          <ac:spMkLst>
            <pc:docMk/>
            <pc:sldMk cId="2941217249" sldId="274"/>
            <ac:spMk id="9" creationId="{4E76DC89-8AF6-3977-CF65-FA5F8855BC12}"/>
          </ac:spMkLst>
        </pc:spChg>
        <pc:spChg chg="del">
          <ac:chgData name="rabab queen" userId="ba431fdeb03e4eb9" providerId="LiveId" clId="{326DA7F0-520B-4B1C-B80C-BDF160A57F2D}" dt="2026-04-27T16:48:16.393" v="757" actId="478"/>
          <ac:spMkLst>
            <pc:docMk/>
            <pc:sldMk cId="2941217249" sldId="274"/>
            <ac:spMk id="10" creationId="{A3C9A320-A865-C99E-3F7A-789B60C7AB3A}"/>
          </ac:spMkLst>
        </pc:spChg>
        <pc:spChg chg="add mod">
          <ac:chgData name="rabab queen" userId="ba431fdeb03e4eb9" providerId="LiveId" clId="{326DA7F0-520B-4B1C-B80C-BDF160A57F2D}" dt="2026-04-27T16:55:07.261" v="842" actId="14100"/>
          <ac:spMkLst>
            <pc:docMk/>
            <pc:sldMk cId="2941217249" sldId="274"/>
            <ac:spMk id="11" creationId="{4F2C5B7F-B380-919D-F79D-FB047B15FB30}"/>
          </ac:spMkLst>
        </pc:spChg>
        <pc:spChg chg="del">
          <ac:chgData name="rabab queen" userId="ba431fdeb03e4eb9" providerId="LiveId" clId="{326DA7F0-520B-4B1C-B80C-BDF160A57F2D}" dt="2026-04-27T16:48:12.299" v="756" actId="478"/>
          <ac:spMkLst>
            <pc:docMk/>
            <pc:sldMk cId="2941217249" sldId="274"/>
            <ac:spMk id="12" creationId="{8FA0DC33-1138-CEEF-A6C8-2F79F7969C45}"/>
          </ac:spMkLst>
        </pc:spChg>
        <pc:graphicFrameChg chg="add mod modGraphic">
          <ac:chgData name="rabab queen" userId="ba431fdeb03e4eb9" providerId="LiveId" clId="{326DA7F0-520B-4B1C-B80C-BDF160A57F2D}" dt="2026-04-27T16:50:57.312" v="796" actId="207"/>
          <ac:graphicFrameMkLst>
            <pc:docMk/>
            <pc:sldMk cId="2941217249" sldId="274"/>
            <ac:graphicFrameMk id="8" creationId="{64FF22C5-BAC3-4C95-061E-E4316F984692}"/>
          </ac:graphicFrameMkLst>
        </pc:graphicFrameChg>
      </pc:sldChg>
      <pc:sldChg chg="addSp delSp modSp add mod">
        <pc:chgData name="rabab queen" userId="ba431fdeb03e4eb9" providerId="LiveId" clId="{326DA7F0-520B-4B1C-B80C-BDF160A57F2D}" dt="2026-04-27T16:59:39.973" v="884" actId="1076"/>
        <pc:sldMkLst>
          <pc:docMk/>
          <pc:sldMk cId="3438335747" sldId="275"/>
        </pc:sldMkLst>
        <pc:spChg chg="add mod">
          <ac:chgData name="rabab queen" userId="ba431fdeb03e4eb9" providerId="LiveId" clId="{326DA7F0-520B-4B1C-B80C-BDF160A57F2D}" dt="2026-04-27T16:57:51.208" v="867" actId="1076"/>
          <ac:spMkLst>
            <pc:docMk/>
            <pc:sldMk cId="3438335747" sldId="275"/>
            <ac:spMk id="3" creationId="{ABB13DD8-3741-5040-6360-CBFE5EFE15B1}"/>
          </ac:spMkLst>
        </pc:spChg>
        <pc:spChg chg="del">
          <ac:chgData name="rabab queen" userId="ba431fdeb03e4eb9" providerId="LiveId" clId="{326DA7F0-520B-4B1C-B80C-BDF160A57F2D}" dt="2026-04-27T16:55:38.754" v="844" actId="478"/>
          <ac:spMkLst>
            <pc:docMk/>
            <pc:sldMk cId="3438335747" sldId="275"/>
            <ac:spMk id="5" creationId="{47DC489B-0531-77A2-DDF9-CD0ADA247C24}"/>
          </ac:spMkLst>
        </pc:spChg>
        <pc:spChg chg="add del mod">
          <ac:chgData name="rabab queen" userId="ba431fdeb03e4eb9" providerId="LiveId" clId="{326DA7F0-520B-4B1C-B80C-BDF160A57F2D}" dt="2026-04-27T16:59:13.487" v="880"/>
          <ac:spMkLst>
            <pc:docMk/>
            <pc:sldMk cId="3438335747" sldId="275"/>
            <ac:spMk id="6" creationId="{C80366E3-8354-33DC-6C83-37CF8B826616}"/>
          </ac:spMkLst>
        </pc:spChg>
        <pc:spChg chg="del">
          <ac:chgData name="rabab queen" userId="ba431fdeb03e4eb9" providerId="LiveId" clId="{326DA7F0-520B-4B1C-B80C-BDF160A57F2D}" dt="2026-04-27T16:53:24.074" v="832" actId="478"/>
          <ac:spMkLst>
            <pc:docMk/>
            <pc:sldMk cId="3438335747" sldId="275"/>
            <ac:spMk id="7" creationId="{B733A8A8-A64C-D1F3-C647-2EB112F2EBAC}"/>
          </ac:spMkLst>
        </pc:spChg>
        <pc:spChg chg="add mod">
          <ac:chgData name="rabab queen" userId="ba431fdeb03e4eb9" providerId="LiveId" clId="{326DA7F0-520B-4B1C-B80C-BDF160A57F2D}" dt="2026-04-27T16:58:06.486" v="870" actId="1076"/>
          <ac:spMkLst>
            <pc:docMk/>
            <pc:sldMk cId="3438335747" sldId="275"/>
            <ac:spMk id="9" creationId="{EBE23FC6-F66B-9C3F-AD45-8BB89B87D5FF}"/>
          </ac:spMkLst>
        </pc:spChg>
        <pc:spChg chg="mod">
          <ac:chgData name="rabab queen" userId="ba431fdeb03e4eb9" providerId="LiveId" clId="{326DA7F0-520B-4B1C-B80C-BDF160A57F2D}" dt="2026-04-27T16:59:39.973" v="884" actId="1076"/>
          <ac:spMkLst>
            <pc:docMk/>
            <pc:sldMk cId="3438335747" sldId="275"/>
            <ac:spMk id="10" creationId="{ED222E50-39FD-5A46-FD5D-5A1841CBD8C2}"/>
          </ac:spMkLst>
        </pc:spChg>
        <pc:spChg chg="add del mod">
          <ac:chgData name="rabab queen" userId="ba431fdeb03e4eb9" providerId="LiveId" clId="{326DA7F0-520B-4B1C-B80C-BDF160A57F2D}" dt="2026-04-27T16:59:13.488" v="882"/>
          <ac:spMkLst>
            <pc:docMk/>
            <pc:sldMk cId="3438335747" sldId="275"/>
            <ac:spMk id="11" creationId="{DD6D946B-0972-0770-4BF6-AA42D6D4B75B}"/>
          </ac:spMkLst>
        </pc:spChg>
        <pc:spChg chg="del">
          <ac:chgData name="rabab queen" userId="ba431fdeb03e4eb9" providerId="LiveId" clId="{326DA7F0-520B-4B1C-B80C-BDF160A57F2D}" dt="2026-04-27T16:53:19.507" v="831" actId="478"/>
          <ac:spMkLst>
            <pc:docMk/>
            <pc:sldMk cId="3438335747" sldId="275"/>
            <ac:spMk id="12" creationId="{996DDECB-66FD-2CAF-B3D3-54CB79620A96}"/>
          </ac:spMkLst>
        </pc:spChg>
        <pc:spChg chg="add mod">
          <ac:chgData name="rabab queen" userId="ba431fdeb03e4eb9" providerId="LiveId" clId="{326DA7F0-520B-4B1C-B80C-BDF160A57F2D}" dt="2026-04-27T16:59:26.840" v="883"/>
          <ac:spMkLst>
            <pc:docMk/>
            <pc:sldMk cId="3438335747" sldId="275"/>
            <ac:spMk id="14" creationId="{841CD068-F735-5325-5D5F-F09D2E8F549E}"/>
          </ac:spMkLst>
        </pc:spChg>
        <pc:graphicFrameChg chg="add mod modGraphic">
          <ac:chgData name="rabab queen" userId="ba431fdeb03e4eb9" providerId="LiveId" clId="{326DA7F0-520B-4B1C-B80C-BDF160A57F2D}" dt="2026-04-27T16:58:02.114" v="869" actId="255"/>
          <ac:graphicFrameMkLst>
            <pc:docMk/>
            <pc:sldMk cId="3438335747" sldId="275"/>
            <ac:graphicFrameMk id="8" creationId="{CF546995-6714-BB08-EDF0-D31216CFBC73}"/>
          </ac:graphicFrameMkLst>
        </pc:graphicFrameChg>
        <pc:graphicFrameChg chg="add mod modGraphic">
          <ac:chgData name="rabab queen" userId="ba431fdeb03e4eb9" providerId="LiveId" clId="{326DA7F0-520B-4B1C-B80C-BDF160A57F2D}" dt="2026-04-27T16:58:55.206" v="878" actId="2711"/>
          <ac:graphicFrameMkLst>
            <pc:docMk/>
            <pc:sldMk cId="3438335747" sldId="275"/>
            <ac:graphicFrameMk id="13" creationId="{2A512D9A-70E4-2E44-624F-B6F1303C66C8}"/>
          </ac:graphicFrameMkLst>
        </pc:graphicFrameChg>
      </pc:sldChg>
      <pc:sldChg chg="addSp delSp modSp add mod">
        <pc:chgData name="rabab queen" userId="ba431fdeb03e4eb9" providerId="LiveId" clId="{326DA7F0-520B-4B1C-B80C-BDF160A57F2D}" dt="2026-04-27T17:07:28.785" v="955" actId="1076"/>
        <pc:sldMkLst>
          <pc:docMk/>
          <pc:sldMk cId="960525989" sldId="276"/>
        </pc:sldMkLst>
        <pc:spChg chg="add del">
          <ac:chgData name="rabab queen" userId="ba431fdeb03e4eb9" providerId="LiveId" clId="{326DA7F0-520B-4B1C-B80C-BDF160A57F2D}" dt="2026-04-27T16:59:49.537" v="886" actId="478"/>
          <ac:spMkLst>
            <pc:docMk/>
            <pc:sldMk cId="960525989" sldId="276"/>
            <ac:spMk id="2" creationId="{DDFA10F5-1FFB-D031-DB28-D2E9B868AB7A}"/>
          </ac:spMkLst>
        </pc:spChg>
        <pc:spChg chg="add mod">
          <ac:chgData name="rabab queen" userId="ba431fdeb03e4eb9" providerId="LiveId" clId="{326DA7F0-520B-4B1C-B80C-BDF160A57F2D}" dt="2026-04-27T17:02:35.946" v="913" actId="207"/>
          <ac:spMkLst>
            <pc:docMk/>
            <pc:sldMk cId="960525989" sldId="276"/>
            <ac:spMk id="3" creationId="{A3A2A396-7CC4-7B5E-5597-EDC084BD9CCF}"/>
          </ac:spMkLst>
        </pc:spChg>
        <pc:spChg chg="del">
          <ac:chgData name="rabab queen" userId="ba431fdeb03e4eb9" providerId="LiveId" clId="{326DA7F0-520B-4B1C-B80C-BDF160A57F2D}" dt="2026-04-27T17:04:35.832" v="922" actId="478"/>
          <ac:spMkLst>
            <pc:docMk/>
            <pc:sldMk cId="960525989" sldId="276"/>
            <ac:spMk id="5" creationId="{44AC99AA-D8FE-FCE1-A464-93183FCA4265}"/>
          </ac:spMkLst>
        </pc:spChg>
        <pc:spChg chg="add del mod">
          <ac:chgData name="rabab queen" userId="ba431fdeb03e4eb9" providerId="LiveId" clId="{326DA7F0-520B-4B1C-B80C-BDF160A57F2D}" dt="2026-04-27T17:04:35.834" v="924"/>
          <ac:spMkLst>
            <pc:docMk/>
            <pc:sldMk cId="960525989" sldId="276"/>
            <ac:spMk id="6" creationId="{5AFA0D0F-15F2-A319-A1F1-41962CC4AA30}"/>
          </ac:spMkLst>
        </pc:spChg>
        <pc:spChg chg="del">
          <ac:chgData name="rabab queen" userId="ba431fdeb03e4eb9" providerId="LiveId" clId="{326DA7F0-520B-4B1C-B80C-BDF160A57F2D}" dt="2026-04-27T16:59:58.239" v="889" actId="478"/>
          <ac:spMkLst>
            <pc:docMk/>
            <pc:sldMk cId="960525989" sldId="276"/>
            <ac:spMk id="7" creationId="{411ED44E-69A1-53E6-CF63-B0133F68956F}"/>
          </ac:spMkLst>
        </pc:spChg>
        <pc:spChg chg="add mod">
          <ac:chgData name="rabab queen" userId="ba431fdeb03e4eb9" providerId="LiveId" clId="{326DA7F0-520B-4B1C-B80C-BDF160A57F2D}" dt="2026-04-27T17:07:28.785" v="955" actId="1076"/>
          <ac:spMkLst>
            <pc:docMk/>
            <pc:sldMk cId="960525989" sldId="276"/>
            <ac:spMk id="9" creationId="{23B98B7B-5CEC-385F-94E3-E246B7B32DD4}"/>
          </ac:spMkLst>
        </pc:spChg>
        <pc:spChg chg="del">
          <ac:chgData name="rabab queen" userId="ba431fdeb03e4eb9" providerId="LiveId" clId="{326DA7F0-520B-4B1C-B80C-BDF160A57F2D}" dt="2026-04-27T16:59:54.890" v="888" actId="478"/>
          <ac:spMkLst>
            <pc:docMk/>
            <pc:sldMk cId="960525989" sldId="276"/>
            <ac:spMk id="10" creationId="{40F7F0F1-7237-8847-025A-629C14F22C45}"/>
          </ac:spMkLst>
        </pc:spChg>
        <pc:spChg chg="del">
          <ac:chgData name="rabab queen" userId="ba431fdeb03e4eb9" providerId="LiveId" clId="{326DA7F0-520B-4B1C-B80C-BDF160A57F2D}" dt="2026-04-27T16:59:52.321" v="887" actId="478"/>
          <ac:spMkLst>
            <pc:docMk/>
            <pc:sldMk cId="960525989" sldId="276"/>
            <ac:spMk id="12" creationId="{2A067226-28F2-66D8-654C-D84F4B4BCC91}"/>
          </ac:spMkLst>
        </pc:spChg>
        <pc:graphicFrameChg chg="add mod modGraphic">
          <ac:chgData name="rabab queen" userId="ba431fdeb03e4eb9" providerId="LiveId" clId="{326DA7F0-520B-4B1C-B80C-BDF160A57F2D}" dt="2026-04-27T17:06:06.266" v="936" actId="12"/>
          <ac:graphicFrameMkLst>
            <pc:docMk/>
            <pc:sldMk cId="960525989" sldId="276"/>
            <ac:graphicFrameMk id="8" creationId="{3EC65409-022E-DEC7-1CEA-D42E849688BC}"/>
          </ac:graphicFrameMkLst>
        </pc:graphicFrameChg>
      </pc:sldChg>
      <pc:sldChg chg="addSp delSp modSp add mod">
        <pc:chgData name="rabab queen" userId="ba431fdeb03e4eb9" providerId="LiveId" clId="{326DA7F0-520B-4B1C-B80C-BDF160A57F2D}" dt="2026-04-27T17:15:54.651" v="1050" actId="20577"/>
        <pc:sldMkLst>
          <pc:docMk/>
          <pc:sldMk cId="3577589746" sldId="277"/>
        </pc:sldMkLst>
        <pc:spChg chg="mod">
          <ac:chgData name="rabab queen" userId="ba431fdeb03e4eb9" providerId="LiveId" clId="{326DA7F0-520B-4B1C-B80C-BDF160A57F2D}" dt="2026-04-27T17:08:45.784" v="966" actId="1076"/>
          <ac:spMkLst>
            <pc:docMk/>
            <pc:sldMk cId="3577589746" sldId="277"/>
            <ac:spMk id="2" creationId="{860F80FC-6E31-D9EF-FD1C-CCE7562C46E6}"/>
          </ac:spMkLst>
        </pc:spChg>
        <pc:spChg chg="add mod">
          <ac:chgData name="rabab queen" userId="ba431fdeb03e4eb9" providerId="LiveId" clId="{326DA7F0-520B-4B1C-B80C-BDF160A57F2D}" dt="2026-04-27T17:15:54.651" v="1050" actId="20577"/>
          <ac:spMkLst>
            <pc:docMk/>
            <pc:sldMk cId="3577589746" sldId="277"/>
            <ac:spMk id="3" creationId="{F6F56990-D16A-1525-F585-FA90A23E52CA}"/>
          </ac:spMkLst>
        </pc:spChg>
        <pc:spChg chg="del">
          <ac:chgData name="rabab queen" userId="ba431fdeb03e4eb9" providerId="LiveId" clId="{326DA7F0-520B-4B1C-B80C-BDF160A57F2D}" dt="2026-04-27T17:12:59.910" v="1002" actId="478"/>
          <ac:spMkLst>
            <pc:docMk/>
            <pc:sldMk cId="3577589746" sldId="277"/>
            <ac:spMk id="5" creationId="{4C8CDFC5-59D5-33BF-8A5B-B3CB14EE7344}"/>
          </ac:spMkLst>
        </pc:spChg>
        <pc:spChg chg="add mod">
          <ac:chgData name="rabab queen" userId="ba431fdeb03e4eb9" providerId="LiveId" clId="{326DA7F0-520B-4B1C-B80C-BDF160A57F2D}" dt="2026-04-27T17:09:19.603" v="973" actId="207"/>
          <ac:spMkLst>
            <pc:docMk/>
            <pc:sldMk cId="3577589746" sldId="277"/>
            <ac:spMk id="6" creationId="{EF349B89-118A-D9E7-1DD5-EFA9781C40E3}"/>
          </ac:spMkLst>
        </pc:spChg>
        <pc:spChg chg="del">
          <ac:chgData name="rabab queen" userId="ba431fdeb03e4eb9" providerId="LiveId" clId="{326DA7F0-520B-4B1C-B80C-BDF160A57F2D}" dt="2026-04-27T17:07:48.143" v="960" actId="478"/>
          <ac:spMkLst>
            <pc:docMk/>
            <pc:sldMk cId="3577589746" sldId="277"/>
            <ac:spMk id="7" creationId="{A929556D-7FAC-51FA-FB24-13FE93FBF6BD}"/>
          </ac:spMkLst>
        </pc:spChg>
        <pc:spChg chg="add del mod">
          <ac:chgData name="rabab queen" userId="ba431fdeb03e4eb9" providerId="LiveId" clId="{326DA7F0-520B-4B1C-B80C-BDF160A57F2D}" dt="2026-04-27T17:12:15.564" v="999"/>
          <ac:spMkLst>
            <pc:docMk/>
            <pc:sldMk cId="3577589746" sldId="277"/>
            <ac:spMk id="8" creationId="{7C1669FB-66A6-4DDF-31E3-894997F94D2A}"/>
          </ac:spMkLst>
        </pc:spChg>
        <pc:spChg chg="del">
          <ac:chgData name="rabab queen" userId="ba431fdeb03e4eb9" providerId="LiveId" clId="{326DA7F0-520B-4B1C-B80C-BDF160A57F2D}" dt="2026-04-27T17:07:45.132" v="959" actId="478"/>
          <ac:spMkLst>
            <pc:docMk/>
            <pc:sldMk cId="3577589746" sldId="277"/>
            <ac:spMk id="10" creationId="{B84211FE-84BD-7FFE-AEA1-0628BA51520C}"/>
          </ac:spMkLst>
        </pc:spChg>
        <pc:spChg chg="add mod">
          <ac:chgData name="rabab queen" userId="ba431fdeb03e4eb9" providerId="LiveId" clId="{326DA7F0-520B-4B1C-B80C-BDF160A57F2D}" dt="2026-04-27T17:11:53.964" v="996" actId="14100"/>
          <ac:spMkLst>
            <pc:docMk/>
            <pc:sldMk cId="3577589746" sldId="277"/>
            <ac:spMk id="11" creationId="{6D796E20-3EBD-4A7F-4A4F-C8C585EEA014}"/>
          </ac:spMkLst>
        </pc:spChg>
        <pc:spChg chg="del mod">
          <ac:chgData name="rabab queen" userId="ba431fdeb03e4eb9" providerId="LiveId" clId="{326DA7F0-520B-4B1C-B80C-BDF160A57F2D}" dt="2026-04-27T17:07:39.499" v="958" actId="478"/>
          <ac:spMkLst>
            <pc:docMk/>
            <pc:sldMk cId="3577589746" sldId="277"/>
            <ac:spMk id="12" creationId="{EC5CE385-19B7-97B3-3BC0-B9B6F489059C}"/>
          </ac:spMkLst>
        </pc:spChg>
        <pc:spChg chg="add mod">
          <ac:chgData name="rabab queen" userId="ba431fdeb03e4eb9" providerId="LiveId" clId="{326DA7F0-520B-4B1C-B80C-BDF160A57F2D}" dt="2026-04-27T17:12:53.446" v="1001" actId="1076"/>
          <ac:spMkLst>
            <pc:docMk/>
            <pc:sldMk cId="3577589746" sldId="277"/>
            <ac:spMk id="13" creationId="{12068348-5F4E-4FCA-D259-1803FB82492D}"/>
          </ac:spMkLst>
        </pc:spChg>
        <pc:graphicFrameChg chg="add mod modGraphic">
          <ac:chgData name="rabab queen" userId="ba431fdeb03e4eb9" providerId="LiveId" clId="{326DA7F0-520B-4B1C-B80C-BDF160A57F2D}" dt="2026-04-27T17:12:01.249" v="997" actId="207"/>
          <ac:graphicFrameMkLst>
            <pc:docMk/>
            <pc:sldMk cId="3577589746" sldId="277"/>
            <ac:graphicFrameMk id="9" creationId="{E6A680B2-308D-243A-B1CA-F7C54C73DF90}"/>
          </ac:graphicFrameMkLst>
        </pc:graphicFrameChg>
      </pc:sldChg>
      <pc:sldChg chg="addSp delSp modSp add mod">
        <pc:chgData name="rabab queen" userId="ba431fdeb03e4eb9" providerId="LiveId" clId="{326DA7F0-520B-4B1C-B80C-BDF160A57F2D}" dt="2026-04-27T18:07:41.230" v="1168"/>
        <pc:sldMkLst>
          <pc:docMk/>
          <pc:sldMk cId="2481298842" sldId="278"/>
        </pc:sldMkLst>
        <pc:spChg chg="mod">
          <ac:chgData name="rabab queen" userId="ba431fdeb03e4eb9" providerId="LiveId" clId="{326DA7F0-520B-4B1C-B80C-BDF160A57F2D}" dt="2026-04-27T18:06:43.185" v="1164" actId="1076"/>
          <ac:spMkLst>
            <pc:docMk/>
            <pc:sldMk cId="2481298842" sldId="278"/>
            <ac:spMk id="2" creationId="{2957777D-440B-5123-CBE7-2EACEE0908AE}"/>
          </ac:spMkLst>
        </pc:spChg>
        <pc:spChg chg="add del mod">
          <ac:chgData name="rabab queen" userId="ba431fdeb03e4eb9" providerId="LiveId" clId="{326DA7F0-520B-4B1C-B80C-BDF160A57F2D}" dt="2026-04-27T17:24:46.277" v="1132"/>
          <ac:spMkLst>
            <pc:docMk/>
            <pc:sldMk cId="2481298842" sldId="278"/>
            <ac:spMk id="3" creationId="{22322989-563D-C0F1-6896-B3A528E59F0C}"/>
          </ac:spMkLst>
        </pc:spChg>
        <pc:spChg chg="del">
          <ac:chgData name="rabab queen" userId="ba431fdeb03e4eb9" providerId="LiveId" clId="{326DA7F0-520B-4B1C-B80C-BDF160A57F2D}" dt="2026-04-27T17:25:33.268" v="1140" actId="478"/>
          <ac:spMkLst>
            <pc:docMk/>
            <pc:sldMk cId="2481298842" sldId="278"/>
            <ac:spMk id="5" creationId="{B7EFEEF2-F09F-A841-660A-823A81A32CAB}"/>
          </ac:spMkLst>
        </pc:spChg>
        <pc:spChg chg="del">
          <ac:chgData name="rabab queen" userId="ba431fdeb03e4eb9" providerId="LiveId" clId="{326DA7F0-520B-4B1C-B80C-BDF160A57F2D}" dt="2026-04-27T17:21:09.291" v="1090" actId="478"/>
          <ac:spMkLst>
            <pc:docMk/>
            <pc:sldMk cId="2481298842" sldId="278"/>
            <ac:spMk id="7" creationId="{25A13373-05DA-9CF6-ABA6-86D3208EA2AA}"/>
          </ac:spMkLst>
        </pc:spChg>
        <pc:spChg chg="add del mod">
          <ac:chgData name="rabab queen" userId="ba431fdeb03e4eb9" providerId="LiveId" clId="{326DA7F0-520B-4B1C-B80C-BDF160A57F2D}" dt="2026-04-27T17:24:46.274" v="1130" actId="478"/>
          <ac:spMkLst>
            <pc:docMk/>
            <pc:sldMk cId="2481298842" sldId="278"/>
            <ac:spMk id="9" creationId="{3319586C-0D09-8E9D-CD55-85A387CE3797}"/>
          </ac:spMkLst>
        </pc:spChg>
        <pc:spChg chg="mod">
          <ac:chgData name="rabab queen" userId="ba431fdeb03e4eb9" providerId="LiveId" clId="{326DA7F0-520B-4B1C-B80C-BDF160A57F2D}" dt="2026-04-27T18:06:21.201" v="1162" actId="1076"/>
          <ac:spMkLst>
            <pc:docMk/>
            <pc:sldMk cId="2481298842" sldId="278"/>
            <ac:spMk id="10" creationId="{DC17654A-8FD9-A389-58C0-266A6DB7BF87}"/>
          </ac:spMkLst>
        </pc:spChg>
        <pc:spChg chg="del">
          <ac:chgData name="rabab queen" userId="ba431fdeb03e4eb9" providerId="LiveId" clId="{326DA7F0-520B-4B1C-B80C-BDF160A57F2D}" dt="2026-04-27T17:21:05.786" v="1089" actId="478"/>
          <ac:spMkLst>
            <pc:docMk/>
            <pc:sldMk cId="2481298842" sldId="278"/>
            <ac:spMk id="12" creationId="{921ABBC7-68F3-02B8-E175-F906ED495478}"/>
          </ac:spMkLst>
        </pc:spChg>
        <pc:spChg chg="add mod">
          <ac:chgData name="rabab queen" userId="ba431fdeb03e4eb9" providerId="LiveId" clId="{326DA7F0-520B-4B1C-B80C-BDF160A57F2D}" dt="2026-04-27T18:07:41.230" v="1168"/>
          <ac:spMkLst>
            <pc:docMk/>
            <pc:sldMk cId="2481298842" sldId="278"/>
            <ac:spMk id="13" creationId="{6745A26D-2245-109F-ECC1-FE21D34A6272}"/>
          </ac:spMkLst>
        </pc:spChg>
        <pc:graphicFrameChg chg="add del mod modGraphic">
          <ac:chgData name="rabab queen" userId="ba431fdeb03e4eb9" providerId="LiveId" clId="{326DA7F0-520B-4B1C-B80C-BDF160A57F2D}" dt="2026-04-27T17:27:36.889" v="1153" actId="21"/>
          <ac:graphicFrameMkLst>
            <pc:docMk/>
            <pc:sldMk cId="2481298842" sldId="278"/>
            <ac:graphicFrameMk id="6" creationId="{B177316B-79D3-F7CF-5BFD-3825E02CE161}"/>
          </ac:graphicFrameMkLst>
        </pc:graphicFrameChg>
        <pc:graphicFrameChg chg="add mod modGraphic">
          <ac:chgData name="rabab queen" userId="ba431fdeb03e4eb9" providerId="LiveId" clId="{326DA7F0-520B-4B1C-B80C-BDF160A57F2D}" dt="2026-04-27T18:07:12.388" v="1166" actId="1076"/>
          <ac:graphicFrameMkLst>
            <pc:docMk/>
            <pc:sldMk cId="2481298842" sldId="278"/>
            <ac:graphicFrameMk id="8" creationId="{E7E2A3FD-C922-2728-624D-7DF7AEB1AD59}"/>
          </ac:graphicFrameMkLst>
        </pc:graphicFrameChg>
        <pc:graphicFrameChg chg="add mod modGraphic">
          <ac:chgData name="rabab queen" userId="ba431fdeb03e4eb9" providerId="LiveId" clId="{326DA7F0-520B-4B1C-B80C-BDF160A57F2D}" dt="2026-04-27T18:07:19.350" v="1167" actId="1076"/>
          <ac:graphicFrameMkLst>
            <pc:docMk/>
            <pc:sldMk cId="2481298842" sldId="278"/>
            <ac:graphicFrameMk id="11" creationId="{B177316B-79D3-F7CF-5BFD-3825E02CE161}"/>
          </ac:graphicFrameMkLst>
        </pc:graphicFrameChg>
      </pc:sldChg>
      <pc:sldChg chg="addSp delSp modSp add mod ord">
        <pc:chgData name="rabab queen" userId="ba431fdeb03e4eb9" providerId="LiveId" clId="{326DA7F0-520B-4B1C-B80C-BDF160A57F2D}" dt="2026-04-27T17:20:22.815" v="1084" actId="478"/>
        <pc:sldMkLst>
          <pc:docMk/>
          <pc:sldMk cId="2899474943" sldId="279"/>
        </pc:sldMkLst>
        <pc:spChg chg="mod">
          <ac:chgData name="rabab queen" userId="ba431fdeb03e4eb9" providerId="LiveId" clId="{326DA7F0-520B-4B1C-B80C-BDF160A57F2D}" dt="2026-04-27T17:19:23.837" v="1075" actId="1076"/>
          <ac:spMkLst>
            <pc:docMk/>
            <pc:sldMk cId="2899474943" sldId="279"/>
            <ac:spMk id="2" creationId="{8341F968-4085-DEEA-E35D-095057143951}"/>
          </ac:spMkLst>
        </pc:spChg>
        <pc:spChg chg="add mod">
          <ac:chgData name="rabab queen" userId="ba431fdeb03e4eb9" providerId="LiveId" clId="{326DA7F0-520B-4B1C-B80C-BDF160A57F2D}" dt="2026-04-27T17:17:30.462" v="1058" actId="207"/>
          <ac:spMkLst>
            <pc:docMk/>
            <pc:sldMk cId="2899474943" sldId="279"/>
            <ac:spMk id="3" creationId="{A802051D-207B-FCFF-A6C3-34BE72A7A31C}"/>
          </ac:spMkLst>
        </pc:spChg>
        <pc:spChg chg="del">
          <ac:chgData name="rabab queen" userId="ba431fdeb03e4eb9" providerId="LiveId" clId="{326DA7F0-520B-4B1C-B80C-BDF160A57F2D}" dt="2026-04-27T17:20:22.815" v="1084" actId="478"/>
          <ac:spMkLst>
            <pc:docMk/>
            <pc:sldMk cId="2899474943" sldId="279"/>
            <ac:spMk id="5" creationId="{4CC49F4B-DC16-64C0-C909-83F32FB9420E}"/>
          </ac:spMkLst>
        </pc:spChg>
        <pc:spChg chg="add del mod">
          <ac:chgData name="rabab queen" userId="ba431fdeb03e4eb9" providerId="LiveId" clId="{326DA7F0-520B-4B1C-B80C-BDF160A57F2D}" dt="2026-04-27T17:19:52.153" v="1081"/>
          <ac:spMkLst>
            <pc:docMk/>
            <pc:sldMk cId="2899474943" sldId="279"/>
            <ac:spMk id="6" creationId="{721AF683-3EF3-FC7D-AF0B-A6EB58C47C22}"/>
          </ac:spMkLst>
        </pc:spChg>
        <pc:spChg chg="del">
          <ac:chgData name="rabab queen" userId="ba431fdeb03e4eb9" providerId="LiveId" clId="{326DA7F0-520B-4B1C-B80C-BDF160A57F2D}" dt="2026-04-27T17:16:27.889" v="1052" actId="478"/>
          <ac:spMkLst>
            <pc:docMk/>
            <pc:sldMk cId="2899474943" sldId="279"/>
            <ac:spMk id="7" creationId="{4F4B7C0D-D701-C9B0-62C1-62A4005E948B}"/>
          </ac:spMkLst>
        </pc:spChg>
        <pc:spChg chg="add mod">
          <ac:chgData name="rabab queen" userId="ba431fdeb03e4eb9" providerId="LiveId" clId="{326DA7F0-520B-4B1C-B80C-BDF160A57F2D}" dt="2026-04-27T17:19:45.789" v="1079" actId="14100"/>
          <ac:spMkLst>
            <pc:docMk/>
            <pc:sldMk cId="2899474943" sldId="279"/>
            <ac:spMk id="9" creationId="{BD3AE244-8D09-A1C2-0ABE-A6DA35E4CCF8}"/>
          </ac:spMkLst>
        </pc:spChg>
        <pc:spChg chg="del">
          <ac:chgData name="rabab queen" userId="ba431fdeb03e4eb9" providerId="LiveId" clId="{326DA7F0-520B-4B1C-B80C-BDF160A57F2D}" dt="2026-04-27T17:16:36.686" v="1053" actId="478"/>
          <ac:spMkLst>
            <pc:docMk/>
            <pc:sldMk cId="2899474943" sldId="279"/>
            <ac:spMk id="10" creationId="{37046835-A8AD-E274-8BE5-8699EAABE3E7}"/>
          </ac:spMkLst>
        </pc:spChg>
        <pc:spChg chg="add mod">
          <ac:chgData name="rabab queen" userId="ba431fdeb03e4eb9" providerId="LiveId" clId="{326DA7F0-520B-4B1C-B80C-BDF160A57F2D}" dt="2026-04-27T17:20:19.112" v="1083" actId="1076"/>
          <ac:spMkLst>
            <pc:docMk/>
            <pc:sldMk cId="2899474943" sldId="279"/>
            <ac:spMk id="11" creationId="{67D2AE9D-43AB-B274-81A8-0CADDAB64C2D}"/>
          </ac:spMkLst>
        </pc:spChg>
        <pc:spChg chg="del">
          <ac:chgData name="rabab queen" userId="ba431fdeb03e4eb9" providerId="LiveId" clId="{326DA7F0-520B-4B1C-B80C-BDF160A57F2D}" dt="2026-04-27T17:16:24.584" v="1051" actId="478"/>
          <ac:spMkLst>
            <pc:docMk/>
            <pc:sldMk cId="2899474943" sldId="279"/>
            <ac:spMk id="12" creationId="{E16CEE8F-C08B-A1E6-CFD2-8CF6CF2455EA}"/>
          </ac:spMkLst>
        </pc:spChg>
        <pc:graphicFrameChg chg="add mod modGraphic">
          <ac:chgData name="rabab queen" userId="ba431fdeb03e4eb9" providerId="LiveId" clId="{326DA7F0-520B-4B1C-B80C-BDF160A57F2D}" dt="2026-04-27T17:19:40.999" v="1078" actId="207"/>
          <ac:graphicFrameMkLst>
            <pc:docMk/>
            <pc:sldMk cId="2899474943" sldId="279"/>
            <ac:graphicFrameMk id="8" creationId="{C052501F-26C2-4A6A-1ECE-400DCBE04095}"/>
          </ac:graphicFrameMkLst>
        </pc:graphicFrameChg>
      </pc:sldChg>
      <pc:sldChg chg="add del">
        <pc:chgData name="rabab queen" userId="ba431fdeb03e4eb9" providerId="LiveId" clId="{326DA7F0-520B-4B1C-B80C-BDF160A57F2D}" dt="2026-04-27T18:08:28.273" v="1169" actId="2696"/>
        <pc:sldMkLst>
          <pc:docMk/>
          <pc:sldMk cId="3435311974" sldId="280"/>
        </pc:sldMkLst>
      </pc:sldChg>
      <pc:sldChg chg="add del">
        <pc:chgData name="rabab queen" userId="ba431fdeb03e4eb9" providerId="LiveId" clId="{326DA7F0-520B-4B1C-B80C-BDF160A57F2D}" dt="2026-04-27T18:08:30.458" v="1170" actId="2696"/>
        <pc:sldMkLst>
          <pc:docMk/>
          <pc:sldMk cId="664496976" sldId="281"/>
        </pc:sldMkLst>
      </pc:sldChg>
      <pc:sldChg chg="add del">
        <pc:chgData name="rabab queen" userId="ba431fdeb03e4eb9" providerId="LiveId" clId="{326DA7F0-520B-4B1C-B80C-BDF160A57F2D}" dt="2026-04-27T18:08:33.922" v="1171" actId="2696"/>
        <pc:sldMkLst>
          <pc:docMk/>
          <pc:sldMk cId="1324438118" sldId="282"/>
        </pc:sldMkLst>
      </pc:sldChg>
      <pc:sldChg chg="add del">
        <pc:chgData name="rabab queen" userId="ba431fdeb03e4eb9" providerId="LiveId" clId="{326DA7F0-520B-4B1C-B80C-BDF160A57F2D}" dt="2026-04-27T18:08:36.708" v="1172" actId="2696"/>
        <pc:sldMkLst>
          <pc:docMk/>
          <pc:sldMk cId="1493902813" sldId="283"/>
        </pc:sldMkLst>
      </pc:sldChg>
      <pc:sldChg chg="add del">
        <pc:chgData name="rabab queen" userId="ba431fdeb03e4eb9" providerId="LiveId" clId="{326DA7F0-520B-4B1C-B80C-BDF160A57F2D}" dt="2026-04-27T18:08:40.696" v="1173" actId="2696"/>
        <pc:sldMkLst>
          <pc:docMk/>
          <pc:sldMk cId="2659020130" sldId="284"/>
        </pc:sldMkLst>
      </pc:sldChg>
      <pc:sldChg chg="add del">
        <pc:chgData name="rabab queen" userId="ba431fdeb03e4eb9" providerId="LiveId" clId="{326DA7F0-520B-4B1C-B80C-BDF160A57F2D}" dt="2026-04-27T18:08:43.919" v="1174" actId="2696"/>
        <pc:sldMkLst>
          <pc:docMk/>
          <pc:sldMk cId="4118883986" sldId="285"/>
        </pc:sldMkLst>
      </pc:sldChg>
      <pc:sldChg chg="add del">
        <pc:chgData name="rabab queen" userId="ba431fdeb03e4eb9" providerId="LiveId" clId="{326DA7F0-520B-4B1C-B80C-BDF160A57F2D}" dt="2026-04-27T18:08:46.771" v="1175" actId="2696"/>
        <pc:sldMkLst>
          <pc:docMk/>
          <pc:sldMk cId="331862480" sldId="286"/>
        </pc:sldMkLst>
      </pc:sldChg>
      <pc:sldChg chg="add del">
        <pc:chgData name="rabab queen" userId="ba431fdeb03e4eb9" providerId="LiveId" clId="{326DA7F0-520B-4B1C-B80C-BDF160A57F2D}" dt="2026-04-27T18:08:49.283" v="1176" actId="2696"/>
        <pc:sldMkLst>
          <pc:docMk/>
          <pc:sldMk cId="1761343468" sldId="287"/>
        </pc:sldMkLst>
      </pc:sldChg>
      <pc:sldChg chg="add del">
        <pc:chgData name="rabab queen" userId="ba431fdeb03e4eb9" providerId="LiveId" clId="{326DA7F0-520B-4B1C-B80C-BDF160A57F2D}" dt="2026-04-27T18:08:52.558" v="1177" actId="2696"/>
        <pc:sldMkLst>
          <pc:docMk/>
          <pc:sldMk cId="1148596612" sldId="288"/>
        </pc:sldMkLst>
      </pc:sldChg>
      <pc:sldChg chg="add del">
        <pc:chgData name="rabab queen" userId="ba431fdeb03e4eb9" providerId="LiveId" clId="{326DA7F0-520B-4B1C-B80C-BDF160A57F2D}" dt="2026-04-27T18:08:55.756" v="1178" actId="2696"/>
        <pc:sldMkLst>
          <pc:docMk/>
          <pc:sldMk cId="3874848168" sldId="289"/>
        </pc:sldMkLst>
      </pc:sldChg>
      <pc:sldChg chg="add del">
        <pc:chgData name="rabab queen" userId="ba431fdeb03e4eb9" providerId="LiveId" clId="{326DA7F0-520B-4B1C-B80C-BDF160A57F2D}" dt="2026-04-27T18:08:59.295" v="1179" actId="2696"/>
        <pc:sldMkLst>
          <pc:docMk/>
          <pc:sldMk cId="3610611104" sldId="290"/>
        </pc:sldMkLst>
      </pc:sldChg>
      <pc:sldChg chg="add del">
        <pc:chgData name="rabab queen" userId="ba431fdeb03e4eb9" providerId="LiveId" clId="{326DA7F0-520B-4B1C-B80C-BDF160A57F2D}" dt="2026-04-27T18:09:02.168" v="1180" actId="2696"/>
        <pc:sldMkLst>
          <pc:docMk/>
          <pc:sldMk cId="2867045894" sldId="291"/>
        </pc:sldMkLst>
      </pc:sldChg>
      <pc:sldChg chg="add del">
        <pc:chgData name="rabab queen" userId="ba431fdeb03e4eb9" providerId="LiveId" clId="{326DA7F0-520B-4B1C-B80C-BDF160A57F2D}" dt="2026-04-27T18:09:04.545" v="1181" actId="2696"/>
        <pc:sldMkLst>
          <pc:docMk/>
          <pc:sldMk cId="2208152292" sldId="292"/>
        </pc:sldMkLst>
      </pc:sldChg>
      <pc:sldChg chg="add del">
        <pc:chgData name="rabab queen" userId="ba431fdeb03e4eb9" providerId="LiveId" clId="{326DA7F0-520B-4B1C-B80C-BDF160A57F2D}" dt="2026-04-27T18:09:07.336" v="1182" actId="2696"/>
        <pc:sldMkLst>
          <pc:docMk/>
          <pc:sldMk cId="2415982302" sldId="293"/>
        </pc:sldMkLst>
      </pc:sldChg>
      <pc:sldChg chg="add del">
        <pc:chgData name="rabab queen" userId="ba431fdeb03e4eb9" providerId="LiveId" clId="{326DA7F0-520B-4B1C-B80C-BDF160A57F2D}" dt="2026-04-27T18:09:09.795" v="1183" actId="2696"/>
        <pc:sldMkLst>
          <pc:docMk/>
          <pc:sldMk cId="1587608759" sldId="294"/>
        </pc:sldMkLst>
      </pc:sldChg>
      <pc:sldChg chg="add del">
        <pc:chgData name="rabab queen" userId="ba431fdeb03e4eb9" providerId="LiveId" clId="{326DA7F0-520B-4B1C-B80C-BDF160A57F2D}" dt="2026-04-27T18:09:12.061" v="1184" actId="2696"/>
        <pc:sldMkLst>
          <pc:docMk/>
          <pc:sldMk cId="1571564626" sldId="295"/>
        </pc:sldMkLst>
      </pc:sldChg>
      <pc:sldChg chg="add del">
        <pc:chgData name="rabab queen" userId="ba431fdeb03e4eb9" providerId="LiveId" clId="{326DA7F0-520B-4B1C-B80C-BDF160A57F2D}" dt="2026-04-27T18:09:15.086" v="1185" actId="2696"/>
        <pc:sldMkLst>
          <pc:docMk/>
          <pc:sldMk cId="2119306001" sldId="296"/>
        </pc:sldMkLst>
      </pc:sldChg>
      <pc:sldChg chg="delSp modSp add mod ord">
        <pc:chgData name="rabab queen" userId="ba431fdeb03e4eb9" providerId="LiveId" clId="{326DA7F0-520B-4B1C-B80C-BDF160A57F2D}" dt="2026-04-27T16:42:39.604" v="699" actId="478"/>
        <pc:sldMkLst>
          <pc:docMk/>
          <pc:sldMk cId="2708734012" sldId="297"/>
        </pc:sldMkLst>
        <pc:spChg chg="mod">
          <ac:chgData name="rabab queen" userId="ba431fdeb03e4eb9" providerId="LiveId" clId="{326DA7F0-520B-4B1C-B80C-BDF160A57F2D}" dt="2026-04-27T16:41:45.607" v="698" actId="20577"/>
          <ac:spMkLst>
            <pc:docMk/>
            <pc:sldMk cId="2708734012" sldId="297"/>
            <ac:spMk id="13" creationId="{8491F7E0-FAA8-4201-8344-DBBDD55C4C1F}"/>
          </ac:spMkLst>
        </pc:spChg>
        <pc:spChg chg="del">
          <ac:chgData name="rabab queen" userId="ba431fdeb03e4eb9" providerId="LiveId" clId="{326DA7F0-520B-4B1C-B80C-BDF160A57F2D}" dt="2026-04-27T16:42:39.604" v="699" actId="478"/>
          <ac:spMkLst>
            <pc:docMk/>
            <pc:sldMk cId="2708734012" sldId="297"/>
            <ac:spMk id="14" creationId="{0B9348B1-FBB6-E6B7-F64F-928DF5561D10}"/>
          </ac:spMkLst>
        </pc:spChg>
      </pc:sldChg>
      <pc:sldChg chg="modSp add mod ord">
        <pc:chgData name="rabab queen" userId="ba431fdeb03e4eb9" providerId="LiveId" clId="{326DA7F0-520B-4B1C-B80C-BDF160A57F2D}" dt="2026-04-27T17:01:21.180" v="906" actId="20577"/>
        <pc:sldMkLst>
          <pc:docMk/>
          <pc:sldMk cId="50034018" sldId="298"/>
        </pc:sldMkLst>
        <pc:spChg chg="mod">
          <ac:chgData name="rabab queen" userId="ba431fdeb03e4eb9" providerId="LiveId" clId="{326DA7F0-520B-4B1C-B80C-BDF160A57F2D}" dt="2026-04-27T17:01:21.180" v="906" actId="20577"/>
          <ac:spMkLst>
            <pc:docMk/>
            <pc:sldMk cId="50034018" sldId="298"/>
            <ac:spMk id="13" creationId="{1DC22DC4-8040-FC2A-5938-0ADE5799AA1A}"/>
          </ac:spMkLst>
        </pc:spChg>
      </pc:sldChg>
      <pc:sldChg chg="modSp add mod ord">
        <pc:chgData name="rabab queen" userId="ba431fdeb03e4eb9" providerId="LiveId" clId="{326DA7F0-520B-4B1C-B80C-BDF160A57F2D}" dt="2026-04-27T17:14:50.115" v="1030"/>
        <pc:sldMkLst>
          <pc:docMk/>
          <pc:sldMk cId="430827132" sldId="299"/>
        </pc:sldMkLst>
        <pc:spChg chg="mod">
          <ac:chgData name="rabab queen" userId="ba431fdeb03e4eb9" providerId="LiveId" clId="{326DA7F0-520B-4B1C-B80C-BDF160A57F2D}" dt="2026-04-27T17:14:40.436" v="1028" actId="20577"/>
          <ac:spMkLst>
            <pc:docMk/>
            <pc:sldMk cId="430827132" sldId="299"/>
            <ac:spMk id="13" creationId="{097FD678-71A7-DE7B-88EE-1F7C3C1EF583}"/>
          </ac:spMkLst>
        </pc:spChg>
      </pc:sldChg>
      <pc:sldChg chg="addSp delSp modSp add mod ord">
        <pc:chgData name="rabab queen" userId="ba431fdeb03e4eb9" providerId="LiveId" clId="{326DA7F0-520B-4B1C-B80C-BDF160A57F2D}" dt="2026-04-27T18:32:38.924" v="1565" actId="1076"/>
        <pc:sldMkLst>
          <pc:docMk/>
          <pc:sldMk cId="4246985117" sldId="300"/>
        </pc:sldMkLst>
        <pc:spChg chg="mod">
          <ac:chgData name="rabab queen" userId="ba431fdeb03e4eb9" providerId="LiveId" clId="{326DA7F0-520B-4B1C-B80C-BDF160A57F2D}" dt="2026-04-27T18:31:57.399" v="1554" actId="1076"/>
          <ac:spMkLst>
            <pc:docMk/>
            <pc:sldMk cId="4246985117" sldId="300"/>
            <ac:spMk id="2" creationId="{B0031B22-E91A-B84F-F675-DC39D15474C4}"/>
          </ac:spMkLst>
        </pc:spChg>
        <pc:spChg chg="add mod">
          <ac:chgData name="rabab queen" userId="ba431fdeb03e4eb9" providerId="LiveId" clId="{326DA7F0-520B-4B1C-B80C-BDF160A57F2D}" dt="2026-04-27T18:31:54.151" v="1552" actId="207"/>
          <ac:spMkLst>
            <pc:docMk/>
            <pc:sldMk cId="4246985117" sldId="300"/>
            <ac:spMk id="3" creationId="{9E8F86F1-0C43-AB96-8E3E-9F5FEBC2D667}"/>
          </ac:spMkLst>
        </pc:spChg>
        <pc:spChg chg="mod">
          <ac:chgData name="rabab queen" userId="ba431fdeb03e4eb9" providerId="LiveId" clId="{326DA7F0-520B-4B1C-B80C-BDF160A57F2D}" dt="2026-04-27T18:32:38.924" v="1565" actId="1076"/>
          <ac:spMkLst>
            <pc:docMk/>
            <pc:sldMk cId="4246985117" sldId="300"/>
            <ac:spMk id="5" creationId="{A1EEDA38-53B7-06DB-B56B-97CF13EFF569}"/>
          </ac:spMkLst>
        </pc:spChg>
        <pc:spChg chg="add mod">
          <ac:chgData name="rabab queen" userId="ba431fdeb03e4eb9" providerId="LiveId" clId="{326DA7F0-520B-4B1C-B80C-BDF160A57F2D}" dt="2026-04-27T18:32:28.326" v="1564" actId="20577"/>
          <ac:spMkLst>
            <pc:docMk/>
            <pc:sldMk cId="4246985117" sldId="300"/>
            <ac:spMk id="6" creationId="{C8BA1835-7881-F396-FC32-09488BFA50BE}"/>
          </ac:spMkLst>
        </pc:spChg>
        <pc:spChg chg="del">
          <ac:chgData name="rabab queen" userId="ba431fdeb03e4eb9" providerId="LiveId" clId="{326DA7F0-520B-4B1C-B80C-BDF160A57F2D}" dt="2026-04-27T18:30:09.243" v="1532" actId="478"/>
          <ac:spMkLst>
            <pc:docMk/>
            <pc:sldMk cId="4246985117" sldId="300"/>
            <ac:spMk id="7" creationId="{2B24419D-6BD0-D4CD-BAA9-CF94758A8A80}"/>
          </ac:spMkLst>
        </pc:spChg>
        <pc:spChg chg="del">
          <ac:chgData name="rabab queen" userId="ba431fdeb03e4eb9" providerId="LiveId" clId="{326DA7F0-520B-4B1C-B80C-BDF160A57F2D}" dt="2026-04-27T18:30:06.009" v="1531" actId="478"/>
          <ac:spMkLst>
            <pc:docMk/>
            <pc:sldMk cId="4246985117" sldId="300"/>
            <ac:spMk id="12" creationId="{CE18BF9E-F081-3EA3-E6E0-9D0F5AD51B0D}"/>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عنصر نائب للرأس 1"/>
          <p:cNvSpPr>
            <a:spLocks noGrp="1"/>
          </p:cNvSpPr>
          <p:nvPr>
            <p:ph type="hdr" sz="quarter"/>
          </p:nvPr>
        </p:nvSpPr>
        <p:spPr>
          <a:xfrm>
            <a:off x="3886200" y="0"/>
            <a:ext cx="2971800" cy="458788"/>
          </a:xfrm>
          <a:prstGeom prst="rect">
            <a:avLst/>
          </a:prstGeom>
        </p:spPr>
        <p:txBody>
          <a:bodyPr vert="horz" lIns="91440" tIns="45720" rIns="91440" bIns="45720" rtlCol="1"/>
          <a:lstStyle>
            <a:lvl1pPr algn="r">
              <a:defRPr sz="1200"/>
            </a:lvl1pPr>
          </a:lstStyle>
          <a:p>
            <a:endParaRPr lang="ar-SA"/>
          </a:p>
        </p:txBody>
      </p:sp>
      <p:sp>
        <p:nvSpPr>
          <p:cNvPr id="3" name="عنصر نائب للتاريخ 2"/>
          <p:cNvSpPr>
            <a:spLocks noGrp="1"/>
          </p:cNvSpPr>
          <p:nvPr>
            <p:ph type="dt" idx="1"/>
          </p:nvPr>
        </p:nvSpPr>
        <p:spPr>
          <a:xfrm>
            <a:off x="1588" y="0"/>
            <a:ext cx="2971800" cy="458788"/>
          </a:xfrm>
          <a:prstGeom prst="rect">
            <a:avLst/>
          </a:prstGeom>
        </p:spPr>
        <p:txBody>
          <a:bodyPr vert="horz" lIns="91440" tIns="45720" rIns="91440" bIns="45720" rtlCol="1"/>
          <a:lstStyle>
            <a:lvl1pPr algn="l">
              <a:defRPr sz="1200"/>
            </a:lvl1pPr>
          </a:lstStyle>
          <a:p>
            <a:fld id="{A930C034-146E-461E-956F-2E50FD98FABD}" type="datetimeFigureOut">
              <a:rPr lang="ar-SA" smtClean="0"/>
              <a:t>19/03/48</a:t>
            </a:fld>
            <a:endParaRPr lang="ar-SA"/>
          </a:p>
        </p:txBody>
      </p:sp>
      <p:sp>
        <p:nvSpPr>
          <p:cNvPr id="4" name="عنصر نائب لصورة الشريحة 3"/>
          <p:cNvSpPr>
            <a:spLocks noGrp="1" noRot="1" noChangeAspect="1"/>
          </p:cNvSpPr>
          <p:nvPr>
            <p:ph type="sldImg" idx="2"/>
          </p:nvPr>
        </p:nvSpPr>
        <p:spPr>
          <a:xfrm>
            <a:off x="2338388" y="1143000"/>
            <a:ext cx="2181225" cy="3086100"/>
          </a:xfrm>
          <a:prstGeom prst="rect">
            <a:avLst/>
          </a:prstGeom>
          <a:noFill/>
          <a:ln w="12700">
            <a:solidFill>
              <a:prstClr val="black"/>
            </a:solidFill>
          </a:ln>
        </p:spPr>
        <p:txBody>
          <a:bodyPr vert="horz" lIns="91440" tIns="45720" rIns="91440" bIns="45720" rtlCol="1" anchor="ctr"/>
          <a:lstStyle/>
          <a:p>
            <a:endParaRPr lang="ar-SA"/>
          </a:p>
        </p:txBody>
      </p:sp>
      <p:sp>
        <p:nvSpPr>
          <p:cNvPr id="5" name="عنصر نائب للملاحظات 4"/>
          <p:cNvSpPr>
            <a:spLocks noGrp="1"/>
          </p:cNvSpPr>
          <p:nvPr>
            <p:ph type="body" sz="quarter" idx="3"/>
          </p:nvPr>
        </p:nvSpPr>
        <p:spPr>
          <a:xfrm>
            <a:off x="685800" y="4400550"/>
            <a:ext cx="5486400" cy="3600450"/>
          </a:xfrm>
          <a:prstGeom prst="rect">
            <a:avLst/>
          </a:prstGeom>
        </p:spPr>
        <p:txBody>
          <a:bodyPr vert="horz" lIns="91440" tIns="45720" rIns="91440" bIns="45720" rtlCol="1"/>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p>
        </p:txBody>
      </p:sp>
      <p:sp>
        <p:nvSpPr>
          <p:cNvPr id="6" name="عنصر نائب للتذييل 5"/>
          <p:cNvSpPr>
            <a:spLocks noGrp="1"/>
          </p:cNvSpPr>
          <p:nvPr>
            <p:ph type="ftr" sz="quarter" idx="4"/>
          </p:nvPr>
        </p:nvSpPr>
        <p:spPr>
          <a:xfrm>
            <a:off x="3886200" y="8685213"/>
            <a:ext cx="2971800" cy="458787"/>
          </a:xfrm>
          <a:prstGeom prst="rect">
            <a:avLst/>
          </a:prstGeom>
        </p:spPr>
        <p:txBody>
          <a:bodyPr vert="horz" lIns="91440" tIns="45720" rIns="91440" bIns="45720" rtlCol="1" anchor="b"/>
          <a:lstStyle>
            <a:lvl1pPr algn="r">
              <a:defRPr sz="1200"/>
            </a:lvl1pPr>
          </a:lstStyle>
          <a:p>
            <a:endParaRPr lang="ar-SA"/>
          </a:p>
        </p:txBody>
      </p:sp>
      <p:sp>
        <p:nvSpPr>
          <p:cNvPr id="7" name="عنصر نائب لرقم الشريحة 6"/>
          <p:cNvSpPr>
            <a:spLocks noGrp="1"/>
          </p:cNvSpPr>
          <p:nvPr>
            <p:ph type="sldNum" sz="quarter" idx="5"/>
          </p:nvPr>
        </p:nvSpPr>
        <p:spPr>
          <a:xfrm>
            <a:off x="1588" y="8685213"/>
            <a:ext cx="2971800" cy="458787"/>
          </a:xfrm>
          <a:prstGeom prst="rect">
            <a:avLst/>
          </a:prstGeom>
        </p:spPr>
        <p:txBody>
          <a:bodyPr vert="horz" lIns="91440" tIns="45720" rIns="91440" bIns="45720" rtlCol="1" anchor="b"/>
          <a:lstStyle>
            <a:lvl1pPr algn="l">
              <a:defRPr sz="1200"/>
            </a:lvl1pPr>
          </a:lstStyle>
          <a:p>
            <a:fld id="{AD3EF3EB-7012-46C6-8B02-73ADAF52F9EA}" type="slidenum">
              <a:rPr lang="ar-SA" smtClean="0"/>
              <a:t>‹#›</a:t>
            </a:fld>
            <a:endParaRPr lang="ar-SA"/>
          </a:p>
        </p:txBody>
      </p:sp>
    </p:spTree>
    <p:extLst>
      <p:ext uri="{BB962C8B-B14F-4D97-AF65-F5344CB8AC3E}">
        <p14:creationId xmlns:p14="http://schemas.microsoft.com/office/powerpoint/2010/main" val="2331685991"/>
      </p:ext>
    </p:extLst>
  </p:cSld>
  <p:clrMap bg1="lt1" tx1="dk1" bg2="lt2" tx2="dk2" accent1="accent1" accent2="accent2" accent3="accent3" accent4="accent4" accent5="accent5" accent6="accent6" hlink="hlink" folHlink="folHlink"/>
  <p:notesStyle>
    <a:lvl1pPr marL="0" algn="r" defTabSz="914400" rtl="1" eaLnBrk="1" latinLnBrk="0" hangingPunct="1">
      <a:defRPr sz="1200" kern="1200">
        <a:solidFill>
          <a:schemeClr val="tx1"/>
        </a:solidFill>
        <a:latin typeface="+mn-lt"/>
        <a:ea typeface="+mn-ea"/>
        <a:cs typeface="+mn-cs"/>
      </a:defRPr>
    </a:lvl1pPr>
    <a:lvl2pPr marL="457200" algn="r" defTabSz="914400" rtl="1" eaLnBrk="1" latinLnBrk="0" hangingPunct="1">
      <a:defRPr sz="1200" kern="1200">
        <a:solidFill>
          <a:schemeClr val="tx1"/>
        </a:solidFill>
        <a:latin typeface="+mn-lt"/>
        <a:ea typeface="+mn-ea"/>
        <a:cs typeface="+mn-cs"/>
      </a:defRPr>
    </a:lvl2pPr>
    <a:lvl3pPr marL="914400" algn="r" defTabSz="914400" rtl="1" eaLnBrk="1" latinLnBrk="0" hangingPunct="1">
      <a:defRPr sz="1200" kern="1200">
        <a:solidFill>
          <a:schemeClr val="tx1"/>
        </a:solidFill>
        <a:latin typeface="+mn-lt"/>
        <a:ea typeface="+mn-ea"/>
        <a:cs typeface="+mn-cs"/>
      </a:defRPr>
    </a:lvl3pPr>
    <a:lvl4pPr marL="1371600" algn="r" defTabSz="914400" rtl="1" eaLnBrk="1" latinLnBrk="0" hangingPunct="1">
      <a:defRPr sz="1200" kern="1200">
        <a:solidFill>
          <a:schemeClr val="tx1"/>
        </a:solidFill>
        <a:latin typeface="+mn-lt"/>
        <a:ea typeface="+mn-ea"/>
        <a:cs typeface="+mn-cs"/>
      </a:defRPr>
    </a:lvl4pPr>
    <a:lvl5pPr marL="1828800" algn="r" defTabSz="914400" rtl="1" eaLnBrk="1" latinLnBrk="0" hangingPunct="1">
      <a:defRPr sz="1200" kern="1200">
        <a:solidFill>
          <a:schemeClr val="tx1"/>
        </a:solidFill>
        <a:latin typeface="+mn-lt"/>
        <a:ea typeface="+mn-ea"/>
        <a:cs typeface="+mn-cs"/>
      </a:defRPr>
    </a:lvl5pPr>
    <a:lvl6pPr marL="2286000" algn="r" defTabSz="914400" rtl="1" eaLnBrk="1" latinLnBrk="0" hangingPunct="1">
      <a:defRPr sz="1200" kern="1200">
        <a:solidFill>
          <a:schemeClr val="tx1"/>
        </a:solidFill>
        <a:latin typeface="+mn-lt"/>
        <a:ea typeface="+mn-ea"/>
        <a:cs typeface="+mn-cs"/>
      </a:defRPr>
    </a:lvl6pPr>
    <a:lvl7pPr marL="2743200" algn="r" defTabSz="914400" rtl="1" eaLnBrk="1" latinLnBrk="0" hangingPunct="1">
      <a:defRPr sz="1200" kern="1200">
        <a:solidFill>
          <a:schemeClr val="tx1"/>
        </a:solidFill>
        <a:latin typeface="+mn-lt"/>
        <a:ea typeface="+mn-ea"/>
        <a:cs typeface="+mn-cs"/>
      </a:defRPr>
    </a:lvl7pPr>
    <a:lvl8pPr marL="3200400" algn="r" defTabSz="914400" rtl="1" eaLnBrk="1" latinLnBrk="0" hangingPunct="1">
      <a:defRPr sz="1200" kern="1200">
        <a:solidFill>
          <a:schemeClr val="tx1"/>
        </a:solidFill>
        <a:latin typeface="+mn-lt"/>
        <a:ea typeface="+mn-ea"/>
        <a:cs typeface="+mn-cs"/>
      </a:defRPr>
    </a:lvl8pPr>
    <a:lvl9pPr marL="3657600" algn="r" defTabSz="914400" rtl="1"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صر نائب لصورة الشريحة 1"/>
          <p:cNvSpPr>
            <a:spLocks noGrp="1" noRot="1" noChangeAspect="1"/>
          </p:cNvSpPr>
          <p:nvPr>
            <p:ph type="sldImg"/>
          </p:nvPr>
        </p:nvSpPr>
        <p:spPr/>
      </p:sp>
      <p:sp>
        <p:nvSpPr>
          <p:cNvPr id="3" name="عنصر نائب للملاحظات 2"/>
          <p:cNvSpPr>
            <a:spLocks noGrp="1"/>
          </p:cNvSpPr>
          <p:nvPr>
            <p:ph type="body" idx="1"/>
          </p:nvPr>
        </p:nvSpPr>
        <p:spPr/>
        <p:txBody>
          <a:bodyPr/>
          <a:lstStyle/>
          <a:p>
            <a:endParaRPr lang="ar-SA" dirty="0"/>
          </a:p>
        </p:txBody>
      </p:sp>
      <p:sp>
        <p:nvSpPr>
          <p:cNvPr id="4" name="عنصر نائب لرقم الشريحة 3"/>
          <p:cNvSpPr>
            <a:spLocks noGrp="1"/>
          </p:cNvSpPr>
          <p:nvPr>
            <p:ph type="sldNum" sz="quarter" idx="5"/>
          </p:nvPr>
        </p:nvSpPr>
        <p:spPr/>
        <p:txBody>
          <a:bodyPr/>
          <a:lstStyle/>
          <a:p>
            <a:fld id="{AD3EF3EB-7012-46C6-8B02-73ADAF52F9EA}" type="slidenum">
              <a:rPr lang="ar-SA" smtClean="0"/>
              <a:t>4</a:t>
            </a:fld>
            <a:endParaRPr lang="ar-SA"/>
          </a:p>
        </p:txBody>
      </p:sp>
    </p:spTree>
    <p:extLst>
      <p:ext uri="{BB962C8B-B14F-4D97-AF65-F5344CB8AC3E}">
        <p14:creationId xmlns:p14="http://schemas.microsoft.com/office/powerpoint/2010/main" val="276319669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8DDB86-CC33-B1B9-2FDD-77A35348A888}"/>
            </a:ext>
          </a:extLst>
        </p:cNvPr>
        <p:cNvGrpSpPr/>
        <p:nvPr/>
      </p:nvGrpSpPr>
      <p:grpSpPr>
        <a:xfrm>
          <a:off x="0" y="0"/>
          <a:ext cx="0" cy="0"/>
          <a:chOff x="0" y="0"/>
          <a:chExt cx="0" cy="0"/>
        </a:xfrm>
      </p:grpSpPr>
      <p:sp>
        <p:nvSpPr>
          <p:cNvPr id="2" name="عنصر نائب لصورة الشريحة 1">
            <a:extLst>
              <a:ext uri="{FF2B5EF4-FFF2-40B4-BE49-F238E27FC236}">
                <a16:creationId xmlns:a16="http://schemas.microsoft.com/office/drawing/2014/main" id="{067EAD31-6936-31B8-94AE-D0F07CCD4936}"/>
              </a:ext>
            </a:extLst>
          </p:cNvPr>
          <p:cNvSpPr>
            <a:spLocks noGrp="1" noRot="1" noChangeAspect="1"/>
          </p:cNvSpPr>
          <p:nvPr>
            <p:ph type="sldImg"/>
          </p:nvPr>
        </p:nvSpPr>
        <p:spPr/>
      </p:sp>
      <p:sp>
        <p:nvSpPr>
          <p:cNvPr id="3" name="عنصر نائب للملاحظات 2">
            <a:extLst>
              <a:ext uri="{FF2B5EF4-FFF2-40B4-BE49-F238E27FC236}">
                <a16:creationId xmlns:a16="http://schemas.microsoft.com/office/drawing/2014/main" id="{1CB6C47F-1888-6276-7B0A-E07E028A6A2D}"/>
              </a:ext>
            </a:extLst>
          </p:cNvPr>
          <p:cNvSpPr>
            <a:spLocks noGrp="1"/>
          </p:cNvSpPr>
          <p:nvPr>
            <p:ph type="body" idx="1"/>
          </p:nvPr>
        </p:nvSpPr>
        <p:spPr/>
        <p:txBody>
          <a:bodyPr/>
          <a:lstStyle/>
          <a:p>
            <a:endParaRPr lang="ar-SA" dirty="0"/>
          </a:p>
        </p:txBody>
      </p:sp>
      <p:sp>
        <p:nvSpPr>
          <p:cNvPr id="4" name="عنصر نائب لرقم الشريحة 3">
            <a:extLst>
              <a:ext uri="{FF2B5EF4-FFF2-40B4-BE49-F238E27FC236}">
                <a16:creationId xmlns:a16="http://schemas.microsoft.com/office/drawing/2014/main" id="{CF5389E9-E6A1-D98D-B7A1-8C5B8E5AD42E}"/>
              </a:ext>
            </a:extLst>
          </p:cNvPr>
          <p:cNvSpPr>
            <a:spLocks noGrp="1"/>
          </p:cNvSpPr>
          <p:nvPr>
            <p:ph type="sldNum" sz="quarter" idx="5"/>
          </p:nvPr>
        </p:nvSpPr>
        <p:spPr/>
        <p:txBody>
          <a:bodyPr/>
          <a:lstStyle/>
          <a:p>
            <a:fld id="{AD3EF3EB-7012-46C6-8B02-73ADAF52F9EA}" type="slidenum">
              <a:rPr lang="ar-SA" smtClean="0"/>
              <a:t>5</a:t>
            </a:fld>
            <a:endParaRPr lang="ar-SA"/>
          </a:p>
        </p:txBody>
      </p:sp>
    </p:spTree>
    <p:extLst>
      <p:ext uri="{BB962C8B-B14F-4D97-AF65-F5344CB8AC3E}">
        <p14:creationId xmlns:p14="http://schemas.microsoft.com/office/powerpoint/2010/main" val="197366625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65C258-C8D6-2623-6660-E271B8C70D1D}"/>
            </a:ext>
          </a:extLst>
        </p:cNvPr>
        <p:cNvGrpSpPr/>
        <p:nvPr/>
      </p:nvGrpSpPr>
      <p:grpSpPr>
        <a:xfrm>
          <a:off x="0" y="0"/>
          <a:ext cx="0" cy="0"/>
          <a:chOff x="0" y="0"/>
          <a:chExt cx="0" cy="0"/>
        </a:xfrm>
      </p:grpSpPr>
      <p:sp>
        <p:nvSpPr>
          <p:cNvPr id="2" name="عنصر نائب لصورة الشريحة 1">
            <a:extLst>
              <a:ext uri="{FF2B5EF4-FFF2-40B4-BE49-F238E27FC236}">
                <a16:creationId xmlns:a16="http://schemas.microsoft.com/office/drawing/2014/main" id="{2318EDB6-03D5-885A-D81D-E832CA0AAADB}"/>
              </a:ext>
            </a:extLst>
          </p:cNvPr>
          <p:cNvSpPr>
            <a:spLocks noGrp="1" noRot="1" noChangeAspect="1"/>
          </p:cNvSpPr>
          <p:nvPr>
            <p:ph type="sldImg"/>
          </p:nvPr>
        </p:nvSpPr>
        <p:spPr/>
      </p:sp>
      <p:sp>
        <p:nvSpPr>
          <p:cNvPr id="3" name="عنصر نائب للملاحظات 2">
            <a:extLst>
              <a:ext uri="{FF2B5EF4-FFF2-40B4-BE49-F238E27FC236}">
                <a16:creationId xmlns:a16="http://schemas.microsoft.com/office/drawing/2014/main" id="{7D5A4CAA-394D-63F7-8F10-CED05FFE0675}"/>
              </a:ext>
            </a:extLst>
          </p:cNvPr>
          <p:cNvSpPr>
            <a:spLocks noGrp="1"/>
          </p:cNvSpPr>
          <p:nvPr>
            <p:ph type="body" idx="1"/>
          </p:nvPr>
        </p:nvSpPr>
        <p:spPr/>
        <p:txBody>
          <a:bodyPr/>
          <a:lstStyle/>
          <a:p>
            <a:endParaRPr lang="ar-SA" dirty="0"/>
          </a:p>
        </p:txBody>
      </p:sp>
      <p:sp>
        <p:nvSpPr>
          <p:cNvPr id="4" name="عنصر نائب لرقم الشريحة 3">
            <a:extLst>
              <a:ext uri="{FF2B5EF4-FFF2-40B4-BE49-F238E27FC236}">
                <a16:creationId xmlns:a16="http://schemas.microsoft.com/office/drawing/2014/main" id="{3F879717-B0DC-75B4-DFDF-CD49361CA365}"/>
              </a:ext>
            </a:extLst>
          </p:cNvPr>
          <p:cNvSpPr>
            <a:spLocks noGrp="1"/>
          </p:cNvSpPr>
          <p:nvPr>
            <p:ph type="sldNum" sz="quarter" idx="5"/>
          </p:nvPr>
        </p:nvSpPr>
        <p:spPr/>
        <p:txBody>
          <a:bodyPr/>
          <a:lstStyle/>
          <a:p>
            <a:fld id="{AD3EF3EB-7012-46C6-8B02-73ADAF52F9EA}" type="slidenum">
              <a:rPr lang="ar-SA" smtClean="0"/>
              <a:t>6</a:t>
            </a:fld>
            <a:endParaRPr lang="ar-SA"/>
          </a:p>
        </p:txBody>
      </p:sp>
    </p:spTree>
    <p:extLst>
      <p:ext uri="{BB962C8B-B14F-4D97-AF65-F5344CB8AC3E}">
        <p14:creationId xmlns:p14="http://schemas.microsoft.com/office/powerpoint/2010/main" val="388232349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26726A-7211-A9AD-118C-DDE795A3803B}"/>
            </a:ext>
          </a:extLst>
        </p:cNvPr>
        <p:cNvGrpSpPr/>
        <p:nvPr/>
      </p:nvGrpSpPr>
      <p:grpSpPr>
        <a:xfrm>
          <a:off x="0" y="0"/>
          <a:ext cx="0" cy="0"/>
          <a:chOff x="0" y="0"/>
          <a:chExt cx="0" cy="0"/>
        </a:xfrm>
      </p:grpSpPr>
      <p:sp>
        <p:nvSpPr>
          <p:cNvPr id="2" name="عنصر نائب لصورة الشريحة 1">
            <a:extLst>
              <a:ext uri="{FF2B5EF4-FFF2-40B4-BE49-F238E27FC236}">
                <a16:creationId xmlns:a16="http://schemas.microsoft.com/office/drawing/2014/main" id="{8EBC1638-1F41-CA18-0909-A3859FBDCE4D}"/>
              </a:ext>
            </a:extLst>
          </p:cNvPr>
          <p:cNvSpPr>
            <a:spLocks noGrp="1" noRot="1" noChangeAspect="1"/>
          </p:cNvSpPr>
          <p:nvPr>
            <p:ph type="sldImg"/>
          </p:nvPr>
        </p:nvSpPr>
        <p:spPr/>
      </p:sp>
      <p:sp>
        <p:nvSpPr>
          <p:cNvPr id="3" name="عنصر نائب للملاحظات 2">
            <a:extLst>
              <a:ext uri="{FF2B5EF4-FFF2-40B4-BE49-F238E27FC236}">
                <a16:creationId xmlns:a16="http://schemas.microsoft.com/office/drawing/2014/main" id="{06740009-3455-D3EB-DC80-97D7893E233F}"/>
              </a:ext>
            </a:extLst>
          </p:cNvPr>
          <p:cNvSpPr>
            <a:spLocks noGrp="1"/>
          </p:cNvSpPr>
          <p:nvPr>
            <p:ph type="body" idx="1"/>
          </p:nvPr>
        </p:nvSpPr>
        <p:spPr/>
        <p:txBody>
          <a:bodyPr/>
          <a:lstStyle/>
          <a:p>
            <a:endParaRPr lang="ar-SA" dirty="0"/>
          </a:p>
        </p:txBody>
      </p:sp>
      <p:sp>
        <p:nvSpPr>
          <p:cNvPr id="4" name="عنصر نائب لرقم الشريحة 3">
            <a:extLst>
              <a:ext uri="{FF2B5EF4-FFF2-40B4-BE49-F238E27FC236}">
                <a16:creationId xmlns:a16="http://schemas.microsoft.com/office/drawing/2014/main" id="{6167FF51-2267-7D20-E602-68C1334A415B}"/>
              </a:ext>
            </a:extLst>
          </p:cNvPr>
          <p:cNvSpPr>
            <a:spLocks noGrp="1"/>
          </p:cNvSpPr>
          <p:nvPr>
            <p:ph type="sldNum" sz="quarter" idx="5"/>
          </p:nvPr>
        </p:nvSpPr>
        <p:spPr/>
        <p:txBody>
          <a:bodyPr/>
          <a:lstStyle/>
          <a:p>
            <a:fld id="{AD3EF3EB-7012-46C6-8B02-73ADAF52F9EA}" type="slidenum">
              <a:rPr lang="ar-SA" smtClean="0"/>
              <a:t>7</a:t>
            </a:fld>
            <a:endParaRPr lang="ar-SA"/>
          </a:p>
        </p:txBody>
      </p:sp>
    </p:spTree>
    <p:extLst>
      <p:ext uri="{BB962C8B-B14F-4D97-AF65-F5344CB8AC3E}">
        <p14:creationId xmlns:p14="http://schemas.microsoft.com/office/powerpoint/2010/main" val="128731660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A5BCEF-27DE-CE7E-788F-C142E7DE5A9F}"/>
            </a:ext>
          </a:extLst>
        </p:cNvPr>
        <p:cNvGrpSpPr/>
        <p:nvPr/>
      </p:nvGrpSpPr>
      <p:grpSpPr>
        <a:xfrm>
          <a:off x="0" y="0"/>
          <a:ext cx="0" cy="0"/>
          <a:chOff x="0" y="0"/>
          <a:chExt cx="0" cy="0"/>
        </a:xfrm>
      </p:grpSpPr>
      <p:sp>
        <p:nvSpPr>
          <p:cNvPr id="2" name="عنصر نائب لصورة الشريحة 1">
            <a:extLst>
              <a:ext uri="{FF2B5EF4-FFF2-40B4-BE49-F238E27FC236}">
                <a16:creationId xmlns:a16="http://schemas.microsoft.com/office/drawing/2014/main" id="{14AC3DB8-FCAA-80C3-B7E9-AED3F9BB1042}"/>
              </a:ext>
            </a:extLst>
          </p:cNvPr>
          <p:cNvSpPr>
            <a:spLocks noGrp="1" noRot="1" noChangeAspect="1"/>
          </p:cNvSpPr>
          <p:nvPr>
            <p:ph type="sldImg"/>
          </p:nvPr>
        </p:nvSpPr>
        <p:spPr/>
      </p:sp>
      <p:sp>
        <p:nvSpPr>
          <p:cNvPr id="3" name="عنصر نائب للملاحظات 2">
            <a:extLst>
              <a:ext uri="{FF2B5EF4-FFF2-40B4-BE49-F238E27FC236}">
                <a16:creationId xmlns:a16="http://schemas.microsoft.com/office/drawing/2014/main" id="{E3F08B82-6C11-0092-B71E-A1575D8CB1FF}"/>
              </a:ext>
            </a:extLst>
          </p:cNvPr>
          <p:cNvSpPr>
            <a:spLocks noGrp="1"/>
          </p:cNvSpPr>
          <p:nvPr>
            <p:ph type="body" idx="1"/>
          </p:nvPr>
        </p:nvSpPr>
        <p:spPr/>
        <p:txBody>
          <a:bodyPr/>
          <a:lstStyle/>
          <a:p>
            <a:endParaRPr lang="ar-SA" dirty="0"/>
          </a:p>
        </p:txBody>
      </p:sp>
      <p:sp>
        <p:nvSpPr>
          <p:cNvPr id="4" name="عنصر نائب لرقم الشريحة 3">
            <a:extLst>
              <a:ext uri="{FF2B5EF4-FFF2-40B4-BE49-F238E27FC236}">
                <a16:creationId xmlns:a16="http://schemas.microsoft.com/office/drawing/2014/main" id="{07A3F740-611D-14A8-4FE3-ED659A5181F8}"/>
              </a:ext>
            </a:extLst>
          </p:cNvPr>
          <p:cNvSpPr>
            <a:spLocks noGrp="1"/>
          </p:cNvSpPr>
          <p:nvPr>
            <p:ph type="sldNum" sz="quarter" idx="5"/>
          </p:nvPr>
        </p:nvSpPr>
        <p:spPr/>
        <p:txBody>
          <a:bodyPr/>
          <a:lstStyle/>
          <a:p>
            <a:fld id="{AD3EF3EB-7012-46C6-8B02-73ADAF52F9EA}" type="slidenum">
              <a:rPr lang="ar-SA" smtClean="0"/>
              <a:t>8</a:t>
            </a:fld>
            <a:endParaRPr lang="ar-SA"/>
          </a:p>
        </p:txBody>
      </p:sp>
    </p:spTree>
    <p:extLst>
      <p:ext uri="{BB962C8B-B14F-4D97-AF65-F5344CB8AC3E}">
        <p14:creationId xmlns:p14="http://schemas.microsoft.com/office/powerpoint/2010/main" val="238374725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E1DB59-6AE9-0664-142B-98E3D69D4400}"/>
            </a:ext>
          </a:extLst>
        </p:cNvPr>
        <p:cNvGrpSpPr/>
        <p:nvPr/>
      </p:nvGrpSpPr>
      <p:grpSpPr>
        <a:xfrm>
          <a:off x="0" y="0"/>
          <a:ext cx="0" cy="0"/>
          <a:chOff x="0" y="0"/>
          <a:chExt cx="0" cy="0"/>
        </a:xfrm>
      </p:grpSpPr>
      <p:sp>
        <p:nvSpPr>
          <p:cNvPr id="2" name="عنصر نائب لصورة الشريحة 1">
            <a:extLst>
              <a:ext uri="{FF2B5EF4-FFF2-40B4-BE49-F238E27FC236}">
                <a16:creationId xmlns:a16="http://schemas.microsoft.com/office/drawing/2014/main" id="{A4B9B9E6-76BB-DE60-C32C-4C17D1121FD9}"/>
              </a:ext>
            </a:extLst>
          </p:cNvPr>
          <p:cNvSpPr>
            <a:spLocks noGrp="1" noRot="1" noChangeAspect="1"/>
          </p:cNvSpPr>
          <p:nvPr>
            <p:ph type="sldImg"/>
          </p:nvPr>
        </p:nvSpPr>
        <p:spPr/>
      </p:sp>
      <p:sp>
        <p:nvSpPr>
          <p:cNvPr id="3" name="عنصر نائب للملاحظات 2">
            <a:extLst>
              <a:ext uri="{FF2B5EF4-FFF2-40B4-BE49-F238E27FC236}">
                <a16:creationId xmlns:a16="http://schemas.microsoft.com/office/drawing/2014/main" id="{D3DFB3E7-3F8F-DDB4-DD15-0E697D2D80C8}"/>
              </a:ext>
            </a:extLst>
          </p:cNvPr>
          <p:cNvSpPr>
            <a:spLocks noGrp="1"/>
          </p:cNvSpPr>
          <p:nvPr>
            <p:ph type="body" idx="1"/>
          </p:nvPr>
        </p:nvSpPr>
        <p:spPr/>
        <p:txBody>
          <a:bodyPr/>
          <a:lstStyle/>
          <a:p>
            <a:endParaRPr lang="ar-SA" dirty="0"/>
          </a:p>
        </p:txBody>
      </p:sp>
      <p:sp>
        <p:nvSpPr>
          <p:cNvPr id="4" name="عنصر نائب لرقم الشريحة 3">
            <a:extLst>
              <a:ext uri="{FF2B5EF4-FFF2-40B4-BE49-F238E27FC236}">
                <a16:creationId xmlns:a16="http://schemas.microsoft.com/office/drawing/2014/main" id="{3F949859-A414-74D6-E19B-FDAB4CF32FD9}"/>
              </a:ext>
            </a:extLst>
          </p:cNvPr>
          <p:cNvSpPr>
            <a:spLocks noGrp="1"/>
          </p:cNvSpPr>
          <p:nvPr>
            <p:ph type="sldNum" sz="quarter" idx="5"/>
          </p:nvPr>
        </p:nvSpPr>
        <p:spPr/>
        <p:txBody>
          <a:bodyPr/>
          <a:lstStyle/>
          <a:p>
            <a:fld id="{AD3EF3EB-7012-46C6-8B02-73ADAF52F9EA}" type="slidenum">
              <a:rPr lang="ar-SA" smtClean="0"/>
              <a:t>10</a:t>
            </a:fld>
            <a:endParaRPr lang="ar-SA"/>
          </a:p>
        </p:txBody>
      </p:sp>
    </p:spTree>
    <p:extLst>
      <p:ext uri="{BB962C8B-B14F-4D97-AF65-F5344CB8AC3E}">
        <p14:creationId xmlns:p14="http://schemas.microsoft.com/office/powerpoint/2010/main" val="379952029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AA44CA-5203-30D0-BB32-2EEA7399C422}"/>
            </a:ext>
          </a:extLst>
        </p:cNvPr>
        <p:cNvGrpSpPr/>
        <p:nvPr/>
      </p:nvGrpSpPr>
      <p:grpSpPr>
        <a:xfrm>
          <a:off x="0" y="0"/>
          <a:ext cx="0" cy="0"/>
          <a:chOff x="0" y="0"/>
          <a:chExt cx="0" cy="0"/>
        </a:xfrm>
      </p:grpSpPr>
      <p:sp>
        <p:nvSpPr>
          <p:cNvPr id="2" name="عنصر نائب لصورة الشريحة 1">
            <a:extLst>
              <a:ext uri="{FF2B5EF4-FFF2-40B4-BE49-F238E27FC236}">
                <a16:creationId xmlns:a16="http://schemas.microsoft.com/office/drawing/2014/main" id="{F028CD25-BFEA-74BB-D7D6-D8AA34F08E38}"/>
              </a:ext>
            </a:extLst>
          </p:cNvPr>
          <p:cNvSpPr>
            <a:spLocks noGrp="1" noRot="1" noChangeAspect="1"/>
          </p:cNvSpPr>
          <p:nvPr>
            <p:ph type="sldImg"/>
          </p:nvPr>
        </p:nvSpPr>
        <p:spPr/>
      </p:sp>
      <p:sp>
        <p:nvSpPr>
          <p:cNvPr id="3" name="عنصر نائب للملاحظات 2">
            <a:extLst>
              <a:ext uri="{FF2B5EF4-FFF2-40B4-BE49-F238E27FC236}">
                <a16:creationId xmlns:a16="http://schemas.microsoft.com/office/drawing/2014/main" id="{61836485-10AC-DECD-7287-29D086233DA1}"/>
              </a:ext>
            </a:extLst>
          </p:cNvPr>
          <p:cNvSpPr>
            <a:spLocks noGrp="1"/>
          </p:cNvSpPr>
          <p:nvPr>
            <p:ph type="body" idx="1"/>
          </p:nvPr>
        </p:nvSpPr>
        <p:spPr/>
        <p:txBody>
          <a:bodyPr/>
          <a:lstStyle/>
          <a:p>
            <a:endParaRPr lang="ar-SA" dirty="0"/>
          </a:p>
        </p:txBody>
      </p:sp>
      <p:sp>
        <p:nvSpPr>
          <p:cNvPr id="4" name="عنصر نائب لرقم الشريحة 3">
            <a:extLst>
              <a:ext uri="{FF2B5EF4-FFF2-40B4-BE49-F238E27FC236}">
                <a16:creationId xmlns:a16="http://schemas.microsoft.com/office/drawing/2014/main" id="{0BF99D6A-4A9D-8C06-66A9-1228E48AFF42}"/>
              </a:ext>
            </a:extLst>
          </p:cNvPr>
          <p:cNvSpPr>
            <a:spLocks noGrp="1"/>
          </p:cNvSpPr>
          <p:nvPr>
            <p:ph type="sldNum" sz="quarter" idx="5"/>
          </p:nvPr>
        </p:nvSpPr>
        <p:spPr/>
        <p:txBody>
          <a:bodyPr/>
          <a:lstStyle/>
          <a:p>
            <a:fld id="{AD3EF3EB-7012-46C6-8B02-73ADAF52F9EA}" type="slidenum">
              <a:rPr lang="ar-SA" smtClean="0"/>
              <a:t>11</a:t>
            </a:fld>
            <a:endParaRPr lang="ar-SA"/>
          </a:p>
        </p:txBody>
      </p:sp>
    </p:spTree>
    <p:extLst>
      <p:ext uri="{BB962C8B-B14F-4D97-AF65-F5344CB8AC3E}">
        <p14:creationId xmlns:p14="http://schemas.microsoft.com/office/powerpoint/2010/main" val="281646975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C0A64E-B49F-F664-F2B2-F57E2901C45F}"/>
            </a:ext>
          </a:extLst>
        </p:cNvPr>
        <p:cNvGrpSpPr/>
        <p:nvPr/>
      </p:nvGrpSpPr>
      <p:grpSpPr>
        <a:xfrm>
          <a:off x="0" y="0"/>
          <a:ext cx="0" cy="0"/>
          <a:chOff x="0" y="0"/>
          <a:chExt cx="0" cy="0"/>
        </a:xfrm>
      </p:grpSpPr>
      <p:sp>
        <p:nvSpPr>
          <p:cNvPr id="2" name="عنصر نائب لصورة الشريحة 1">
            <a:extLst>
              <a:ext uri="{FF2B5EF4-FFF2-40B4-BE49-F238E27FC236}">
                <a16:creationId xmlns:a16="http://schemas.microsoft.com/office/drawing/2014/main" id="{374F5694-3F69-8CBA-3BE2-60C83DB4033C}"/>
              </a:ext>
            </a:extLst>
          </p:cNvPr>
          <p:cNvSpPr>
            <a:spLocks noGrp="1" noRot="1" noChangeAspect="1"/>
          </p:cNvSpPr>
          <p:nvPr>
            <p:ph type="sldImg"/>
          </p:nvPr>
        </p:nvSpPr>
        <p:spPr/>
      </p:sp>
      <p:sp>
        <p:nvSpPr>
          <p:cNvPr id="3" name="عنصر نائب للملاحظات 2">
            <a:extLst>
              <a:ext uri="{FF2B5EF4-FFF2-40B4-BE49-F238E27FC236}">
                <a16:creationId xmlns:a16="http://schemas.microsoft.com/office/drawing/2014/main" id="{6F45AA17-1601-3CCA-332C-8B8D03081EC2}"/>
              </a:ext>
            </a:extLst>
          </p:cNvPr>
          <p:cNvSpPr>
            <a:spLocks noGrp="1"/>
          </p:cNvSpPr>
          <p:nvPr>
            <p:ph type="body" idx="1"/>
          </p:nvPr>
        </p:nvSpPr>
        <p:spPr/>
        <p:txBody>
          <a:bodyPr/>
          <a:lstStyle/>
          <a:p>
            <a:endParaRPr lang="ar-SA" dirty="0"/>
          </a:p>
        </p:txBody>
      </p:sp>
      <p:sp>
        <p:nvSpPr>
          <p:cNvPr id="4" name="عنصر نائب لرقم الشريحة 3">
            <a:extLst>
              <a:ext uri="{FF2B5EF4-FFF2-40B4-BE49-F238E27FC236}">
                <a16:creationId xmlns:a16="http://schemas.microsoft.com/office/drawing/2014/main" id="{B046555E-1D52-AF49-E7B5-6122385E1E3B}"/>
              </a:ext>
            </a:extLst>
          </p:cNvPr>
          <p:cNvSpPr>
            <a:spLocks noGrp="1"/>
          </p:cNvSpPr>
          <p:nvPr>
            <p:ph type="sldNum" sz="quarter" idx="5"/>
          </p:nvPr>
        </p:nvSpPr>
        <p:spPr/>
        <p:txBody>
          <a:bodyPr/>
          <a:lstStyle/>
          <a:p>
            <a:fld id="{AD3EF3EB-7012-46C6-8B02-73ADAF52F9EA}" type="slidenum">
              <a:rPr lang="ar-SA" smtClean="0"/>
              <a:t>12</a:t>
            </a:fld>
            <a:endParaRPr lang="ar-SA"/>
          </a:p>
        </p:txBody>
      </p:sp>
    </p:spTree>
    <p:extLst>
      <p:ext uri="{BB962C8B-B14F-4D97-AF65-F5344CB8AC3E}">
        <p14:creationId xmlns:p14="http://schemas.microsoft.com/office/powerpoint/2010/main" val="67306042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AC456B-C2C5-D5B6-EA32-AEA2117AD198}"/>
            </a:ext>
          </a:extLst>
        </p:cNvPr>
        <p:cNvGrpSpPr/>
        <p:nvPr/>
      </p:nvGrpSpPr>
      <p:grpSpPr>
        <a:xfrm>
          <a:off x="0" y="0"/>
          <a:ext cx="0" cy="0"/>
          <a:chOff x="0" y="0"/>
          <a:chExt cx="0" cy="0"/>
        </a:xfrm>
      </p:grpSpPr>
      <p:sp>
        <p:nvSpPr>
          <p:cNvPr id="2" name="عنصر نائب لصورة الشريحة 1">
            <a:extLst>
              <a:ext uri="{FF2B5EF4-FFF2-40B4-BE49-F238E27FC236}">
                <a16:creationId xmlns:a16="http://schemas.microsoft.com/office/drawing/2014/main" id="{15AC2CCB-3C6D-50DC-7E4C-E452A758733F}"/>
              </a:ext>
            </a:extLst>
          </p:cNvPr>
          <p:cNvSpPr>
            <a:spLocks noGrp="1" noRot="1" noChangeAspect="1"/>
          </p:cNvSpPr>
          <p:nvPr>
            <p:ph type="sldImg"/>
          </p:nvPr>
        </p:nvSpPr>
        <p:spPr/>
      </p:sp>
      <p:sp>
        <p:nvSpPr>
          <p:cNvPr id="3" name="عنصر نائب للملاحظات 2">
            <a:extLst>
              <a:ext uri="{FF2B5EF4-FFF2-40B4-BE49-F238E27FC236}">
                <a16:creationId xmlns:a16="http://schemas.microsoft.com/office/drawing/2014/main" id="{F4C91CA1-6D79-EFF3-F1B3-5D07FCE8837E}"/>
              </a:ext>
            </a:extLst>
          </p:cNvPr>
          <p:cNvSpPr>
            <a:spLocks noGrp="1"/>
          </p:cNvSpPr>
          <p:nvPr>
            <p:ph type="body" idx="1"/>
          </p:nvPr>
        </p:nvSpPr>
        <p:spPr/>
        <p:txBody>
          <a:bodyPr/>
          <a:lstStyle/>
          <a:p>
            <a:endParaRPr lang="ar-SA" dirty="0"/>
          </a:p>
        </p:txBody>
      </p:sp>
      <p:sp>
        <p:nvSpPr>
          <p:cNvPr id="4" name="عنصر نائب لرقم الشريحة 3">
            <a:extLst>
              <a:ext uri="{FF2B5EF4-FFF2-40B4-BE49-F238E27FC236}">
                <a16:creationId xmlns:a16="http://schemas.microsoft.com/office/drawing/2014/main" id="{3B47EA25-7772-9B1A-9838-D060AF96D081}"/>
              </a:ext>
            </a:extLst>
          </p:cNvPr>
          <p:cNvSpPr>
            <a:spLocks noGrp="1"/>
          </p:cNvSpPr>
          <p:nvPr>
            <p:ph type="sldNum" sz="quarter" idx="5"/>
          </p:nvPr>
        </p:nvSpPr>
        <p:spPr/>
        <p:txBody>
          <a:bodyPr/>
          <a:lstStyle/>
          <a:p>
            <a:fld id="{AD3EF3EB-7012-46C6-8B02-73ADAF52F9EA}" type="slidenum">
              <a:rPr lang="ar-SA" smtClean="0"/>
              <a:t>13</a:t>
            </a:fld>
            <a:endParaRPr lang="ar-SA"/>
          </a:p>
        </p:txBody>
      </p:sp>
    </p:spTree>
    <p:extLst>
      <p:ext uri="{BB962C8B-B14F-4D97-AF65-F5344CB8AC3E}">
        <p14:creationId xmlns:p14="http://schemas.microsoft.com/office/powerpoint/2010/main" val="99259558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B6CB32-5EFF-57E5-31B0-EB6BD0FA4839}"/>
            </a:ext>
          </a:extLst>
        </p:cNvPr>
        <p:cNvGrpSpPr/>
        <p:nvPr/>
      </p:nvGrpSpPr>
      <p:grpSpPr>
        <a:xfrm>
          <a:off x="0" y="0"/>
          <a:ext cx="0" cy="0"/>
          <a:chOff x="0" y="0"/>
          <a:chExt cx="0" cy="0"/>
        </a:xfrm>
      </p:grpSpPr>
      <p:sp>
        <p:nvSpPr>
          <p:cNvPr id="2" name="عنصر نائب لصورة الشريحة 1">
            <a:extLst>
              <a:ext uri="{FF2B5EF4-FFF2-40B4-BE49-F238E27FC236}">
                <a16:creationId xmlns:a16="http://schemas.microsoft.com/office/drawing/2014/main" id="{82C3D346-09A4-F904-85BD-C1FB0AB1A7FF}"/>
              </a:ext>
            </a:extLst>
          </p:cNvPr>
          <p:cNvSpPr>
            <a:spLocks noGrp="1" noRot="1" noChangeAspect="1"/>
          </p:cNvSpPr>
          <p:nvPr>
            <p:ph type="sldImg"/>
          </p:nvPr>
        </p:nvSpPr>
        <p:spPr/>
      </p:sp>
      <p:sp>
        <p:nvSpPr>
          <p:cNvPr id="3" name="عنصر نائب للملاحظات 2">
            <a:extLst>
              <a:ext uri="{FF2B5EF4-FFF2-40B4-BE49-F238E27FC236}">
                <a16:creationId xmlns:a16="http://schemas.microsoft.com/office/drawing/2014/main" id="{A41FC532-FF76-B8BE-BD82-ADC2AAE4993D}"/>
              </a:ext>
            </a:extLst>
          </p:cNvPr>
          <p:cNvSpPr>
            <a:spLocks noGrp="1"/>
          </p:cNvSpPr>
          <p:nvPr>
            <p:ph type="body" idx="1"/>
          </p:nvPr>
        </p:nvSpPr>
        <p:spPr/>
        <p:txBody>
          <a:bodyPr/>
          <a:lstStyle/>
          <a:p>
            <a:endParaRPr lang="ar-SA" dirty="0"/>
          </a:p>
        </p:txBody>
      </p:sp>
      <p:sp>
        <p:nvSpPr>
          <p:cNvPr id="4" name="عنصر نائب لرقم الشريحة 3">
            <a:extLst>
              <a:ext uri="{FF2B5EF4-FFF2-40B4-BE49-F238E27FC236}">
                <a16:creationId xmlns:a16="http://schemas.microsoft.com/office/drawing/2014/main" id="{8EEFC33E-C87F-4C5E-F705-823BBE66F866}"/>
              </a:ext>
            </a:extLst>
          </p:cNvPr>
          <p:cNvSpPr>
            <a:spLocks noGrp="1"/>
          </p:cNvSpPr>
          <p:nvPr>
            <p:ph type="sldNum" sz="quarter" idx="5"/>
          </p:nvPr>
        </p:nvSpPr>
        <p:spPr/>
        <p:txBody>
          <a:bodyPr/>
          <a:lstStyle/>
          <a:p>
            <a:fld id="{AD3EF3EB-7012-46C6-8B02-73ADAF52F9EA}" type="slidenum">
              <a:rPr lang="ar-SA" smtClean="0"/>
              <a:t>14</a:t>
            </a:fld>
            <a:endParaRPr lang="ar-SA"/>
          </a:p>
        </p:txBody>
      </p:sp>
    </p:spTree>
    <p:extLst>
      <p:ext uri="{BB962C8B-B14F-4D97-AF65-F5344CB8AC3E}">
        <p14:creationId xmlns:p14="http://schemas.microsoft.com/office/powerpoint/2010/main" val="272640155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97FF3B-9538-147A-1AEA-E02B7E15F4AA}"/>
            </a:ext>
          </a:extLst>
        </p:cNvPr>
        <p:cNvGrpSpPr/>
        <p:nvPr/>
      </p:nvGrpSpPr>
      <p:grpSpPr>
        <a:xfrm>
          <a:off x="0" y="0"/>
          <a:ext cx="0" cy="0"/>
          <a:chOff x="0" y="0"/>
          <a:chExt cx="0" cy="0"/>
        </a:xfrm>
      </p:grpSpPr>
      <p:sp>
        <p:nvSpPr>
          <p:cNvPr id="2" name="عنصر نائب لصورة الشريحة 1">
            <a:extLst>
              <a:ext uri="{FF2B5EF4-FFF2-40B4-BE49-F238E27FC236}">
                <a16:creationId xmlns:a16="http://schemas.microsoft.com/office/drawing/2014/main" id="{D38F5215-E540-8652-919A-DEB883A2959A}"/>
              </a:ext>
            </a:extLst>
          </p:cNvPr>
          <p:cNvSpPr>
            <a:spLocks noGrp="1" noRot="1" noChangeAspect="1"/>
          </p:cNvSpPr>
          <p:nvPr>
            <p:ph type="sldImg"/>
          </p:nvPr>
        </p:nvSpPr>
        <p:spPr/>
      </p:sp>
      <p:sp>
        <p:nvSpPr>
          <p:cNvPr id="3" name="عنصر نائب للملاحظات 2">
            <a:extLst>
              <a:ext uri="{FF2B5EF4-FFF2-40B4-BE49-F238E27FC236}">
                <a16:creationId xmlns:a16="http://schemas.microsoft.com/office/drawing/2014/main" id="{F8DC898D-EB15-0BF1-1ACD-FA0E2352BDF0}"/>
              </a:ext>
            </a:extLst>
          </p:cNvPr>
          <p:cNvSpPr>
            <a:spLocks noGrp="1"/>
          </p:cNvSpPr>
          <p:nvPr>
            <p:ph type="body" idx="1"/>
          </p:nvPr>
        </p:nvSpPr>
        <p:spPr/>
        <p:txBody>
          <a:bodyPr/>
          <a:lstStyle/>
          <a:p>
            <a:endParaRPr lang="ar-SA" dirty="0"/>
          </a:p>
        </p:txBody>
      </p:sp>
      <p:sp>
        <p:nvSpPr>
          <p:cNvPr id="4" name="عنصر نائب لرقم الشريحة 3">
            <a:extLst>
              <a:ext uri="{FF2B5EF4-FFF2-40B4-BE49-F238E27FC236}">
                <a16:creationId xmlns:a16="http://schemas.microsoft.com/office/drawing/2014/main" id="{A1C5E994-8B15-F73B-D266-B5140D9415C7}"/>
              </a:ext>
            </a:extLst>
          </p:cNvPr>
          <p:cNvSpPr>
            <a:spLocks noGrp="1"/>
          </p:cNvSpPr>
          <p:nvPr>
            <p:ph type="sldNum" sz="quarter" idx="5"/>
          </p:nvPr>
        </p:nvSpPr>
        <p:spPr/>
        <p:txBody>
          <a:bodyPr/>
          <a:lstStyle/>
          <a:p>
            <a:fld id="{AD3EF3EB-7012-46C6-8B02-73ADAF52F9EA}" type="slidenum">
              <a:rPr lang="ar-SA" smtClean="0"/>
              <a:t>15</a:t>
            </a:fld>
            <a:endParaRPr lang="ar-SA"/>
          </a:p>
        </p:txBody>
      </p:sp>
    </p:spTree>
    <p:extLst>
      <p:ext uri="{BB962C8B-B14F-4D97-AF65-F5344CB8AC3E}">
        <p14:creationId xmlns:p14="http://schemas.microsoft.com/office/powerpoint/2010/main" val="329292533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A2D7CB-D88A-DCED-5E8A-EEED9FE9D68E}"/>
            </a:ext>
          </a:extLst>
        </p:cNvPr>
        <p:cNvGrpSpPr/>
        <p:nvPr/>
      </p:nvGrpSpPr>
      <p:grpSpPr>
        <a:xfrm>
          <a:off x="0" y="0"/>
          <a:ext cx="0" cy="0"/>
          <a:chOff x="0" y="0"/>
          <a:chExt cx="0" cy="0"/>
        </a:xfrm>
      </p:grpSpPr>
      <p:sp>
        <p:nvSpPr>
          <p:cNvPr id="2" name="عنصر نائب لصورة الشريحة 1">
            <a:extLst>
              <a:ext uri="{FF2B5EF4-FFF2-40B4-BE49-F238E27FC236}">
                <a16:creationId xmlns:a16="http://schemas.microsoft.com/office/drawing/2014/main" id="{B0BC1370-8091-C2C2-33F9-9FC944D4E0F9}"/>
              </a:ext>
            </a:extLst>
          </p:cNvPr>
          <p:cNvSpPr>
            <a:spLocks noGrp="1" noRot="1" noChangeAspect="1"/>
          </p:cNvSpPr>
          <p:nvPr>
            <p:ph type="sldImg"/>
          </p:nvPr>
        </p:nvSpPr>
        <p:spPr/>
      </p:sp>
      <p:sp>
        <p:nvSpPr>
          <p:cNvPr id="3" name="عنصر نائب للملاحظات 2">
            <a:extLst>
              <a:ext uri="{FF2B5EF4-FFF2-40B4-BE49-F238E27FC236}">
                <a16:creationId xmlns:a16="http://schemas.microsoft.com/office/drawing/2014/main" id="{CD909201-83DD-6226-7FDC-50B10B776FB6}"/>
              </a:ext>
            </a:extLst>
          </p:cNvPr>
          <p:cNvSpPr>
            <a:spLocks noGrp="1"/>
          </p:cNvSpPr>
          <p:nvPr>
            <p:ph type="body" idx="1"/>
          </p:nvPr>
        </p:nvSpPr>
        <p:spPr/>
        <p:txBody>
          <a:bodyPr/>
          <a:lstStyle/>
          <a:p>
            <a:endParaRPr lang="ar-SA" dirty="0"/>
          </a:p>
        </p:txBody>
      </p:sp>
      <p:sp>
        <p:nvSpPr>
          <p:cNvPr id="4" name="عنصر نائب لرقم الشريحة 3">
            <a:extLst>
              <a:ext uri="{FF2B5EF4-FFF2-40B4-BE49-F238E27FC236}">
                <a16:creationId xmlns:a16="http://schemas.microsoft.com/office/drawing/2014/main" id="{9686498B-886B-39B3-7CF7-43D65E3D0B90}"/>
              </a:ext>
            </a:extLst>
          </p:cNvPr>
          <p:cNvSpPr>
            <a:spLocks noGrp="1"/>
          </p:cNvSpPr>
          <p:nvPr>
            <p:ph type="sldNum" sz="quarter" idx="5"/>
          </p:nvPr>
        </p:nvSpPr>
        <p:spPr/>
        <p:txBody>
          <a:bodyPr/>
          <a:lstStyle/>
          <a:p>
            <a:fld id="{AD3EF3EB-7012-46C6-8B02-73ADAF52F9EA}" type="slidenum">
              <a:rPr lang="ar-SA" smtClean="0"/>
              <a:t>17</a:t>
            </a:fld>
            <a:endParaRPr lang="ar-SA"/>
          </a:p>
        </p:txBody>
      </p:sp>
    </p:spTree>
    <p:extLst>
      <p:ext uri="{BB962C8B-B14F-4D97-AF65-F5344CB8AC3E}">
        <p14:creationId xmlns:p14="http://schemas.microsoft.com/office/powerpoint/2010/main" val="54062221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7A64AF-6F77-787B-3064-CE3C7D2B004B}"/>
            </a:ext>
          </a:extLst>
        </p:cNvPr>
        <p:cNvGrpSpPr/>
        <p:nvPr/>
      </p:nvGrpSpPr>
      <p:grpSpPr>
        <a:xfrm>
          <a:off x="0" y="0"/>
          <a:ext cx="0" cy="0"/>
          <a:chOff x="0" y="0"/>
          <a:chExt cx="0" cy="0"/>
        </a:xfrm>
      </p:grpSpPr>
      <p:sp>
        <p:nvSpPr>
          <p:cNvPr id="2" name="عنصر نائب لصورة الشريحة 1">
            <a:extLst>
              <a:ext uri="{FF2B5EF4-FFF2-40B4-BE49-F238E27FC236}">
                <a16:creationId xmlns:a16="http://schemas.microsoft.com/office/drawing/2014/main" id="{CA955D20-C5F9-218A-FE4D-A6C5CD49C338}"/>
              </a:ext>
            </a:extLst>
          </p:cNvPr>
          <p:cNvSpPr>
            <a:spLocks noGrp="1" noRot="1" noChangeAspect="1"/>
          </p:cNvSpPr>
          <p:nvPr>
            <p:ph type="sldImg"/>
          </p:nvPr>
        </p:nvSpPr>
        <p:spPr/>
      </p:sp>
      <p:sp>
        <p:nvSpPr>
          <p:cNvPr id="3" name="عنصر نائب للملاحظات 2">
            <a:extLst>
              <a:ext uri="{FF2B5EF4-FFF2-40B4-BE49-F238E27FC236}">
                <a16:creationId xmlns:a16="http://schemas.microsoft.com/office/drawing/2014/main" id="{63FD6D4D-93C4-628F-7604-31F3B87C3156}"/>
              </a:ext>
            </a:extLst>
          </p:cNvPr>
          <p:cNvSpPr>
            <a:spLocks noGrp="1"/>
          </p:cNvSpPr>
          <p:nvPr>
            <p:ph type="body" idx="1"/>
          </p:nvPr>
        </p:nvSpPr>
        <p:spPr/>
        <p:txBody>
          <a:bodyPr/>
          <a:lstStyle/>
          <a:p>
            <a:endParaRPr lang="ar-SA" dirty="0"/>
          </a:p>
        </p:txBody>
      </p:sp>
      <p:sp>
        <p:nvSpPr>
          <p:cNvPr id="4" name="عنصر نائب لرقم الشريحة 3">
            <a:extLst>
              <a:ext uri="{FF2B5EF4-FFF2-40B4-BE49-F238E27FC236}">
                <a16:creationId xmlns:a16="http://schemas.microsoft.com/office/drawing/2014/main" id="{75D8AA9F-5ECA-7C30-D0EB-DA0D558C9C5A}"/>
              </a:ext>
            </a:extLst>
          </p:cNvPr>
          <p:cNvSpPr>
            <a:spLocks noGrp="1"/>
          </p:cNvSpPr>
          <p:nvPr>
            <p:ph type="sldNum" sz="quarter" idx="5"/>
          </p:nvPr>
        </p:nvSpPr>
        <p:spPr/>
        <p:txBody>
          <a:bodyPr/>
          <a:lstStyle/>
          <a:p>
            <a:fld id="{AD3EF3EB-7012-46C6-8B02-73ADAF52F9EA}" type="slidenum">
              <a:rPr lang="ar-SA" smtClean="0"/>
              <a:t>18</a:t>
            </a:fld>
            <a:endParaRPr lang="ar-SA"/>
          </a:p>
        </p:txBody>
      </p:sp>
    </p:spTree>
    <p:extLst>
      <p:ext uri="{BB962C8B-B14F-4D97-AF65-F5344CB8AC3E}">
        <p14:creationId xmlns:p14="http://schemas.microsoft.com/office/powerpoint/2010/main" val="23096009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3F8C77-AE2D-17F2-2134-C8F85681979A}"/>
            </a:ext>
          </a:extLst>
        </p:cNvPr>
        <p:cNvGrpSpPr/>
        <p:nvPr/>
      </p:nvGrpSpPr>
      <p:grpSpPr>
        <a:xfrm>
          <a:off x="0" y="0"/>
          <a:ext cx="0" cy="0"/>
          <a:chOff x="0" y="0"/>
          <a:chExt cx="0" cy="0"/>
        </a:xfrm>
      </p:grpSpPr>
      <p:sp>
        <p:nvSpPr>
          <p:cNvPr id="2" name="عنصر نائب لصورة الشريحة 1">
            <a:extLst>
              <a:ext uri="{FF2B5EF4-FFF2-40B4-BE49-F238E27FC236}">
                <a16:creationId xmlns:a16="http://schemas.microsoft.com/office/drawing/2014/main" id="{A5E2727F-5EA6-253D-06D9-6A5AE5346F88}"/>
              </a:ext>
            </a:extLst>
          </p:cNvPr>
          <p:cNvSpPr>
            <a:spLocks noGrp="1" noRot="1" noChangeAspect="1"/>
          </p:cNvSpPr>
          <p:nvPr>
            <p:ph type="sldImg"/>
          </p:nvPr>
        </p:nvSpPr>
        <p:spPr/>
      </p:sp>
      <p:sp>
        <p:nvSpPr>
          <p:cNvPr id="3" name="عنصر نائب للملاحظات 2">
            <a:extLst>
              <a:ext uri="{FF2B5EF4-FFF2-40B4-BE49-F238E27FC236}">
                <a16:creationId xmlns:a16="http://schemas.microsoft.com/office/drawing/2014/main" id="{F4D6A7F9-B278-06A8-88E0-70FDB107EEAC}"/>
              </a:ext>
            </a:extLst>
          </p:cNvPr>
          <p:cNvSpPr>
            <a:spLocks noGrp="1"/>
          </p:cNvSpPr>
          <p:nvPr>
            <p:ph type="body" idx="1"/>
          </p:nvPr>
        </p:nvSpPr>
        <p:spPr/>
        <p:txBody>
          <a:bodyPr/>
          <a:lstStyle/>
          <a:p>
            <a:endParaRPr lang="ar-SA" dirty="0"/>
          </a:p>
        </p:txBody>
      </p:sp>
      <p:sp>
        <p:nvSpPr>
          <p:cNvPr id="4" name="عنصر نائب لرقم الشريحة 3">
            <a:extLst>
              <a:ext uri="{FF2B5EF4-FFF2-40B4-BE49-F238E27FC236}">
                <a16:creationId xmlns:a16="http://schemas.microsoft.com/office/drawing/2014/main" id="{3D12B801-1F48-1A4F-5F2F-A64A3826A108}"/>
              </a:ext>
            </a:extLst>
          </p:cNvPr>
          <p:cNvSpPr>
            <a:spLocks noGrp="1"/>
          </p:cNvSpPr>
          <p:nvPr>
            <p:ph type="sldNum" sz="quarter" idx="5"/>
          </p:nvPr>
        </p:nvSpPr>
        <p:spPr/>
        <p:txBody>
          <a:bodyPr/>
          <a:lstStyle/>
          <a:p>
            <a:fld id="{AD3EF3EB-7012-46C6-8B02-73ADAF52F9EA}" type="slidenum">
              <a:rPr lang="ar-SA" smtClean="0"/>
              <a:t>19</a:t>
            </a:fld>
            <a:endParaRPr lang="ar-SA"/>
          </a:p>
        </p:txBody>
      </p:sp>
    </p:spTree>
    <p:extLst>
      <p:ext uri="{BB962C8B-B14F-4D97-AF65-F5344CB8AC3E}">
        <p14:creationId xmlns:p14="http://schemas.microsoft.com/office/powerpoint/2010/main" val="84681241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3829BF-DFC1-5260-3D82-5CCF469858A5}"/>
            </a:ext>
          </a:extLst>
        </p:cNvPr>
        <p:cNvGrpSpPr/>
        <p:nvPr/>
      </p:nvGrpSpPr>
      <p:grpSpPr>
        <a:xfrm>
          <a:off x="0" y="0"/>
          <a:ext cx="0" cy="0"/>
          <a:chOff x="0" y="0"/>
          <a:chExt cx="0" cy="0"/>
        </a:xfrm>
      </p:grpSpPr>
      <p:sp>
        <p:nvSpPr>
          <p:cNvPr id="2" name="عنصر نائب لصورة الشريحة 1">
            <a:extLst>
              <a:ext uri="{FF2B5EF4-FFF2-40B4-BE49-F238E27FC236}">
                <a16:creationId xmlns:a16="http://schemas.microsoft.com/office/drawing/2014/main" id="{1AD0CE90-3A52-3B95-EDC4-5960FF1E3AF6}"/>
              </a:ext>
            </a:extLst>
          </p:cNvPr>
          <p:cNvSpPr>
            <a:spLocks noGrp="1" noRot="1" noChangeAspect="1"/>
          </p:cNvSpPr>
          <p:nvPr>
            <p:ph type="sldImg"/>
          </p:nvPr>
        </p:nvSpPr>
        <p:spPr/>
      </p:sp>
      <p:sp>
        <p:nvSpPr>
          <p:cNvPr id="3" name="عنصر نائب للملاحظات 2">
            <a:extLst>
              <a:ext uri="{FF2B5EF4-FFF2-40B4-BE49-F238E27FC236}">
                <a16:creationId xmlns:a16="http://schemas.microsoft.com/office/drawing/2014/main" id="{80E4E2F5-709D-9E7C-363F-1C6E378A1956}"/>
              </a:ext>
            </a:extLst>
          </p:cNvPr>
          <p:cNvSpPr>
            <a:spLocks noGrp="1"/>
          </p:cNvSpPr>
          <p:nvPr>
            <p:ph type="body" idx="1"/>
          </p:nvPr>
        </p:nvSpPr>
        <p:spPr/>
        <p:txBody>
          <a:bodyPr/>
          <a:lstStyle/>
          <a:p>
            <a:endParaRPr lang="ar-SA" dirty="0"/>
          </a:p>
        </p:txBody>
      </p:sp>
      <p:sp>
        <p:nvSpPr>
          <p:cNvPr id="4" name="عنصر نائب لرقم الشريحة 3">
            <a:extLst>
              <a:ext uri="{FF2B5EF4-FFF2-40B4-BE49-F238E27FC236}">
                <a16:creationId xmlns:a16="http://schemas.microsoft.com/office/drawing/2014/main" id="{F33DC11A-5B27-3293-19FB-7F33169A9186}"/>
              </a:ext>
            </a:extLst>
          </p:cNvPr>
          <p:cNvSpPr>
            <a:spLocks noGrp="1"/>
          </p:cNvSpPr>
          <p:nvPr>
            <p:ph type="sldNum" sz="quarter" idx="5"/>
          </p:nvPr>
        </p:nvSpPr>
        <p:spPr/>
        <p:txBody>
          <a:bodyPr/>
          <a:lstStyle/>
          <a:p>
            <a:fld id="{AD3EF3EB-7012-46C6-8B02-73ADAF52F9EA}" type="slidenum">
              <a:rPr lang="ar-SA" smtClean="0"/>
              <a:t>21</a:t>
            </a:fld>
            <a:endParaRPr lang="ar-SA"/>
          </a:p>
        </p:txBody>
      </p:sp>
    </p:spTree>
    <p:extLst>
      <p:ext uri="{BB962C8B-B14F-4D97-AF65-F5344CB8AC3E}">
        <p14:creationId xmlns:p14="http://schemas.microsoft.com/office/powerpoint/2010/main" val="204074162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3E8EE6-9EEC-7A1E-18DC-D1EBFE917885}"/>
            </a:ext>
          </a:extLst>
        </p:cNvPr>
        <p:cNvGrpSpPr/>
        <p:nvPr/>
      </p:nvGrpSpPr>
      <p:grpSpPr>
        <a:xfrm>
          <a:off x="0" y="0"/>
          <a:ext cx="0" cy="0"/>
          <a:chOff x="0" y="0"/>
          <a:chExt cx="0" cy="0"/>
        </a:xfrm>
      </p:grpSpPr>
      <p:sp>
        <p:nvSpPr>
          <p:cNvPr id="2" name="عنصر نائب لصورة الشريحة 1">
            <a:extLst>
              <a:ext uri="{FF2B5EF4-FFF2-40B4-BE49-F238E27FC236}">
                <a16:creationId xmlns:a16="http://schemas.microsoft.com/office/drawing/2014/main" id="{5BA59AB6-40AA-D60E-4055-41F611AE0F70}"/>
              </a:ext>
            </a:extLst>
          </p:cNvPr>
          <p:cNvSpPr>
            <a:spLocks noGrp="1" noRot="1" noChangeAspect="1"/>
          </p:cNvSpPr>
          <p:nvPr>
            <p:ph type="sldImg"/>
          </p:nvPr>
        </p:nvSpPr>
        <p:spPr/>
      </p:sp>
      <p:sp>
        <p:nvSpPr>
          <p:cNvPr id="3" name="عنصر نائب للملاحظات 2">
            <a:extLst>
              <a:ext uri="{FF2B5EF4-FFF2-40B4-BE49-F238E27FC236}">
                <a16:creationId xmlns:a16="http://schemas.microsoft.com/office/drawing/2014/main" id="{E50EEDE0-394F-F9F1-9349-A92641405D28}"/>
              </a:ext>
            </a:extLst>
          </p:cNvPr>
          <p:cNvSpPr>
            <a:spLocks noGrp="1"/>
          </p:cNvSpPr>
          <p:nvPr>
            <p:ph type="body" idx="1"/>
          </p:nvPr>
        </p:nvSpPr>
        <p:spPr/>
        <p:txBody>
          <a:bodyPr/>
          <a:lstStyle/>
          <a:p>
            <a:endParaRPr lang="ar-SA" dirty="0"/>
          </a:p>
        </p:txBody>
      </p:sp>
      <p:sp>
        <p:nvSpPr>
          <p:cNvPr id="4" name="عنصر نائب لرقم الشريحة 3">
            <a:extLst>
              <a:ext uri="{FF2B5EF4-FFF2-40B4-BE49-F238E27FC236}">
                <a16:creationId xmlns:a16="http://schemas.microsoft.com/office/drawing/2014/main" id="{E9FB2C2B-8202-1BB3-1AA1-23414AE95298}"/>
              </a:ext>
            </a:extLst>
          </p:cNvPr>
          <p:cNvSpPr>
            <a:spLocks noGrp="1"/>
          </p:cNvSpPr>
          <p:nvPr>
            <p:ph type="sldNum" sz="quarter" idx="5"/>
          </p:nvPr>
        </p:nvSpPr>
        <p:spPr/>
        <p:txBody>
          <a:bodyPr/>
          <a:lstStyle/>
          <a:p>
            <a:fld id="{AD3EF3EB-7012-46C6-8B02-73ADAF52F9EA}" type="slidenum">
              <a:rPr lang="ar-SA" smtClean="0"/>
              <a:t>22</a:t>
            </a:fld>
            <a:endParaRPr lang="ar-SA"/>
          </a:p>
        </p:txBody>
      </p:sp>
    </p:spTree>
    <p:extLst>
      <p:ext uri="{BB962C8B-B14F-4D97-AF65-F5344CB8AC3E}">
        <p14:creationId xmlns:p14="http://schemas.microsoft.com/office/powerpoint/2010/main" val="8413064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9C8199-7553-D1F4-5CAC-B353295DAFD7}"/>
            </a:ext>
          </a:extLst>
        </p:cNvPr>
        <p:cNvGrpSpPr/>
        <p:nvPr/>
      </p:nvGrpSpPr>
      <p:grpSpPr>
        <a:xfrm>
          <a:off x="0" y="0"/>
          <a:ext cx="0" cy="0"/>
          <a:chOff x="0" y="0"/>
          <a:chExt cx="0" cy="0"/>
        </a:xfrm>
      </p:grpSpPr>
      <p:sp>
        <p:nvSpPr>
          <p:cNvPr id="2" name="عنصر نائب لصورة الشريحة 1">
            <a:extLst>
              <a:ext uri="{FF2B5EF4-FFF2-40B4-BE49-F238E27FC236}">
                <a16:creationId xmlns:a16="http://schemas.microsoft.com/office/drawing/2014/main" id="{7DF7D9AA-2FB6-689A-CF8A-37B114C39067}"/>
              </a:ext>
            </a:extLst>
          </p:cNvPr>
          <p:cNvSpPr>
            <a:spLocks noGrp="1" noRot="1" noChangeAspect="1"/>
          </p:cNvSpPr>
          <p:nvPr>
            <p:ph type="sldImg"/>
          </p:nvPr>
        </p:nvSpPr>
        <p:spPr/>
      </p:sp>
      <p:sp>
        <p:nvSpPr>
          <p:cNvPr id="3" name="عنصر نائب للملاحظات 2">
            <a:extLst>
              <a:ext uri="{FF2B5EF4-FFF2-40B4-BE49-F238E27FC236}">
                <a16:creationId xmlns:a16="http://schemas.microsoft.com/office/drawing/2014/main" id="{4785E796-6646-44AD-BE1F-CC9B0A16DD16}"/>
              </a:ext>
            </a:extLst>
          </p:cNvPr>
          <p:cNvSpPr>
            <a:spLocks noGrp="1"/>
          </p:cNvSpPr>
          <p:nvPr>
            <p:ph type="body" idx="1"/>
          </p:nvPr>
        </p:nvSpPr>
        <p:spPr/>
        <p:txBody>
          <a:bodyPr/>
          <a:lstStyle/>
          <a:p>
            <a:endParaRPr lang="ar-SA" dirty="0"/>
          </a:p>
        </p:txBody>
      </p:sp>
      <p:sp>
        <p:nvSpPr>
          <p:cNvPr id="4" name="عنصر نائب لرقم الشريحة 3">
            <a:extLst>
              <a:ext uri="{FF2B5EF4-FFF2-40B4-BE49-F238E27FC236}">
                <a16:creationId xmlns:a16="http://schemas.microsoft.com/office/drawing/2014/main" id="{45D7C895-2390-1235-00C3-484FF1D0A646}"/>
              </a:ext>
            </a:extLst>
          </p:cNvPr>
          <p:cNvSpPr>
            <a:spLocks noGrp="1"/>
          </p:cNvSpPr>
          <p:nvPr>
            <p:ph type="sldNum" sz="quarter" idx="5"/>
          </p:nvPr>
        </p:nvSpPr>
        <p:spPr/>
        <p:txBody>
          <a:bodyPr/>
          <a:lstStyle/>
          <a:p>
            <a:fld id="{AD3EF3EB-7012-46C6-8B02-73ADAF52F9EA}" type="slidenum">
              <a:rPr lang="ar-SA" smtClean="0"/>
              <a:t>23</a:t>
            </a:fld>
            <a:endParaRPr lang="ar-SA"/>
          </a:p>
        </p:txBody>
      </p:sp>
    </p:spTree>
    <p:extLst>
      <p:ext uri="{BB962C8B-B14F-4D97-AF65-F5344CB8AC3E}">
        <p14:creationId xmlns:p14="http://schemas.microsoft.com/office/powerpoint/2010/main" val="35840281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صر نائب لصورة الشريحة 1"/>
          <p:cNvSpPr>
            <a:spLocks noGrp="1" noRot="1" noChangeAspect="1"/>
          </p:cNvSpPr>
          <p:nvPr>
            <p:ph type="sldImg"/>
          </p:nvPr>
        </p:nvSpPr>
        <p:spPr/>
      </p:sp>
      <p:sp>
        <p:nvSpPr>
          <p:cNvPr id="3" name="عنصر نائب للملاحظات 2"/>
          <p:cNvSpPr>
            <a:spLocks noGrp="1"/>
          </p:cNvSpPr>
          <p:nvPr>
            <p:ph type="body" idx="1"/>
          </p:nvPr>
        </p:nvSpPr>
        <p:spPr/>
        <p:txBody>
          <a:bodyPr/>
          <a:lstStyle/>
          <a:p>
            <a:endParaRPr lang="ar-SA" dirty="0"/>
          </a:p>
        </p:txBody>
      </p:sp>
      <p:sp>
        <p:nvSpPr>
          <p:cNvPr id="4" name="عنصر نائب لرقم الشريحة 3"/>
          <p:cNvSpPr>
            <a:spLocks noGrp="1"/>
          </p:cNvSpPr>
          <p:nvPr>
            <p:ph type="sldNum" sz="quarter" idx="5"/>
          </p:nvPr>
        </p:nvSpPr>
        <p:spPr/>
        <p:txBody>
          <a:bodyPr/>
          <a:lstStyle/>
          <a:p>
            <a:fld id="{AD3EF3EB-7012-46C6-8B02-73ADAF52F9EA}" type="slidenum">
              <a:rPr lang="ar-SA" smtClean="0"/>
              <a:t>24</a:t>
            </a:fld>
            <a:endParaRPr lang="ar-SA"/>
          </a:p>
        </p:txBody>
      </p:sp>
    </p:spTree>
    <p:extLst>
      <p:ext uri="{BB962C8B-B14F-4D97-AF65-F5344CB8AC3E}">
        <p14:creationId xmlns:p14="http://schemas.microsoft.com/office/powerpoint/2010/main" val="41197685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9/1/2026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9/1/2026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9/1/2026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9/1/2026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9/1/2026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9/1/2026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slideLayout" Target="../slideLayouts/slideLayout7.xml"/><Relationship Id="rId5" Type="http://schemas.openxmlformats.org/officeDocument/2006/relationships/image" Target="../media/image6.svg"/><Relationship Id="rId4" Type="http://schemas.openxmlformats.org/officeDocument/2006/relationships/image" Target="../media/image5.svg"/></Relationships>
</file>

<file path=ppt/slides/_rels/slide3.xml.rels><?xml version="1.0" encoding="UTF-8" standalone="yes"?>
<Relationships xmlns="http://schemas.openxmlformats.org/package/2006/relationships"><Relationship Id="rId8" Type="http://schemas.openxmlformats.org/officeDocument/2006/relationships/image" Target="../media/image5.svg"/><Relationship Id="rId3" Type="http://schemas.openxmlformats.org/officeDocument/2006/relationships/image" Target="../media/image2.png"/><Relationship Id="rId7" Type="http://schemas.openxmlformats.org/officeDocument/2006/relationships/image" Target="../media/image10.png"/><Relationship Id="rId2" Type="http://schemas.openxmlformats.org/officeDocument/2006/relationships/image" Target="../media/image1.svg"/><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image" Target="../media/image12.svg"/><Relationship Id="rId4" Type="http://schemas.openxmlformats.org/officeDocument/2006/relationships/image" Target="../media/image11.svg"/></Relationships>
</file>

<file path=ppt/slides/_rels/slide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2.xml"/><Relationship Id="rId1" Type="http://schemas.openxmlformats.org/officeDocument/2006/relationships/slideLayout" Target="../slideLayouts/slideLayout7.xml"/><Relationship Id="rId5" Type="http://schemas.openxmlformats.org/officeDocument/2006/relationships/image" Target="../media/image12.svg"/><Relationship Id="rId4" Type="http://schemas.openxmlformats.org/officeDocument/2006/relationships/image" Target="../media/image11.svg"/></Relationships>
</file>

<file path=ppt/slides/_rels/slide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3.xml"/><Relationship Id="rId1" Type="http://schemas.openxmlformats.org/officeDocument/2006/relationships/slideLayout" Target="../slideLayouts/slideLayout7.xml"/><Relationship Id="rId5" Type="http://schemas.openxmlformats.org/officeDocument/2006/relationships/image" Target="../media/image12.svg"/><Relationship Id="rId4" Type="http://schemas.openxmlformats.org/officeDocument/2006/relationships/image" Target="../media/image11.svg"/></Relationships>
</file>

<file path=ppt/slides/_rels/slide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11.svg"/></Relationships>
</file>

<file path=ppt/slides/_rels/slide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13.png"/><Relationship Id="rId5" Type="http://schemas.openxmlformats.org/officeDocument/2006/relationships/image" Target="../media/image12.svg"/><Relationship Id="rId4" Type="http://schemas.openxmlformats.org/officeDocument/2006/relationships/image" Target="../media/image11.sv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11.svg"/></Relationships>
</file>

<file path=ppt/slides/_rels/slide1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11.svg"/></Relationships>
</file>

<file path=ppt/slides/_rels/slide1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11.svg"/></Relationships>
</file>

<file path=ppt/slides/_rels/slide1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11.svg"/></Relationships>
</file>

<file path=ppt/slides/_rels/slide1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11.svg"/></Relationships>
</file>

<file path=ppt/slides/_rels/slide1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image" Target="../media/image11.svg"/></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2.xml"/><Relationship Id="rId1" Type="http://schemas.openxmlformats.org/officeDocument/2006/relationships/slideLayout" Target="../slideLayouts/slideLayout7.xml"/><Relationship Id="rId5" Type="http://schemas.openxmlformats.org/officeDocument/2006/relationships/image" Target="../media/image12.svg"/><Relationship Id="rId4" Type="http://schemas.openxmlformats.org/officeDocument/2006/relationships/image" Target="../media/image11.svg"/></Relationships>
</file>

<file path=ppt/slides/_rels/slide1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3.xml"/><Relationship Id="rId1" Type="http://schemas.openxmlformats.org/officeDocument/2006/relationships/slideLayout" Target="../slideLayouts/slideLayout7.xml"/><Relationship Id="rId4" Type="http://schemas.openxmlformats.org/officeDocument/2006/relationships/image" Target="../media/image11.svg"/></Relationships>
</file>

<file path=ppt/slides/_rels/slide1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4.xml"/><Relationship Id="rId1" Type="http://schemas.openxmlformats.org/officeDocument/2006/relationships/slideLayout" Target="../slideLayouts/slideLayout7.xml"/><Relationship Id="rId4" Type="http://schemas.openxmlformats.org/officeDocument/2006/relationships/image" Target="../media/image11.svg"/></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5.xml"/><Relationship Id="rId1" Type="http://schemas.openxmlformats.org/officeDocument/2006/relationships/slideLayout" Target="../slideLayouts/slideLayout7.xml"/><Relationship Id="rId4" Type="http://schemas.openxmlformats.org/officeDocument/2006/relationships/image" Target="../media/image11.svg"/></Relationships>
</file>

<file path=ppt/slides/_rels/slide2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6.xml"/><Relationship Id="rId1" Type="http://schemas.openxmlformats.org/officeDocument/2006/relationships/slideLayout" Target="../slideLayouts/slideLayout7.xml"/><Relationship Id="rId4" Type="http://schemas.openxmlformats.org/officeDocument/2006/relationships/image" Target="../media/image11.svg"/></Relationships>
</file>

<file path=ppt/slides/_rels/slide2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7.xml"/><Relationship Id="rId1" Type="http://schemas.openxmlformats.org/officeDocument/2006/relationships/slideLayout" Target="../slideLayouts/slideLayout7.xml"/><Relationship Id="rId4" Type="http://schemas.openxmlformats.org/officeDocument/2006/relationships/image" Target="../media/image11.svg"/></Relationships>
</file>

<file path=ppt/slides/_rels/slide2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8.xml"/><Relationship Id="rId1" Type="http://schemas.openxmlformats.org/officeDocument/2006/relationships/slideLayout" Target="../slideLayouts/slideLayout7.xml"/><Relationship Id="rId5" Type="http://schemas.openxmlformats.org/officeDocument/2006/relationships/image" Target="../media/image11.svg"/><Relationship Id="rId4" Type="http://schemas.openxmlformats.org/officeDocument/2006/relationships/image" Target="../media/image4.svg"/></Relationships>
</file>

<file path=ppt/slides/_rels/slide25.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3.svg"/><Relationship Id="rId1" Type="http://schemas.openxmlformats.org/officeDocument/2006/relationships/slideLayout" Target="../slideLayouts/slideLayout7.xml"/><Relationship Id="rId4" Type="http://schemas.openxmlformats.org/officeDocument/2006/relationships/image" Target="../media/image4.svg"/></Relationships>
</file>

<file path=ppt/slides/_rels/slide26.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15.sv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62C4B0"/>
        </a:solidFill>
        <a:effectLst/>
      </p:bgPr>
    </p:bg>
    <p:spTree>
      <p:nvGrpSpPr>
        <p:cNvPr id="1" name="">
          <a:extLst>
            <a:ext uri="{FF2B5EF4-FFF2-40B4-BE49-F238E27FC236}">
              <a16:creationId xmlns:a16="http://schemas.microsoft.com/office/drawing/2014/main" id="{3F5628CA-CDAC-9855-4DF0-6B45EF4A0DD7}"/>
            </a:ext>
          </a:extLst>
        </p:cNvPr>
        <p:cNvGrpSpPr/>
        <p:nvPr/>
      </p:nvGrpSpPr>
      <p:grpSpPr>
        <a:xfrm>
          <a:off x="0" y="0"/>
          <a:ext cx="0" cy="0"/>
          <a:chOff x="0" y="0"/>
          <a:chExt cx="0" cy="0"/>
        </a:xfrm>
      </p:grpSpPr>
      <p:sp>
        <p:nvSpPr>
          <p:cNvPr id="3" name="Freeform 3">
            <a:extLst>
              <a:ext uri="{FF2B5EF4-FFF2-40B4-BE49-F238E27FC236}">
                <a16:creationId xmlns:a16="http://schemas.microsoft.com/office/drawing/2014/main" id="{BA6CC157-F4CB-9A32-170D-ACC2C2489AB5}"/>
              </a:ext>
            </a:extLst>
          </p:cNvPr>
          <p:cNvSpPr/>
          <p:nvPr/>
        </p:nvSpPr>
        <p:spPr>
          <a:xfrm>
            <a:off x="6356098" y="9511291"/>
            <a:ext cx="1200402" cy="1200402"/>
          </a:xfrm>
          <a:custGeom>
            <a:avLst/>
            <a:gdLst/>
            <a:ahLst/>
            <a:cxnLst/>
            <a:rect l="l" t="t" r="r" b="b"/>
            <a:pathLst>
              <a:path w="1200402" h="1200402">
                <a:moveTo>
                  <a:pt x="0" y="0"/>
                </a:moveTo>
                <a:lnTo>
                  <a:pt x="1200402" y="0"/>
                </a:lnTo>
                <a:lnTo>
                  <a:pt x="1200402" y="1200402"/>
                </a:lnTo>
                <a:lnTo>
                  <a:pt x="0" y="1200402"/>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ar-SA"/>
          </a:p>
        </p:txBody>
      </p:sp>
      <p:sp>
        <p:nvSpPr>
          <p:cNvPr id="5" name="Freeform 5">
            <a:extLst>
              <a:ext uri="{FF2B5EF4-FFF2-40B4-BE49-F238E27FC236}">
                <a16:creationId xmlns:a16="http://schemas.microsoft.com/office/drawing/2014/main" id="{BAA1B6C4-2423-DC72-548C-DCA02B63DC2B}"/>
              </a:ext>
            </a:extLst>
          </p:cNvPr>
          <p:cNvSpPr/>
          <p:nvPr/>
        </p:nvSpPr>
        <p:spPr>
          <a:xfrm flipH="1">
            <a:off x="33964" y="9492998"/>
            <a:ext cx="1200402" cy="1200402"/>
          </a:xfrm>
          <a:custGeom>
            <a:avLst/>
            <a:gdLst/>
            <a:ahLst/>
            <a:cxnLst/>
            <a:rect l="l" t="t" r="r" b="b"/>
            <a:pathLst>
              <a:path w="1200402" h="1200402">
                <a:moveTo>
                  <a:pt x="1200402" y="0"/>
                </a:moveTo>
                <a:lnTo>
                  <a:pt x="0" y="0"/>
                </a:lnTo>
                <a:lnTo>
                  <a:pt x="0" y="1200402"/>
                </a:lnTo>
                <a:lnTo>
                  <a:pt x="1200402" y="1200402"/>
                </a:lnTo>
                <a:lnTo>
                  <a:pt x="1200402"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ar-SA" dirty="0"/>
          </a:p>
        </p:txBody>
      </p:sp>
      <p:pic>
        <p:nvPicPr>
          <p:cNvPr id="8" name="صورة 7">
            <a:extLst>
              <a:ext uri="{FF2B5EF4-FFF2-40B4-BE49-F238E27FC236}">
                <a16:creationId xmlns:a16="http://schemas.microsoft.com/office/drawing/2014/main" id="{6C53F5CE-4FFE-813D-A93A-2241C335805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2080" y="176133"/>
            <a:ext cx="2011680" cy="1464806"/>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12" name="مربع نص 11">
            <a:extLst>
              <a:ext uri="{FF2B5EF4-FFF2-40B4-BE49-F238E27FC236}">
                <a16:creationId xmlns:a16="http://schemas.microsoft.com/office/drawing/2014/main" id="{FB6E3660-5804-5F52-4A5A-CD1C816EA763}"/>
              </a:ext>
            </a:extLst>
          </p:cNvPr>
          <p:cNvSpPr txBox="1"/>
          <p:nvPr/>
        </p:nvSpPr>
        <p:spPr>
          <a:xfrm>
            <a:off x="5251198" y="317500"/>
            <a:ext cx="2209800" cy="1323439"/>
          </a:xfrm>
          <a:prstGeom prst="rect">
            <a:avLst/>
          </a:prstGeom>
          <a:noFill/>
        </p:spPr>
        <p:txBody>
          <a:bodyPr wrap="square" rtlCol="1">
            <a:spAutoFit/>
          </a:bodyPr>
          <a:lstStyle/>
          <a:p>
            <a:pPr algn="ctr" rtl="1"/>
            <a:r>
              <a:rPr lang="ar-EG" sz="1600" b="1" dirty="0"/>
              <a:t>المملكة العربية السعودية</a:t>
            </a:r>
            <a:endParaRPr lang="en-US" sz="1600" b="1" dirty="0"/>
          </a:p>
          <a:p>
            <a:pPr algn="ctr" rtl="1"/>
            <a:r>
              <a:rPr lang="ar-EG" sz="1600" b="1" dirty="0"/>
              <a:t>وزارة التعليم</a:t>
            </a:r>
            <a:endParaRPr lang="en-US" sz="1600" b="1" dirty="0"/>
          </a:p>
          <a:p>
            <a:pPr algn="ctr" rtl="1"/>
            <a:r>
              <a:rPr lang="ar-EG" sz="1600" b="1" dirty="0"/>
              <a:t>الإدارة العامة للتعليم بمنطقة الرياض</a:t>
            </a:r>
            <a:endParaRPr lang="en-US" sz="1600" b="1" dirty="0"/>
          </a:p>
          <a:p>
            <a:pPr algn="ctr" rtl="1"/>
            <a:r>
              <a:rPr lang="ar-EG" sz="1600" b="1" dirty="0"/>
              <a:t>الثانوية  76  بالرياض</a:t>
            </a:r>
            <a:endParaRPr lang="ar-SA" sz="1600" b="1" dirty="0"/>
          </a:p>
        </p:txBody>
      </p:sp>
      <p:sp>
        <p:nvSpPr>
          <p:cNvPr id="13" name="مستطيل 12">
            <a:extLst>
              <a:ext uri="{FF2B5EF4-FFF2-40B4-BE49-F238E27FC236}">
                <a16:creationId xmlns:a16="http://schemas.microsoft.com/office/drawing/2014/main" id="{B9213248-08B4-EDF0-29DD-6CC60497F4B4}"/>
              </a:ext>
            </a:extLst>
          </p:cNvPr>
          <p:cNvSpPr/>
          <p:nvPr/>
        </p:nvSpPr>
        <p:spPr>
          <a:xfrm>
            <a:off x="1263650" y="4203700"/>
            <a:ext cx="4822154" cy="1754326"/>
          </a:xfrm>
          <a:prstGeom prst="rect">
            <a:avLst/>
          </a:prstGeom>
          <a:noFill/>
        </p:spPr>
        <p:txBody>
          <a:bodyPr wrap="none" lIns="91440" tIns="45720" rIns="91440" bIns="45720">
            <a:spAutoFit/>
          </a:bodyPr>
          <a:lstStyle/>
          <a:p>
            <a:pPr algn="ctr"/>
            <a:r>
              <a:rPr lang="ar-SA" sz="5400" b="1" cap="none" spc="0" dirty="0">
                <a:ln w="0"/>
                <a:solidFill>
                  <a:schemeClr val="bg1">
                    <a:lumMod val="95000"/>
                  </a:schemeClr>
                </a:solidFill>
                <a:effectLst>
                  <a:outerShdw blurRad="38100" dist="19050" dir="2700000" algn="tl" rotWithShape="0">
                    <a:schemeClr val="dk1">
                      <a:alpha val="40000"/>
                    </a:schemeClr>
                  </a:outerShdw>
                </a:effectLst>
              </a:rPr>
              <a:t>دليل التطوير المهني </a:t>
            </a:r>
          </a:p>
          <a:p>
            <a:pPr algn="ctr"/>
            <a:r>
              <a:rPr lang="ar-SA" sz="5400" b="1" dirty="0">
                <a:ln w="0"/>
                <a:solidFill>
                  <a:schemeClr val="bg1">
                    <a:lumMod val="95000"/>
                  </a:schemeClr>
                </a:solidFill>
                <a:effectLst>
                  <a:outerShdw blurRad="38100" dist="19050" dir="2700000" algn="tl" rotWithShape="0">
                    <a:schemeClr val="dk1">
                      <a:alpha val="40000"/>
                    </a:schemeClr>
                  </a:outerShdw>
                </a:effectLst>
              </a:rPr>
              <a:t>للثانوية 76</a:t>
            </a:r>
            <a:endParaRPr lang="ar-SA" sz="5400" b="1" cap="none" spc="0" dirty="0">
              <a:ln w="0"/>
              <a:solidFill>
                <a:schemeClr val="bg1">
                  <a:lumMod val="95000"/>
                </a:schemeClr>
              </a:solidFill>
              <a:effectLst>
                <a:outerShdw blurRad="38100" dist="19050" dir="2700000" algn="tl" rotWithShape="0">
                  <a:schemeClr val="dk1">
                    <a:alpha val="40000"/>
                  </a:schemeClr>
                </a:outerShdw>
              </a:effectLst>
            </a:endParaRPr>
          </a:p>
        </p:txBody>
      </p:sp>
      <p:sp>
        <p:nvSpPr>
          <p:cNvPr id="14" name="مربع نص 13">
            <a:extLst>
              <a:ext uri="{FF2B5EF4-FFF2-40B4-BE49-F238E27FC236}">
                <a16:creationId xmlns:a16="http://schemas.microsoft.com/office/drawing/2014/main" id="{900E1408-A5B6-931D-2184-CB73610A839A}"/>
              </a:ext>
            </a:extLst>
          </p:cNvPr>
          <p:cNvSpPr txBox="1"/>
          <p:nvPr/>
        </p:nvSpPr>
        <p:spPr>
          <a:xfrm>
            <a:off x="1439032" y="9819104"/>
            <a:ext cx="4724400" cy="584775"/>
          </a:xfrm>
          <a:prstGeom prst="rect">
            <a:avLst/>
          </a:prstGeom>
          <a:noFill/>
        </p:spPr>
        <p:txBody>
          <a:bodyPr wrap="square" rtlCol="1">
            <a:spAutoFit/>
          </a:bodyPr>
          <a:lstStyle/>
          <a:p>
            <a:pPr algn="ctr" rtl="1"/>
            <a:r>
              <a:rPr lang="ar-SA" sz="3200" b="1" dirty="0"/>
              <a:t>مديرة المدرسة : جيهان محمد بنا </a:t>
            </a:r>
          </a:p>
        </p:txBody>
      </p:sp>
    </p:spTree>
    <p:extLst>
      <p:ext uri="{BB962C8B-B14F-4D97-AF65-F5344CB8AC3E}">
        <p14:creationId xmlns:p14="http://schemas.microsoft.com/office/powerpoint/2010/main" val="10085904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62C4B0"/>
        </a:solidFill>
        <a:effectLst/>
      </p:bgPr>
    </p:bg>
    <p:spTree>
      <p:nvGrpSpPr>
        <p:cNvPr id="1" name=""/>
        <p:cNvGrpSpPr/>
        <p:nvPr/>
      </p:nvGrpSpPr>
      <p:grpSpPr>
        <a:xfrm>
          <a:off x="0" y="0"/>
          <a:ext cx="0" cy="0"/>
          <a:chOff x="0" y="0"/>
          <a:chExt cx="0" cy="0"/>
        </a:xfrm>
      </p:grpSpPr>
      <p:sp>
        <p:nvSpPr>
          <p:cNvPr id="2" name="Freeform 2"/>
          <p:cNvSpPr/>
          <p:nvPr/>
        </p:nvSpPr>
        <p:spPr>
          <a:xfrm>
            <a:off x="-4041" y="901093"/>
            <a:ext cx="7560541" cy="8891214"/>
          </a:xfrm>
          <a:custGeom>
            <a:avLst/>
            <a:gdLst/>
            <a:ahLst/>
            <a:cxnLst/>
            <a:rect l="l" t="t" r="r" b="b"/>
            <a:pathLst>
              <a:path w="8196083" h="8891214">
                <a:moveTo>
                  <a:pt x="0" y="0"/>
                </a:moveTo>
                <a:lnTo>
                  <a:pt x="8196083" y="0"/>
                </a:lnTo>
                <a:lnTo>
                  <a:pt x="8196083" y="8891214"/>
                </a:lnTo>
                <a:lnTo>
                  <a:pt x="0" y="8891214"/>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ar-SA" dirty="0"/>
          </a:p>
        </p:txBody>
      </p:sp>
      <p:sp>
        <p:nvSpPr>
          <p:cNvPr id="3" name="Freeform 3"/>
          <p:cNvSpPr/>
          <p:nvPr/>
        </p:nvSpPr>
        <p:spPr>
          <a:xfrm>
            <a:off x="2893956" y="2316694"/>
            <a:ext cx="1411231" cy="171914"/>
          </a:xfrm>
          <a:custGeom>
            <a:avLst/>
            <a:gdLst/>
            <a:ahLst/>
            <a:cxnLst/>
            <a:rect l="l" t="t" r="r" b="b"/>
            <a:pathLst>
              <a:path w="1411231" h="171914">
                <a:moveTo>
                  <a:pt x="0" y="0"/>
                </a:moveTo>
                <a:lnTo>
                  <a:pt x="1411231" y="0"/>
                </a:lnTo>
                <a:lnTo>
                  <a:pt x="1411231" y="171914"/>
                </a:lnTo>
                <a:lnTo>
                  <a:pt x="0" y="171914"/>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ar-SA"/>
          </a:p>
        </p:txBody>
      </p:sp>
      <p:sp>
        <p:nvSpPr>
          <p:cNvPr id="5" name="Freeform 5"/>
          <p:cNvSpPr/>
          <p:nvPr/>
        </p:nvSpPr>
        <p:spPr>
          <a:xfrm>
            <a:off x="169828" y="8144579"/>
            <a:ext cx="1670654" cy="1497514"/>
          </a:xfrm>
          <a:custGeom>
            <a:avLst/>
            <a:gdLst/>
            <a:ahLst/>
            <a:cxnLst/>
            <a:rect l="l" t="t" r="r" b="b"/>
            <a:pathLst>
              <a:path w="1670654" h="1497514">
                <a:moveTo>
                  <a:pt x="0" y="0"/>
                </a:moveTo>
                <a:lnTo>
                  <a:pt x="1670654" y="0"/>
                </a:lnTo>
                <a:lnTo>
                  <a:pt x="1670654" y="1497514"/>
                </a:lnTo>
                <a:lnTo>
                  <a:pt x="0" y="149751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ar-SA"/>
          </a:p>
        </p:txBody>
      </p:sp>
      <p:sp>
        <p:nvSpPr>
          <p:cNvPr id="6" name="Freeform 6"/>
          <p:cNvSpPr/>
          <p:nvPr/>
        </p:nvSpPr>
        <p:spPr>
          <a:xfrm>
            <a:off x="5835650" y="4798803"/>
            <a:ext cx="2236223" cy="1471841"/>
          </a:xfrm>
          <a:custGeom>
            <a:avLst/>
            <a:gdLst/>
            <a:ahLst/>
            <a:cxnLst/>
            <a:rect l="l" t="t" r="r" b="b"/>
            <a:pathLst>
              <a:path w="2236223" h="1471841">
                <a:moveTo>
                  <a:pt x="0" y="0"/>
                </a:moveTo>
                <a:lnTo>
                  <a:pt x="2236223" y="0"/>
                </a:lnTo>
                <a:lnTo>
                  <a:pt x="2236223" y="1471841"/>
                </a:lnTo>
                <a:lnTo>
                  <a:pt x="0" y="1471841"/>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ar-SA"/>
          </a:p>
        </p:txBody>
      </p:sp>
      <p:sp>
        <p:nvSpPr>
          <p:cNvPr id="7" name="TextBox 7"/>
          <p:cNvSpPr txBox="1"/>
          <p:nvPr/>
        </p:nvSpPr>
        <p:spPr>
          <a:xfrm>
            <a:off x="1492250" y="1868614"/>
            <a:ext cx="4069104" cy="448841"/>
          </a:xfrm>
          <a:prstGeom prst="rect">
            <a:avLst/>
          </a:prstGeom>
        </p:spPr>
        <p:txBody>
          <a:bodyPr lIns="0" tIns="0" rIns="0" bIns="0" rtlCol="0" anchor="t">
            <a:spAutoFit/>
          </a:bodyPr>
          <a:lstStyle/>
          <a:p>
            <a:pPr algn="ctr">
              <a:lnSpc>
                <a:spcPts val="3544"/>
              </a:lnSpc>
            </a:pPr>
            <a:r>
              <a:rPr lang="ar-SA" sz="3200" b="1" dirty="0">
                <a:solidFill>
                  <a:srgbClr val="C00000"/>
                </a:solidFill>
                <a:latin typeface="Arial" panose="020B0604020202020204" pitchFamily="34" charset="0"/>
                <a:ea typeface="Atkinson Hyperlegible Bold"/>
                <a:cs typeface="Arial" panose="020B0604020202020204" pitchFamily="34" charset="0"/>
                <a:sym typeface="Atkinson Hyperlegible Bold"/>
              </a:rPr>
              <a:t>مقدمة</a:t>
            </a:r>
            <a:endParaRPr lang="en-US" sz="3200" b="1" dirty="0">
              <a:solidFill>
                <a:srgbClr val="C00000"/>
              </a:solidFill>
              <a:latin typeface="Arial" panose="020B0604020202020204" pitchFamily="34" charset="0"/>
              <a:ea typeface="Atkinson Hyperlegible Bold"/>
              <a:cs typeface="Arial" panose="020B0604020202020204" pitchFamily="34" charset="0"/>
              <a:sym typeface="Atkinson Hyperlegible Bold"/>
            </a:endParaRPr>
          </a:p>
        </p:txBody>
      </p:sp>
      <p:sp>
        <p:nvSpPr>
          <p:cNvPr id="10" name="مربع نص 9">
            <a:extLst>
              <a:ext uri="{FF2B5EF4-FFF2-40B4-BE49-F238E27FC236}">
                <a16:creationId xmlns:a16="http://schemas.microsoft.com/office/drawing/2014/main" id="{9AC15499-D743-C8F4-D59D-5E9B6FDAA366}"/>
              </a:ext>
            </a:extLst>
          </p:cNvPr>
          <p:cNvSpPr txBox="1"/>
          <p:nvPr/>
        </p:nvSpPr>
        <p:spPr>
          <a:xfrm>
            <a:off x="349250" y="3201123"/>
            <a:ext cx="5620126" cy="1754326"/>
          </a:xfrm>
          <a:prstGeom prst="rect">
            <a:avLst/>
          </a:prstGeom>
          <a:noFill/>
        </p:spPr>
        <p:txBody>
          <a:bodyPr wrap="square" rtlCol="1">
            <a:spAutoFit/>
          </a:bodyPr>
          <a:lstStyle/>
          <a:p>
            <a:pPr algn="r" rtl="1"/>
            <a:r>
              <a:rPr lang="ar-SA" b="1" dirty="0"/>
              <a:t>يُعدّ التطوير المهني للمعلمات من الركائز الأساسية للارتقاء بجودة التعليم وتحسين مخرجاته، إذ يسهم في تنمية المعارف والمهارات التربوية، ومواكبة المستجدات التعليمية، وتبني أفضل الممارسات التي تعزز فاعلية العملية التعليمية داخل الصف الدراسي. كما يساعد التطوير المهني المعلمة على تجديد أساليب التدريس، وتوظيف التقنيات الحديثة، ورفع مستوى الأداء بما ينعكس إيجابًا على تعلم الطالبات وتنمية قدراتهن.</a:t>
            </a:r>
          </a:p>
        </p:txBody>
      </p:sp>
      <p:sp>
        <p:nvSpPr>
          <p:cNvPr id="11" name="مربع نص 10">
            <a:extLst>
              <a:ext uri="{FF2B5EF4-FFF2-40B4-BE49-F238E27FC236}">
                <a16:creationId xmlns:a16="http://schemas.microsoft.com/office/drawing/2014/main" id="{295EDD78-1BC2-D64F-0B5E-843D250DA6DD}"/>
              </a:ext>
            </a:extLst>
          </p:cNvPr>
          <p:cNvSpPr txBox="1"/>
          <p:nvPr/>
        </p:nvSpPr>
        <p:spPr>
          <a:xfrm>
            <a:off x="365125" y="6184900"/>
            <a:ext cx="5562600" cy="2031325"/>
          </a:xfrm>
          <a:prstGeom prst="rect">
            <a:avLst/>
          </a:prstGeom>
          <a:noFill/>
        </p:spPr>
        <p:txBody>
          <a:bodyPr wrap="square" rtlCol="1">
            <a:spAutoFit/>
          </a:bodyPr>
          <a:lstStyle/>
          <a:p>
            <a:pPr algn="r" rtl="1"/>
            <a:r>
              <a:rPr lang="ar-SA" b="1" dirty="0"/>
              <a:t>وتتجلى أهمية التطوير المهني للمعلمات في دوره المباشر في تحقيق مستهدفات رؤية المملكة العربية السعودية 2030، التي أولت التعليم اهتمامًا كبيرًا بوصفه أساس التنمية المستدامة وبناء الإنسان المنافس عالميًا. فمن خلال إعداد معلمات مؤهلات يمتلكن الكفايات المهنية والمهارية، يمكن تحسين نواتج التعلم، وتعزيز القيم والمهارات المستقبلية، وتهيئة جيل قادر على الإبداع والمنافسة في سوق العمل.</a:t>
            </a:r>
          </a:p>
          <a:p>
            <a:pPr algn="r" rtl="1"/>
            <a:endParaRPr lang="ar-SA" b="1"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299C5C8-5508-2837-BCC7-791C21684A65}"/>
            </a:ext>
          </a:extLst>
        </p:cNvPr>
        <p:cNvGrpSpPr/>
        <p:nvPr/>
      </p:nvGrpSpPr>
      <p:grpSpPr>
        <a:xfrm>
          <a:off x="0" y="0"/>
          <a:ext cx="0" cy="0"/>
          <a:chOff x="0" y="0"/>
          <a:chExt cx="0" cy="0"/>
        </a:xfrm>
      </p:grpSpPr>
      <p:sp>
        <p:nvSpPr>
          <p:cNvPr id="3" name="Freeform 3">
            <a:extLst>
              <a:ext uri="{FF2B5EF4-FFF2-40B4-BE49-F238E27FC236}">
                <a16:creationId xmlns:a16="http://schemas.microsoft.com/office/drawing/2014/main" id="{CCB97CD4-A37E-6A4C-C062-69BF3B3B3336}"/>
              </a:ext>
            </a:extLst>
          </p:cNvPr>
          <p:cNvSpPr/>
          <p:nvPr/>
        </p:nvSpPr>
        <p:spPr>
          <a:xfrm>
            <a:off x="6356098" y="9511291"/>
            <a:ext cx="1200402" cy="1200402"/>
          </a:xfrm>
          <a:custGeom>
            <a:avLst/>
            <a:gdLst/>
            <a:ahLst/>
            <a:cxnLst/>
            <a:rect l="l" t="t" r="r" b="b"/>
            <a:pathLst>
              <a:path w="1200402" h="1200402">
                <a:moveTo>
                  <a:pt x="0" y="0"/>
                </a:moveTo>
                <a:lnTo>
                  <a:pt x="1200402" y="0"/>
                </a:lnTo>
                <a:lnTo>
                  <a:pt x="1200402" y="1200402"/>
                </a:lnTo>
                <a:lnTo>
                  <a:pt x="0" y="1200402"/>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ar-SA"/>
          </a:p>
        </p:txBody>
      </p:sp>
      <p:sp>
        <p:nvSpPr>
          <p:cNvPr id="5" name="Freeform 5">
            <a:extLst>
              <a:ext uri="{FF2B5EF4-FFF2-40B4-BE49-F238E27FC236}">
                <a16:creationId xmlns:a16="http://schemas.microsoft.com/office/drawing/2014/main" id="{59578944-A625-E8DC-6C2B-21EFA617226F}"/>
              </a:ext>
            </a:extLst>
          </p:cNvPr>
          <p:cNvSpPr/>
          <p:nvPr/>
        </p:nvSpPr>
        <p:spPr>
          <a:xfrm flipH="1">
            <a:off x="33964" y="9492998"/>
            <a:ext cx="1200402" cy="1200402"/>
          </a:xfrm>
          <a:custGeom>
            <a:avLst/>
            <a:gdLst/>
            <a:ahLst/>
            <a:cxnLst/>
            <a:rect l="l" t="t" r="r" b="b"/>
            <a:pathLst>
              <a:path w="1200402" h="1200402">
                <a:moveTo>
                  <a:pt x="1200402" y="0"/>
                </a:moveTo>
                <a:lnTo>
                  <a:pt x="0" y="0"/>
                </a:lnTo>
                <a:lnTo>
                  <a:pt x="0" y="1200402"/>
                </a:lnTo>
                <a:lnTo>
                  <a:pt x="1200402" y="1200402"/>
                </a:lnTo>
                <a:lnTo>
                  <a:pt x="1200402"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ar-SA" dirty="0"/>
          </a:p>
        </p:txBody>
      </p:sp>
      <p:pic>
        <p:nvPicPr>
          <p:cNvPr id="8" name="صورة 7">
            <a:extLst>
              <a:ext uri="{FF2B5EF4-FFF2-40B4-BE49-F238E27FC236}">
                <a16:creationId xmlns:a16="http://schemas.microsoft.com/office/drawing/2014/main" id="{E5AF72A3-B1BF-5A6D-4FBE-05FB6296BF0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502" y="99173"/>
            <a:ext cx="2011680" cy="1464806"/>
          </a:xfrm>
          <a:prstGeom prst="rect">
            <a:avLst/>
          </a:prstGeom>
          <a:ln>
            <a:noFill/>
          </a:ln>
          <a:effectLst>
            <a:outerShdw blurRad="292100" dist="139700" dir="2700000" algn="tl" rotWithShape="0">
              <a:srgbClr val="333333">
                <a:alpha val="65000"/>
              </a:srgbClr>
            </a:outerShdw>
          </a:effectLst>
        </p:spPr>
      </p:pic>
      <p:sp>
        <p:nvSpPr>
          <p:cNvPr id="12" name="مربع نص 11">
            <a:extLst>
              <a:ext uri="{FF2B5EF4-FFF2-40B4-BE49-F238E27FC236}">
                <a16:creationId xmlns:a16="http://schemas.microsoft.com/office/drawing/2014/main" id="{3804C85A-8F0F-CC15-ED7A-C139E8676E2F}"/>
              </a:ext>
            </a:extLst>
          </p:cNvPr>
          <p:cNvSpPr txBox="1"/>
          <p:nvPr/>
        </p:nvSpPr>
        <p:spPr>
          <a:xfrm>
            <a:off x="5251198" y="317500"/>
            <a:ext cx="2209800" cy="1323439"/>
          </a:xfrm>
          <a:prstGeom prst="rect">
            <a:avLst/>
          </a:prstGeom>
          <a:noFill/>
        </p:spPr>
        <p:txBody>
          <a:bodyPr wrap="square" rtlCol="1">
            <a:spAutoFit/>
          </a:bodyPr>
          <a:lstStyle/>
          <a:p>
            <a:pPr algn="ctr" rtl="1"/>
            <a:r>
              <a:rPr lang="ar-EG" sz="1600" b="1" dirty="0"/>
              <a:t>المملكة العربية السعودية</a:t>
            </a:r>
            <a:endParaRPr lang="en-US" sz="1600" b="1" dirty="0"/>
          </a:p>
          <a:p>
            <a:pPr algn="ctr" rtl="1"/>
            <a:r>
              <a:rPr lang="ar-EG" sz="1600" b="1" dirty="0"/>
              <a:t>وزارة التعليم</a:t>
            </a:r>
            <a:endParaRPr lang="en-US" sz="1600" b="1" dirty="0"/>
          </a:p>
          <a:p>
            <a:pPr algn="ctr" rtl="1"/>
            <a:r>
              <a:rPr lang="ar-EG" sz="1600" b="1" dirty="0"/>
              <a:t>الإدارة العامة للتعليم بمنطقة الرياض</a:t>
            </a:r>
            <a:endParaRPr lang="en-US" sz="1600" b="1" dirty="0"/>
          </a:p>
          <a:p>
            <a:pPr algn="ctr" rtl="1"/>
            <a:r>
              <a:rPr lang="ar-EG" sz="1600" b="1" dirty="0"/>
              <a:t>الثانوية  76  بالرياض</a:t>
            </a:r>
            <a:endParaRPr lang="ar-SA" sz="1600" b="1" dirty="0"/>
          </a:p>
        </p:txBody>
      </p:sp>
      <p:sp>
        <p:nvSpPr>
          <p:cNvPr id="14" name="مربع نص 13">
            <a:extLst>
              <a:ext uri="{FF2B5EF4-FFF2-40B4-BE49-F238E27FC236}">
                <a16:creationId xmlns:a16="http://schemas.microsoft.com/office/drawing/2014/main" id="{3158B51B-323D-C331-F07C-DC65582A3FB5}"/>
              </a:ext>
            </a:extLst>
          </p:cNvPr>
          <p:cNvSpPr txBox="1"/>
          <p:nvPr/>
        </p:nvSpPr>
        <p:spPr>
          <a:xfrm>
            <a:off x="1439032" y="9819104"/>
            <a:ext cx="4724400" cy="584775"/>
          </a:xfrm>
          <a:prstGeom prst="rect">
            <a:avLst/>
          </a:prstGeom>
          <a:noFill/>
        </p:spPr>
        <p:txBody>
          <a:bodyPr wrap="square" rtlCol="1">
            <a:spAutoFit/>
          </a:bodyPr>
          <a:lstStyle/>
          <a:p>
            <a:pPr algn="ctr" rtl="1"/>
            <a:r>
              <a:rPr lang="ar-SA" sz="3200" b="1" dirty="0"/>
              <a:t>مديرة المدرسة : جيهان محمد بنا </a:t>
            </a:r>
          </a:p>
        </p:txBody>
      </p:sp>
      <p:grpSp>
        <p:nvGrpSpPr>
          <p:cNvPr id="2" name="مجموعة 1">
            <a:extLst>
              <a:ext uri="{FF2B5EF4-FFF2-40B4-BE49-F238E27FC236}">
                <a16:creationId xmlns:a16="http://schemas.microsoft.com/office/drawing/2014/main" id="{DC9291DD-E2AA-E786-6881-EB7EEFF5D8EB}"/>
              </a:ext>
            </a:extLst>
          </p:cNvPr>
          <p:cNvGrpSpPr/>
          <p:nvPr/>
        </p:nvGrpSpPr>
        <p:grpSpPr>
          <a:xfrm>
            <a:off x="765873" y="2146300"/>
            <a:ext cx="6190116" cy="6285593"/>
            <a:chOff x="0" y="332905"/>
            <a:chExt cx="10223144" cy="8447290"/>
          </a:xfrm>
        </p:grpSpPr>
        <p:grpSp>
          <p:nvGrpSpPr>
            <p:cNvPr id="4" name="Group 3">
              <a:extLst>
                <a:ext uri="{FF2B5EF4-FFF2-40B4-BE49-F238E27FC236}">
                  <a16:creationId xmlns:a16="http://schemas.microsoft.com/office/drawing/2014/main" id="{830E4566-DEA3-071C-4DC8-19325A8C3DF0}"/>
                </a:ext>
              </a:extLst>
            </p:cNvPr>
            <p:cNvGrpSpPr>
              <a:grpSpLocks noChangeAspect="1"/>
            </p:cNvGrpSpPr>
            <p:nvPr/>
          </p:nvGrpSpPr>
          <p:grpSpPr>
            <a:xfrm>
              <a:off x="0" y="332905"/>
              <a:ext cx="4257372" cy="8447290"/>
              <a:chOff x="0" y="332905"/>
              <a:chExt cx="3166110" cy="6282055"/>
            </a:xfrm>
          </p:grpSpPr>
          <p:sp>
            <p:nvSpPr>
              <p:cNvPr id="22" name="Freeform 4">
                <a:extLst>
                  <a:ext uri="{FF2B5EF4-FFF2-40B4-BE49-F238E27FC236}">
                    <a16:creationId xmlns:a16="http://schemas.microsoft.com/office/drawing/2014/main" id="{65BF1152-DE9D-0ACD-4A37-9E1D3230DAEB}"/>
                  </a:ext>
                </a:extLst>
              </p:cNvPr>
              <p:cNvSpPr/>
              <p:nvPr/>
            </p:nvSpPr>
            <p:spPr>
              <a:xfrm>
                <a:off x="4318" y="337223"/>
                <a:ext cx="3157347" cy="6273419"/>
              </a:xfrm>
              <a:custGeom>
                <a:avLst/>
                <a:gdLst/>
                <a:ahLst/>
                <a:cxnLst/>
                <a:rect l="l" t="t" r="r" b="b"/>
                <a:pathLst>
                  <a:path w="3157347" h="6273419">
                    <a:moveTo>
                      <a:pt x="3049651" y="6273419"/>
                    </a:moveTo>
                    <a:lnTo>
                      <a:pt x="107696" y="6273419"/>
                    </a:lnTo>
                    <a:cubicBezTo>
                      <a:pt x="48260" y="6273419"/>
                      <a:pt x="0" y="6225286"/>
                      <a:pt x="0" y="6165723"/>
                    </a:cubicBezTo>
                    <a:lnTo>
                      <a:pt x="0" y="1578737"/>
                    </a:lnTo>
                    <a:cubicBezTo>
                      <a:pt x="0" y="706882"/>
                      <a:pt x="706882" y="0"/>
                      <a:pt x="1578737" y="0"/>
                    </a:cubicBezTo>
                    <a:lnTo>
                      <a:pt x="1578737" y="0"/>
                    </a:lnTo>
                    <a:cubicBezTo>
                      <a:pt x="2450592" y="0"/>
                      <a:pt x="3157347" y="706755"/>
                      <a:pt x="3157347" y="1578610"/>
                    </a:cubicBezTo>
                    <a:lnTo>
                      <a:pt x="3157347" y="6165723"/>
                    </a:lnTo>
                    <a:cubicBezTo>
                      <a:pt x="3157347" y="6225286"/>
                      <a:pt x="3109087" y="6273419"/>
                      <a:pt x="3049651" y="6273419"/>
                    </a:cubicBezTo>
                    <a:close/>
                  </a:path>
                </a:pathLst>
              </a:custGeom>
              <a:solidFill>
                <a:srgbClr val="ECEEF2">
                  <a:alpha val="61961"/>
                </a:srgbClr>
              </a:solidFill>
              <a:ln w="12700">
                <a:solidFill>
                  <a:srgbClr val="000000"/>
                </a:solidFill>
              </a:ln>
            </p:spPr>
            <p:txBody>
              <a:bodyPr/>
              <a:lstStyle/>
              <a:p>
                <a:endParaRPr lang="ar-SA"/>
              </a:p>
            </p:txBody>
          </p:sp>
          <p:sp>
            <p:nvSpPr>
              <p:cNvPr id="23" name="Freeform 5">
                <a:extLst>
                  <a:ext uri="{FF2B5EF4-FFF2-40B4-BE49-F238E27FC236}">
                    <a16:creationId xmlns:a16="http://schemas.microsoft.com/office/drawing/2014/main" id="{5DA733F6-8DC3-5931-4147-FF6DBE405A62}"/>
                  </a:ext>
                </a:extLst>
              </p:cNvPr>
              <p:cNvSpPr/>
              <p:nvPr/>
            </p:nvSpPr>
            <p:spPr>
              <a:xfrm>
                <a:off x="0" y="332905"/>
                <a:ext cx="3166110" cy="6282055"/>
              </a:xfrm>
              <a:custGeom>
                <a:avLst/>
                <a:gdLst/>
                <a:ahLst/>
                <a:cxnLst/>
                <a:rect l="l" t="t" r="r" b="b"/>
                <a:pathLst>
                  <a:path w="3166110" h="6282055">
                    <a:moveTo>
                      <a:pt x="3053969" y="6282055"/>
                    </a:moveTo>
                    <a:lnTo>
                      <a:pt x="112014" y="6282055"/>
                    </a:lnTo>
                    <a:cubicBezTo>
                      <a:pt x="50292" y="6282055"/>
                      <a:pt x="0" y="6231763"/>
                      <a:pt x="0" y="6170041"/>
                    </a:cubicBezTo>
                    <a:lnTo>
                      <a:pt x="0" y="1583055"/>
                    </a:lnTo>
                    <a:cubicBezTo>
                      <a:pt x="0" y="1369314"/>
                      <a:pt x="41910" y="1162050"/>
                      <a:pt x="124460" y="966851"/>
                    </a:cubicBezTo>
                    <a:cubicBezTo>
                      <a:pt x="204216" y="778383"/>
                      <a:pt x="318389" y="609092"/>
                      <a:pt x="463677" y="463677"/>
                    </a:cubicBezTo>
                    <a:cubicBezTo>
                      <a:pt x="608965" y="318262"/>
                      <a:pt x="778256" y="204089"/>
                      <a:pt x="966851" y="124460"/>
                    </a:cubicBezTo>
                    <a:cubicBezTo>
                      <a:pt x="1161923" y="41910"/>
                      <a:pt x="1369314" y="0"/>
                      <a:pt x="1583055" y="0"/>
                    </a:cubicBezTo>
                    <a:cubicBezTo>
                      <a:pt x="1796796" y="0"/>
                      <a:pt x="2004060" y="41910"/>
                      <a:pt x="2199259" y="124460"/>
                    </a:cubicBezTo>
                    <a:cubicBezTo>
                      <a:pt x="2387727" y="204216"/>
                      <a:pt x="2557018" y="318389"/>
                      <a:pt x="2702433" y="463677"/>
                    </a:cubicBezTo>
                    <a:cubicBezTo>
                      <a:pt x="2847848" y="609092"/>
                      <a:pt x="2961894" y="778383"/>
                      <a:pt x="3041650" y="966851"/>
                    </a:cubicBezTo>
                    <a:cubicBezTo>
                      <a:pt x="3124200" y="1162050"/>
                      <a:pt x="3166110" y="1369314"/>
                      <a:pt x="3166110" y="1583055"/>
                    </a:cubicBezTo>
                    <a:lnTo>
                      <a:pt x="3166110" y="6170168"/>
                    </a:lnTo>
                    <a:cubicBezTo>
                      <a:pt x="3165983" y="6231890"/>
                      <a:pt x="3115818" y="6282055"/>
                      <a:pt x="3053969" y="6282055"/>
                    </a:cubicBezTo>
                    <a:close/>
                    <a:moveTo>
                      <a:pt x="1583055" y="8763"/>
                    </a:moveTo>
                    <a:cubicBezTo>
                      <a:pt x="1370584" y="8763"/>
                      <a:pt x="1164336" y="50419"/>
                      <a:pt x="970280" y="132461"/>
                    </a:cubicBezTo>
                    <a:cubicBezTo>
                      <a:pt x="782828" y="211709"/>
                      <a:pt x="614426" y="325247"/>
                      <a:pt x="469900" y="469900"/>
                    </a:cubicBezTo>
                    <a:cubicBezTo>
                      <a:pt x="325374" y="614553"/>
                      <a:pt x="211709" y="782701"/>
                      <a:pt x="132461" y="970280"/>
                    </a:cubicBezTo>
                    <a:cubicBezTo>
                      <a:pt x="50419" y="1164336"/>
                      <a:pt x="8763" y="1370584"/>
                      <a:pt x="8763" y="1583055"/>
                    </a:cubicBezTo>
                    <a:lnTo>
                      <a:pt x="8763" y="6170168"/>
                    </a:lnTo>
                    <a:cubicBezTo>
                      <a:pt x="8763" y="6227064"/>
                      <a:pt x="55118" y="6273419"/>
                      <a:pt x="112014" y="6273419"/>
                    </a:cubicBezTo>
                    <a:lnTo>
                      <a:pt x="3053969" y="6273419"/>
                    </a:lnTo>
                    <a:cubicBezTo>
                      <a:pt x="3110865" y="6273419"/>
                      <a:pt x="3157220" y="6227064"/>
                      <a:pt x="3157220" y="6170168"/>
                    </a:cubicBezTo>
                    <a:lnTo>
                      <a:pt x="3157220" y="1583055"/>
                    </a:lnTo>
                    <a:cubicBezTo>
                      <a:pt x="3157220" y="1370584"/>
                      <a:pt x="3115564" y="1164336"/>
                      <a:pt x="3033522" y="970280"/>
                    </a:cubicBezTo>
                    <a:cubicBezTo>
                      <a:pt x="2954274" y="782828"/>
                      <a:pt x="2840736" y="614426"/>
                      <a:pt x="2696083" y="469900"/>
                    </a:cubicBezTo>
                    <a:cubicBezTo>
                      <a:pt x="2551557" y="325374"/>
                      <a:pt x="2383155" y="211836"/>
                      <a:pt x="2195703" y="132461"/>
                    </a:cubicBezTo>
                    <a:cubicBezTo>
                      <a:pt x="2001647" y="50292"/>
                      <a:pt x="1795526" y="8763"/>
                      <a:pt x="1583055" y="8763"/>
                    </a:cubicBezTo>
                    <a:close/>
                  </a:path>
                </a:pathLst>
              </a:custGeom>
              <a:solidFill>
                <a:srgbClr val="008C54">
                  <a:alpha val="61961"/>
                </a:srgbClr>
              </a:solidFill>
            </p:spPr>
            <p:txBody>
              <a:bodyPr/>
              <a:lstStyle/>
              <a:p>
                <a:endParaRPr lang="ar-SA"/>
              </a:p>
            </p:txBody>
          </p:sp>
        </p:grpSp>
        <p:grpSp>
          <p:nvGrpSpPr>
            <p:cNvPr id="6" name="Group 6">
              <a:extLst>
                <a:ext uri="{FF2B5EF4-FFF2-40B4-BE49-F238E27FC236}">
                  <a16:creationId xmlns:a16="http://schemas.microsoft.com/office/drawing/2014/main" id="{2DC453EE-6284-1FF4-D886-E1562699699C}"/>
                </a:ext>
              </a:extLst>
            </p:cNvPr>
            <p:cNvGrpSpPr/>
            <p:nvPr/>
          </p:nvGrpSpPr>
          <p:grpSpPr>
            <a:xfrm>
              <a:off x="2" y="1165681"/>
              <a:ext cx="4221199" cy="3947983"/>
              <a:chOff x="804816" y="1165743"/>
              <a:chExt cx="869049" cy="812800"/>
            </a:xfrm>
          </p:grpSpPr>
          <p:sp>
            <p:nvSpPr>
              <p:cNvPr id="21" name="Freeform 7">
                <a:extLst>
                  <a:ext uri="{FF2B5EF4-FFF2-40B4-BE49-F238E27FC236}">
                    <a16:creationId xmlns:a16="http://schemas.microsoft.com/office/drawing/2014/main" id="{30ED9A6F-87CF-37DC-2DE4-A82C169C6E5F}"/>
                  </a:ext>
                </a:extLst>
              </p:cNvPr>
              <p:cNvSpPr/>
              <p:nvPr/>
            </p:nvSpPr>
            <p:spPr>
              <a:xfrm>
                <a:off x="804816" y="1165743"/>
                <a:ext cx="869049" cy="812800"/>
              </a:xfrm>
              <a:custGeom>
                <a:avLst/>
                <a:gdLst/>
                <a:ahLst/>
                <a:cxnLst/>
                <a:rect l="l" t="t" r="r" b="b"/>
                <a:pathLst>
                  <a:path w="660400" h="812800">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28502"/>
                    </a:cubicBezTo>
                    <a:lnTo>
                      <a:pt x="660400" y="812800"/>
                    </a:lnTo>
                    <a:lnTo>
                      <a:pt x="0" y="812800"/>
                    </a:lnTo>
                    <a:lnTo>
                      <a:pt x="0" y="328861"/>
                    </a:lnTo>
                    <a:cubicBezTo>
                      <a:pt x="1782" y="185660"/>
                      <a:pt x="93019" y="64045"/>
                      <a:pt x="220252" y="19070"/>
                    </a:cubicBezTo>
                    <a:close/>
                  </a:path>
                </a:pathLst>
              </a:custGeom>
              <a:blipFill>
                <a:blip r:embed="rId4"/>
                <a:stretch>
                  <a:fillRect l="-26553" r="-26553"/>
                </a:stretch>
              </a:blipFill>
            </p:spPr>
            <p:txBody>
              <a:bodyPr/>
              <a:lstStyle/>
              <a:p>
                <a:endParaRPr lang="ar-SA"/>
              </a:p>
            </p:txBody>
          </p:sp>
        </p:grpSp>
        <p:grpSp>
          <p:nvGrpSpPr>
            <p:cNvPr id="7" name="Group 8">
              <a:extLst>
                <a:ext uri="{FF2B5EF4-FFF2-40B4-BE49-F238E27FC236}">
                  <a16:creationId xmlns:a16="http://schemas.microsoft.com/office/drawing/2014/main" id="{FD508E8E-AFA7-2B6A-7763-F163201430AE}"/>
                </a:ext>
              </a:extLst>
            </p:cNvPr>
            <p:cNvGrpSpPr>
              <a:grpSpLocks noChangeAspect="1"/>
            </p:cNvGrpSpPr>
            <p:nvPr/>
          </p:nvGrpSpPr>
          <p:grpSpPr>
            <a:xfrm>
              <a:off x="6097276" y="332905"/>
              <a:ext cx="4125868" cy="8394594"/>
              <a:chOff x="6097277" y="332905"/>
              <a:chExt cx="3166110" cy="6441845"/>
            </a:xfrm>
          </p:grpSpPr>
          <p:sp>
            <p:nvSpPr>
              <p:cNvPr id="19" name="Freeform 9">
                <a:extLst>
                  <a:ext uri="{FF2B5EF4-FFF2-40B4-BE49-F238E27FC236}">
                    <a16:creationId xmlns:a16="http://schemas.microsoft.com/office/drawing/2014/main" id="{02C2DCB0-CC5C-0E77-1D1A-1481DEA0E0D2}"/>
                  </a:ext>
                </a:extLst>
              </p:cNvPr>
              <p:cNvSpPr/>
              <p:nvPr/>
            </p:nvSpPr>
            <p:spPr>
              <a:xfrm>
                <a:off x="6101594" y="337223"/>
                <a:ext cx="3157347" cy="6437527"/>
              </a:xfrm>
              <a:custGeom>
                <a:avLst/>
                <a:gdLst/>
                <a:ahLst/>
                <a:cxnLst/>
                <a:rect l="l" t="t" r="r" b="b"/>
                <a:pathLst>
                  <a:path w="3157347" h="6273419">
                    <a:moveTo>
                      <a:pt x="3049651" y="6273419"/>
                    </a:moveTo>
                    <a:lnTo>
                      <a:pt x="107696" y="6273419"/>
                    </a:lnTo>
                    <a:cubicBezTo>
                      <a:pt x="48260" y="6273419"/>
                      <a:pt x="0" y="6225286"/>
                      <a:pt x="0" y="6165723"/>
                    </a:cubicBezTo>
                    <a:lnTo>
                      <a:pt x="0" y="1578737"/>
                    </a:lnTo>
                    <a:cubicBezTo>
                      <a:pt x="0" y="706882"/>
                      <a:pt x="706882" y="0"/>
                      <a:pt x="1578737" y="0"/>
                    </a:cubicBezTo>
                    <a:lnTo>
                      <a:pt x="1578737" y="0"/>
                    </a:lnTo>
                    <a:cubicBezTo>
                      <a:pt x="2450592" y="0"/>
                      <a:pt x="3157347" y="706755"/>
                      <a:pt x="3157347" y="1578610"/>
                    </a:cubicBezTo>
                    <a:lnTo>
                      <a:pt x="3157347" y="6165723"/>
                    </a:lnTo>
                    <a:cubicBezTo>
                      <a:pt x="3157347" y="6225286"/>
                      <a:pt x="3109087" y="6273419"/>
                      <a:pt x="3049651" y="6273419"/>
                    </a:cubicBezTo>
                    <a:close/>
                  </a:path>
                </a:pathLst>
              </a:custGeom>
              <a:solidFill>
                <a:srgbClr val="ECEEF2"/>
              </a:solidFill>
              <a:ln w="12700">
                <a:solidFill>
                  <a:srgbClr val="000000"/>
                </a:solidFill>
              </a:ln>
            </p:spPr>
            <p:txBody>
              <a:bodyPr/>
              <a:lstStyle/>
              <a:p>
                <a:endParaRPr lang="ar-SA"/>
              </a:p>
            </p:txBody>
          </p:sp>
          <p:sp>
            <p:nvSpPr>
              <p:cNvPr id="20" name="Freeform 10">
                <a:extLst>
                  <a:ext uri="{FF2B5EF4-FFF2-40B4-BE49-F238E27FC236}">
                    <a16:creationId xmlns:a16="http://schemas.microsoft.com/office/drawing/2014/main" id="{9B2AE565-E0F0-9F2D-5A7E-5D75A470DB16}"/>
                  </a:ext>
                </a:extLst>
              </p:cNvPr>
              <p:cNvSpPr/>
              <p:nvPr/>
            </p:nvSpPr>
            <p:spPr>
              <a:xfrm>
                <a:off x="6097277" y="332905"/>
                <a:ext cx="3166110" cy="6282055"/>
              </a:xfrm>
              <a:custGeom>
                <a:avLst/>
                <a:gdLst/>
                <a:ahLst/>
                <a:cxnLst/>
                <a:rect l="l" t="t" r="r" b="b"/>
                <a:pathLst>
                  <a:path w="3166110" h="6282055">
                    <a:moveTo>
                      <a:pt x="3053969" y="6282055"/>
                    </a:moveTo>
                    <a:lnTo>
                      <a:pt x="112014" y="6282055"/>
                    </a:lnTo>
                    <a:cubicBezTo>
                      <a:pt x="50292" y="6282055"/>
                      <a:pt x="0" y="6231763"/>
                      <a:pt x="0" y="6170041"/>
                    </a:cubicBezTo>
                    <a:lnTo>
                      <a:pt x="0" y="1583055"/>
                    </a:lnTo>
                    <a:cubicBezTo>
                      <a:pt x="0" y="1369314"/>
                      <a:pt x="41910" y="1162050"/>
                      <a:pt x="124460" y="966851"/>
                    </a:cubicBezTo>
                    <a:cubicBezTo>
                      <a:pt x="204216" y="778383"/>
                      <a:pt x="318389" y="609092"/>
                      <a:pt x="463677" y="463677"/>
                    </a:cubicBezTo>
                    <a:cubicBezTo>
                      <a:pt x="608965" y="318262"/>
                      <a:pt x="778256" y="204089"/>
                      <a:pt x="966851" y="124460"/>
                    </a:cubicBezTo>
                    <a:cubicBezTo>
                      <a:pt x="1161923" y="41910"/>
                      <a:pt x="1369314" y="0"/>
                      <a:pt x="1583055" y="0"/>
                    </a:cubicBezTo>
                    <a:cubicBezTo>
                      <a:pt x="1796796" y="0"/>
                      <a:pt x="2004060" y="41910"/>
                      <a:pt x="2199259" y="124460"/>
                    </a:cubicBezTo>
                    <a:cubicBezTo>
                      <a:pt x="2387727" y="204216"/>
                      <a:pt x="2557018" y="318389"/>
                      <a:pt x="2702433" y="463677"/>
                    </a:cubicBezTo>
                    <a:cubicBezTo>
                      <a:pt x="2847848" y="609092"/>
                      <a:pt x="2961894" y="778383"/>
                      <a:pt x="3041650" y="966851"/>
                    </a:cubicBezTo>
                    <a:cubicBezTo>
                      <a:pt x="3124200" y="1162050"/>
                      <a:pt x="3166110" y="1369314"/>
                      <a:pt x="3166110" y="1583055"/>
                    </a:cubicBezTo>
                    <a:lnTo>
                      <a:pt x="3166110" y="6170168"/>
                    </a:lnTo>
                    <a:cubicBezTo>
                      <a:pt x="3165983" y="6231890"/>
                      <a:pt x="3115818" y="6282055"/>
                      <a:pt x="3053969" y="6282055"/>
                    </a:cubicBezTo>
                    <a:close/>
                    <a:moveTo>
                      <a:pt x="1583055" y="8763"/>
                    </a:moveTo>
                    <a:cubicBezTo>
                      <a:pt x="1370584" y="8763"/>
                      <a:pt x="1164336" y="50419"/>
                      <a:pt x="970280" y="132461"/>
                    </a:cubicBezTo>
                    <a:cubicBezTo>
                      <a:pt x="782828" y="211709"/>
                      <a:pt x="614426" y="325247"/>
                      <a:pt x="469900" y="469900"/>
                    </a:cubicBezTo>
                    <a:cubicBezTo>
                      <a:pt x="325374" y="614553"/>
                      <a:pt x="211709" y="782701"/>
                      <a:pt x="132461" y="970280"/>
                    </a:cubicBezTo>
                    <a:cubicBezTo>
                      <a:pt x="50419" y="1164336"/>
                      <a:pt x="8763" y="1370584"/>
                      <a:pt x="8763" y="1583055"/>
                    </a:cubicBezTo>
                    <a:lnTo>
                      <a:pt x="8763" y="6170168"/>
                    </a:lnTo>
                    <a:cubicBezTo>
                      <a:pt x="8763" y="6227064"/>
                      <a:pt x="55118" y="6273419"/>
                      <a:pt x="112014" y="6273419"/>
                    </a:cubicBezTo>
                    <a:lnTo>
                      <a:pt x="3053969" y="6273419"/>
                    </a:lnTo>
                    <a:cubicBezTo>
                      <a:pt x="3110865" y="6273419"/>
                      <a:pt x="3157220" y="6227064"/>
                      <a:pt x="3157220" y="6170168"/>
                    </a:cubicBezTo>
                    <a:lnTo>
                      <a:pt x="3157220" y="1583055"/>
                    </a:lnTo>
                    <a:cubicBezTo>
                      <a:pt x="3157220" y="1370584"/>
                      <a:pt x="3115564" y="1164336"/>
                      <a:pt x="3033522" y="970280"/>
                    </a:cubicBezTo>
                    <a:cubicBezTo>
                      <a:pt x="2954274" y="782828"/>
                      <a:pt x="2840736" y="614426"/>
                      <a:pt x="2696083" y="469900"/>
                    </a:cubicBezTo>
                    <a:cubicBezTo>
                      <a:pt x="2551557" y="325374"/>
                      <a:pt x="2383155" y="211836"/>
                      <a:pt x="2195703" y="132461"/>
                    </a:cubicBezTo>
                    <a:cubicBezTo>
                      <a:pt x="2001647" y="50292"/>
                      <a:pt x="1795526" y="8763"/>
                      <a:pt x="1583055" y="8763"/>
                    </a:cubicBezTo>
                    <a:close/>
                  </a:path>
                </a:pathLst>
              </a:custGeom>
              <a:solidFill>
                <a:srgbClr val="008C54"/>
              </a:solidFill>
            </p:spPr>
            <p:txBody>
              <a:bodyPr/>
              <a:lstStyle/>
              <a:p>
                <a:endParaRPr lang="ar-SA"/>
              </a:p>
            </p:txBody>
          </p:sp>
        </p:grpSp>
        <p:grpSp>
          <p:nvGrpSpPr>
            <p:cNvPr id="9" name="Group 17">
              <a:extLst>
                <a:ext uri="{FF2B5EF4-FFF2-40B4-BE49-F238E27FC236}">
                  <a16:creationId xmlns:a16="http://schemas.microsoft.com/office/drawing/2014/main" id="{73F6693C-2F31-9FEF-D437-D615B1617B6F}"/>
                </a:ext>
              </a:extLst>
            </p:cNvPr>
            <p:cNvGrpSpPr>
              <a:grpSpLocks noChangeAspect="1"/>
            </p:cNvGrpSpPr>
            <p:nvPr/>
          </p:nvGrpSpPr>
          <p:grpSpPr>
            <a:xfrm>
              <a:off x="6121238" y="789834"/>
              <a:ext cx="4080294" cy="6562239"/>
              <a:chOff x="6128896" y="789834"/>
              <a:chExt cx="3906080" cy="6282055"/>
            </a:xfrm>
          </p:grpSpPr>
          <p:sp>
            <p:nvSpPr>
              <p:cNvPr id="17" name="Freeform 18">
                <a:extLst>
                  <a:ext uri="{FF2B5EF4-FFF2-40B4-BE49-F238E27FC236}">
                    <a16:creationId xmlns:a16="http://schemas.microsoft.com/office/drawing/2014/main" id="{6CC90281-32F7-A7AF-3CAD-5C9076F2761E}"/>
                  </a:ext>
                </a:extLst>
              </p:cNvPr>
              <p:cNvSpPr/>
              <p:nvPr/>
            </p:nvSpPr>
            <p:spPr>
              <a:xfrm>
                <a:off x="6128896" y="794000"/>
                <a:ext cx="3906080" cy="3776509"/>
              </a:xfrm>
              <a:custGeom>
                <a:avLst/>
                <a:gdLst/>
                <a:ahLst/>
                <a:cxnLst/>
                <a:rect l="l" t="t" r="r" b="b"/>
                <a:pathLst>
                  <a:path w="3157347" h="6273419">
                    <a:moveTo>
                      <a:pt x="3049651" y="6273419"/>
                    </a:moveTo>
                    <a:lnTo>
                      <a:pt x="107696" y="6273419"/>
                    </a:lnTo>
                    <a:cubicBezTo>
                      <a:pt x="48260" y="6273419"/>
                      <a:pt x="0" y="6225286"/>
                      <a:pt x="0" y="6165723"/>
                    </a:cubicBezTo>
                    <a:lnTo>
                      <a:pt x="0" y="1578737"/>
                    </a:lnTo>
                    <a:cubicBezTo>
                      <a:pt x="0" y="706882"/>
                      <a:pt x="706882" y="0"/>
                      <a:pt x="1578737" y="0"/>
                    </a:cubicBezTo>
                    <a:lnTo>
                      <a:pt x="1578737" y="0"/>
                    </a:lnTo>
                    <a:cubicBezTo>
                      <a:pt x="2450592" y="0"/>
                      <a:pt x="3157347" y="706755"/>
                      <a:pt x="3157347" y="1578610"/>
                    </a:cubicBezTo>
                    <a:lnTo>
                      <a:pt x="3157347" y="6165723"/>
                    </a:lnTo>
                    <a:cubicBezTo>
                      <a:pt x="3157347" y="6225286"/>
                      <a:pt x="3109087" y="6273419"/>
                      <a:pt x="3049651" y="6273419"/>
                    </a:cubicBezTo>
                    <a:close/>
                  </a:path>
                </a:pathLst>
              </a:custGeom>
              <a:blipFill>
                <a:blip r:embed="rId5">
                  <a:alphaModFix amt="69000"/>
                </a:blip>
                <a:stretch>
                  <a:fillRect l="-73586" r="-73586"/>
                </a:stretch>
              </a:blipFill>
            </p:spPr>
            <p:txBody>
              <a:bodyPr/>
              <a:lstStyle/>
              <a:p>
                <a:endParaRPr lang="ar-SA"/>
              </a:p>
            </p:txBody>
          </p:sp>
          <p:sp>
            <p:nvSpPr>
              <p:cNvPr id="18" name="Freeform 19">
                <a:extLst>
                  <a:ext uri="{FF2B5EF4-FFF2-40B4-BE49-F238E27FC236}">
                    <a16:creationId xmlns:a16="http://schemas.microsoft.com/office/drawing/2014/main" id="{C7E8CB47-B43F-C9D4-E79B-A9C88EFB838F}"/>
                  </a:ext>
                </a:extLst>
              </p:cNvPr>
              <p:cNvSpPr/>
              <p:nvPr/>
            </p:nvSpPr>
            <p:spPr>
              <a:xfrm>
                <a:off x="6300582" y="789834"/>
                <a:ext cx="3166110" cy="6282055"/>
              </a:xfrm>
              <a:custGeom>
                <a:avLst/>
                <a:gdLst/>
                <a:ahLst/>
                <a:cxnLst/>
                <a:rect l="l" t="t" r="r" b="b"/>
                <a:pathLst>
                  <a:path w="3166110" h="6282055">
                    <a:moveTo>
                      <a:pt x="3053969" y="6282055"/>
                    </a:moveTo>
                    <a:lnTo>
                      <a:pt x="112014" y="6282055"/>
                    </a:lnTo>
                    <a:cubicBezTo>
                      <a:pt x="50292" y="6282055"/>
                      <a:pt x="0" y="6231763"/>
                      <a:pt x="0" y="6170041"/>
                    </a:cubicBezTo>
                    <a:lnTo>
                      <a:pt x="0" y="1583055"/>
                    </a:lnTo>
                    <a:cubicBezTo>
                      <a:pt x="0" y="1369314"/>
                      <a:pt x="41910" y="1162050"/>
                      <a:pt x="124460" y="966851"/>
                    </a:cubicBezTo>
                    <a:cubicBezTo>
                      <a:pt x="204216" y="778383"/>
                      <a:pt x="318389" y="609092"/>
                      <a:pt x="463677" y="463677"/>
                    </a:cubicBezTo>
                    <a:cubicBezTo>
                      <a:pt x="608965" y="318262"/>
                      <a:pt x="778256" y="204089"/>
                      <a:pt x="966851" y="124460"/>
                    </a:cubicBezTo>
                    <a:cubicBezTo>
                      <a:pt x="1161923" y="41910"/>
                      <a:pt x="1369314" y="0"/>
                      <a:pt x="1583055" y="0"/>
                    </a:cubicBezTo>
                    <a:cubicBezTo>
                      <a:pt x="1796796" y="0"/>
                      <a:pt x="2004060" y="41910"/>
                      <a:pt x="2199259" y="124460"/>
                    </a:cubicBezTo>
                    <a:cubicBezTo>
                      <a:pt x="2387727" y="204216"/>
                      <a:pt x="2557018" y="318389"/>
                      <a:pt x="2702433" y="463677"/>
                    </a:cubicBezTo>
                    <a:cubicBezTo>
                      <a:pt x="2847848" y="609092"/>
                      <a:pt x="2961894" y="778383"/>
                      <a:pt x="3041650" y="966851"/>
                    </a:cubicBezTo>
                    <a:cubicBezTo>
                      <a:pt x="3124200" y="1162050"/>
                      <a:pt x="3166110" y="1369314"/>
                      <a:pt x="3166110" y="1583055"/>
                    </a:cubicBezTo>
                    <a:lnTo>
                      <a:pt x="3166110" y="6170168"/>
                    </a:lnTo>
                    <a:cubicBezTo>
                      <a:pt x="3165983" y="6231890"/>
                      <a:pt x="3115818" y="6282055"/>
                      <a:pt x="3053969" y="6282055"/>
                    </a:cubicBezTo>
                    <a:close/>
                    <a:moveTo>
                      <a:pt x="1583055" y="8763"/>
                    </a:moveTo>
                    <a:cubicBezTo>
                      <a:pt x="1370584" y="8763"/>
                      <a:pt x="1164336" y="50419"/>
                      <a:pt x="970280" y="132461"/>
                    </a:cubicBezTo>
                    <a:cubicBezTo>
                      <a:pt x="782828" y="211709"/>
                      <a:pt x="614426" y="325247"/>
                      <a:pt x="469900" y="469900"/>
                    </a:cubicBezTo>
                    <a:cubicBezTo>
                      <a:pt x="325374" y="614553"/>
                      <a:pt x="211709" y="782701"/>
                      <a:pt x="132461" y="970280"/>
                    </a:cubicBezTo>
                    <a:cubicBezTo>
                      <a:pt x="50419" y="1164336"/>
                      <a:pt x="8763" y="1370584"/>
                      <a:pt x="8763" y="1583055"/>
                    </a:cubicBezTo>
                    <a:lnTo>
                      <a:pt x="8763" y="6170168"/>
                    </a:lnTo>
                    <a:cubicBezTo>
                      <a:pt x="8763" y="6227064"/>
                      <a:pt x="55118" y="6273419"/>
                      <a:pt x="112014" y="6273419"/>
                    </a:cubicBezTo>
                    <a:lnTo>
                      <a:pt x="3053969" y="6273419"/>
                    </a:lnTo>
                    <a:cubicBezTo>
                      <a:pt x="3110865" y="6273419"/>
                      <a:pt x="3157220" y="6227064"/>
                      <a:pt x="3157220" y="6170168"/>
                    </a:cubicBezTo>
                    <a:lnTo>
                      <a:pt x="3157220" y="1583055"/>
                    </a:lnTo>
                    <a:cubicBezTo>
                      <a:pt x="3157220" y="1370584"/>
                      <a:pt x="3115564" y="1164336"/>
                      <a:pt x="3033522" y="970280"/>
                    </a:cubicBezTo>
                    <a:cubicBezTo>
                      <a:pt x="2954274" y="782828"/>
                      <a:pt x="2840736" y="614426"/>
                      <a:pt x="2696083" y="469900"/>
                    </a:cubicBezTo>
                    <a:cubicBezTo>
                      <a:pt x="2551557" y="325374"/>
                      <a:pt x="2383155" y="211836"/>
                      <a:pt x="2195703" y="132461"/>
                    </a:cubicBezTo>
                    <a:cubicBezTo>
                      <a:pt x="2001647" y="50292"/>
                      <a:pt x="1795526" y="8763"/>
                      <a:pt x="1583055" y="8763"/>
                    </a:cubicBezTo>
                    <a:close/>
                  </a:path>
                </a:pathLst>
              </a:custGeom>
              <a:solidFill>
                <a:srgbClr val="FFFFFF">
                  <a:alpha val="68627"/>
                </a:srgbClr>
              </a:solidFill>
            </p:spPr>
            <p:txBody>
              <a:bodyPr/>
              <a:lstStyle/>
              <a:p>
                <a:endParaRPr lang="ar-SA"/>
              </a:p>
            </p:txBody>
          </p:sp>
        </p:grpSp>
        <p:sp>
          <p:nvSpPr>
            <p:cNvPr id="10" name="Freeform 23">
              <a:extLst>
                <a:ext uri="{FF2B5EF4-FFF2-40B4-BE49-F238E27FC236}">
                  <a16:creationId xmlns:a16="http://schemas.microsoft.com/office/drawing/2014/main" id="{52950071-C938-450D-EBBD-BEB10C39CE41}"/>
                </a:ext>
              </a:extLst>
            </p:cNvPr>
            <p:cNvSpPr/>
            <p:nvPr/>
          </p:nvSpPr>
          <p:spPr>
            <a:xfrm>
              <a:off x="851296" y="7674878"/>
              <a:ext cx="2424273" cy="770783"/>
            </a:xfrm>
            <a:custGeom>
              <a:avLst/>
              <a:gdLst/>
              <a:ahLst/>
              <a:cxnLst/>
              <a:rect l="l" t="t" r="r" b="b"/>
              <a:pathLst>
                <a:path w="2424273" h="770783">
                  <a:moveTo>
                    <a:pt x="0" y="0"/>
                  </a:moveTo>
                  <a:lnTo>
                    <a:pt x="2424272" y="0"/>
                  </a:lnTo>
                  <a:lnTo>
                    <a:pt x="2424272" y="770783"/>
                  </a:lnTo>
                  <a:lnTo>
                    <a:pt x="0" y="770783"/>
                  </a:lnTo>
                  <a:lnTo>
                    <a:pt x="0" y="0"/>
                  </a:lnTo>
                  <a:close/>
                </a:path>
              </a:pathLst>
            </a:custGeom>
            <a:blipFill>
              <a:blip r:embed="rId6"/>
              <a:stretch>
                <a:fillRect b="-23115"/>
              </a:stretch>
            </a:blipFill>
          </p:spPr>
          <p:txBody>
            <a:bodyPr/>
            <a:lstStyle/>
            <a:p>
              <a:endParaRPr lang="ar-SA"/>
            </a:p>
          </p:txBody>
        </p:sp>
        <p:sp>
          <p:nvSpPr>
            <p:cNvPr id="11" name="Freeform 24">
              <a:extLst>
                <a:ext uri="{FF2B5EF4-FFF2-40B4-BE49-F238E27FC236}">
                  <a16:creationId xmlns:a16="http://schemas.microsoft.com/office/drawing/2014/main" id="{920BDE5B-1FAC-40C7-1D87-50BC9E4512E4}"/>
                </a:ext>
              </a:extLst>
            </p:cNvPr>
            <p:cNvSpPr/>
            <p:nvPr/>
          </p:nvSpPr>
          <p:spPr>
            <a:xfrm>
              <a:off x="6746210" y="7843369"/>
              <a:ext cx="2499781" cy="670275"/>
            </a:xfrm>
            <a:custGeom>
              <a:avLst/>
              <a:gdLst/>
              <a:ahLst/>
              <a:cxnLst/>
              <a:rect l="l" t="t" r="r" b="b"/>
              <a:pathLst>
                <a:path w="2499780" h="670275">
                  <a:moveTo>
                    <a:pt x="0" y="0"/>
                  </a:moveTo>
                  <a:lnTo>
                    <a:pt x="2499780" y="0"/>
                  </a:lnTo>
                  <a:lnTo>
                    <a:pt x="2499780" y="670275"/>
                  </a:lnTo>
                  <a:lnTo>
                    <a:pt x="0" y="670275"/>
                  </a:lnTo>
                  <a:lnTo>
                    <a:pt x="0" y="0"/>
                  </a:lnTo>
                  <a:close/>
                </a:path>
              </a:pathLst>
            </a:custGeom>
            <a:blipFill>
              <a:blip r:embed="rId7"/>
              <a:stretch>
                <a:fillRect l="-6520" r="-5538" b="-18349"/>
              </a:stretch>
            </a:blipFill>
          </p:spPr>
          <p:txBody>
            <a:bodyPr/>
            <a:lstStyle/>
            <a:p>
              <a:endParaRPr lang="ar-SA"/>
            </a:p>
          </p:txBody>
        </p:sp>
        <p:sp>
          <p:nvSpPr>
            <p:cNvPr id="15" name="TextBox 27">
              <a:extLst>
                <a:ext uri="{FF2B5EF4-FFF2-40B4-BE49-F238E27FC236}">
                  <a16:creationId xmlns:a16="http://schemas.microsoft.com/office/drawing/2014/main" id="{B32EC57F-E329-0276-B963-7822E9EA601D}"/>
                </a:ext>
              </a:extLst>
            </p:cNvPr>
            <p:cNvSpPr txBox="1"/>
            <p:nvPr/>
          </p:nvSpPr>
          <p:spPr>
            <a:xfrm>
              <a:off x="339357" y="5115874"/>
              <a:ext cx="3785190" cy="2581941"/>
            </a:xfrm>
            <a:prstGeom prst="rect">
              <a:avLst/>
            </a:prstGeom>
          </p:spPr>
          <p:txBody>
            <a:bodyPr wrap="square" lIns="0" tIns="0" rIns="0" bIns="0" rtlCol="0" anchor="t">
              <a:noAutofit/>
            </a:bodyPr>
            <a:lstStyle/>
            <a:p>
              <a:pPr algn="ctr" rtl="1">
                <a:lnSpc>
                  <a:spcPts val="2770"/>
                </a:lnSpc>
                <a:spcAft>
                  <a:spcPts val="800"/>
                </a:spcAft>
                <a:buNone/>
              </a:pPr>
              <a:r>
                <a:rPr lang="ar-EG" sz="1600" b="1" kern="1200" dirty="0">
                  <a:solidFill>
                    <a:srgbClr val="43A09B"/>
                  </a:solidFill>
                  <a:effectLst/>
                  <a:latin typeface="Calibri" panose="020F0502020204030204" pitchFamily="34" charset="0"/>
                  <a:ea typeface="29LT Zarid Serif Bold"/>
                </a:rPr>
                <a:t>" إن التعليم ركيزة أساسية تتحقق بها تطلعات شعبنا نحو التقدم والازدهار والتنمية والرقي الحضاري في المعارف والعلوم النافعة، والشباب هم أمل الأمة وعدة المستقبل" </a:t>
              </a:r>
              <a:endParaRPr lang="en-US" sz="1100" dirty="0">
                <a:effectLst/>
                <a:latin typeface="Calibri" panose="020F0502020204030204" pitchFamily="34" charset="0"/>
                <a:ea typeface="Calibri" panose="020F0502020204030204" pitchFamily="34" charset="0"/>
              </a:endParaRPr>
            </a:p>
          </p:txBody>
        </p:sp>
        <p:sp>
          <p:nvSpPr>
            <p:cNvPr id="16" name="TextBox 28">
              <a:extLst>
                <a:ext uri="{FF2B5EF4-FFF2-40B4-BE49-F238E27FC236}">
                  <a16:creationId xmlns:a16="http://schemas.microsoft.com/office/drawing/2014/main" id="{ED2F3C74-4167-372F-243B-C1755117E51E}"/>
                </a:ext>
              </a:extLst>
            </p:cNvPr>
            <p:cNvSpPr txBox="1"/>
            <p:nvPr/>
          </p:nvSpPr>
          <p:spPr>
            <a:xfrm>
              <a:off x="6174130" y="5678287"/>
              <a:ext cx="3950035" cy="2208435"/>
            </a:xfrm>
            <a:prstGeom prst="rect">
              <a:avLst/>
            </a:prstGeom>
          </p:spPr>
          <p:txBody>
            <a:bodyPr wrap="square" lIns="0" tIns="0" rIns="0" bIns="0" rtlCol="0" anchor="t">
              <a:noAutofit/>
            </a:bodyPr>
            <a:lstStyle/>
            <a:p>
              <a:pPr algn="ctr" rtl="1">
                <a:lnSpc>
                  <a:spcPts val="2935"/>
                </a:lnSpc>
                <a:spcAft>
                  <a:spcPts val="800"/>
                </a:spcAft>
                <a:buNone/>
              </a:pPr>
              <a:r>
                <a:rPr lang="ar-EG" sz="1600" b="1" kern="1200" dirty="0">
                  <a:solidFill>
                    <a:srgbClr val="43A09B"/>
                  </a:solidFill>
                  <a:effectLst/>
                  <a:latin typeface="Calibri" panose="020F0502020204030204" pitchFamily="34" charset="0"/>
                  <a:ea typeface="29LT Zarid Serif Bold"/>
                </a:rPr>
                <a:t>ثروتنا الأولى التي لا تعادلها ثروة مهما بلغت: شعبٌ طموحٌ، معظمه من الشباب، هو فخر بلادنا وضمان مستقبلها بعون الله.</a:t>
              </a:r>
              <a:endParaRPr lang="en-US" sz="1100" dirty="0">
                <a:effectLst/>
                <a:latin typeface="Calibri" panose="020F0502020204030204" pitchFamily="34" charset="0"/>
                <a:ea typeface="Calibri" panose="020F0502020204030204" pitchFamily="34" charset="0"/>
              </a:endParaRPr>
            </a:p>
          </p:txBody>
        </p:sp>
      </p:grpSp>
      <p:sp>
        <p:nvSpPr>
          <p:cNvPr id="28" name="Freeform 5">
            <a:extLst>
              <a:ext uri="{FF2B5EF4-FFF2-40B4-BE49-F238E27FC236}">
                <a16:creationId xmlns:a16="http://schemas.microsoft.com/office/drawing/2014/main" id="{1F050368-C0CA-DD66-EE25-344183071B0D}"/>
              </a:ext>
            </a:extLst>
          </p:cNvPr>
          <p:cNvSpPr/>
          <p:nvPr/>
        </p:nvSpPr>
        <p:spPr>
          <a:xfrm>
            <a:off x="0" y="9492998"/>
            <a:ext cx="1200402" cy="1200402"/>
          </a:xfrm>
          <a:custGeom>
            <a:avLst/>
            <a:gdLst/>
            <a:ahLst/>
            <a:cxnLst/>
            <a:rect l="l" t="t" r="r" b="b"/>
            <a:pathLst>
              <a:path w="1670654" h="1497514">
                <a:moveTo>
                  <a:pt x="0" y="0"/>
                </a:moveTo>
                <a:lnTo>
                  <a:pt x="1670654" y="0"/>
                </a:lnTo>
                <a:lnTo>
                  <a:pt x="1670654" y="1497514"/>
                </a:lnTo>
                <a:lnTo>
                  <a:pt x="0" y="1497514"/>
                </a:lnTo>
                <a:lnTo>
                  <a:pt x="0" y="0"/>
                </a:lnTo>
                <a:close/>
              </a:path>
            </a:pathLst>
          </a:custGeom>
          <a:blipFill>
            <a:blip>
              <a:extLst>
                <a:ext uri="{96DAC541-7B7A-43D3-8B79-37D633B846F1}">
                  <asvg:svgBlip xmlns:asvg="http://schemas.microsoft.com/office/drawing/2016/SVG/main" r:embed="rId8"/>
                </a:ext>
              </a:extLst>
            </a:blip>
            <a:stretch>
              <a:fillRect/>
            </a:stretch>
          </a:blipFill>
        </p:spPr>
        <p:txBody>
          <a:bodyPr/>
          <a:lstStyle/>
          <a:p>
            <a:endParaRPr lang="ar-SA"/>
          </a:p>
        </p:txBody>
      </p:sp>
    </p:spTree>
    <p:extLst>
      <p:ext uri="{BB962C8B-B14F-4D97-AF65-F5344CB8AC3E}">
        <p14:creationId xmlns:p14="http://schemas.microsoft.com/office/powerpoint/2010/main" val="35997002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62C4B0"/>
        </a:solidFill>
        <a:effectLst/>
      </p:bgPr>
    </p:bg>
    <p:spTree>
      <p:nvGrpSpPr>
        <p:cNvPr id="1" name=""/>
        <p:cNvGrpSpPr/>
        <p:nvPr/>
      </p:nvGrpSpPr>
      <p:grpSpPr>
        <a:xfrm>
          <a:off x="0" y="0"/>
          <a:ext cx="0" cy="0"/>
          <a:chOff x="0" y="0"/>
          <a:chExt cx="0" cy="0"/>
        </a:xfrm>
      </p:grpSpPr>
      <p:sp>
        <p:nvSpPr>
          <p:cNvPr id="2" name="Freeform 2"/>
          <p:cNvSpPr/>
          <p:nvPr/>
        </p:nvSpPr>
        <p:spPr>
          <a:xfrm>
            <a:off x="-251374" y="0"/>
            <a:ext cx="7872660" cy="10895551"/>
          </a:xfrm>
          <a:custGeom>
            <a:avLst/>
            <a:gdLst/>
            <a:ahLst/>
            <a:cxnLst/>
            <a:rect l="l" t="t" r="r" b="b"/>
            <a:pathLst>
              <a:path w="7758846" h="8416894">
                <a:moveTo>
                  <a:pt x="0" y="0"/>
                </a:moveTo>
                <a:lnTo>
                  <a:pt x="7758846" y="0"/>
                </a:lnTo>
                <a:lnTo>
                  <a:pt x="7758846" y="8416894"/>
                </a:lnTo>
                <a:lnTo>
                  <a:pt x="0" y="8416894"/>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ar-SA"/>
          </a:p>
        </p:txBody>
      </p:sp>
      <p:sp>
        <p:nvSpPr>
          <p:cNvPr id="4" name="Freeform 4"/>
          <p:cNvSpPr/>
          <p:nvPr/>
        </p:nvSpPr>
        <p:spPr>
          <a:xfrm>
            <a:off x="0" y="39592"/>
            <a:ext cx="5683250" cy="393700"/>
          </a:xfrm>
          <a:custGeom>
            <a:avLst/>
            <a:gdLst/>
            <a:ahLst/>
            <a:cxnLst/>
            <a:rect l="l" t="t" r="r" b="b"/>
            <a:pathLst>
              <a:path w="3308517" h="1467779">
                <a:moveTo>
                  <a:pt x="0" y="0"/>
                </a:moveTo>
                <a:lnTo>
                  <a:pt x="3308517" y="0"/>
                </a:lnTo>
                <a:lnTo>
                  <a:pt x="3308517" y="1467779"/>
                </a:lnTo>
                <a:lnTo>
                  <a:pt x="0" y="1467779"/>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ar-SA"/>
          </a:p>
        </p:txBody>
      </p:sp>
      <p:sp>
        <p:nvSpPr>
          <p:cNvPr id="5" name="Freeform 5"/>
          <p:cNvSpPr/>
          <p:nvPr/>
        </p:nvSpPr>
        <p:spPr>
          <a:xfrm>
            <a:off x="2482849" y="9872363"/>
            <a:ext cx="2404213" cy="401273"/>
          </a:xfrm>
          <a:custGeom>
            <a:avLst/>
            <a:gdLst/>
            <a:ahLst/>
            <a:cxnLst/>
            <a:rect l="l" t="t" r="r" b="b"/>
            <a:pathLst>
              <a:path w="1973530" h="742765">
                <a:moveTo>
                  <a:pt x="0" y="0"/>
                </a:moveTo>
                <a:lnTo>
                  <a:pt x="1973530" y="0"/>
                </a:lnTo>
                <a:lnTo>
                  <a:pt x="1973530" y="742765"/>
                </a:lnTo>
                <a:lnTo>
                  <a:pt x="0" y="742765"/>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ar-SA"/>
          </a:p>
        </p:txBody>
      </p:sp>
      <p:sp>
        <p:nvSpPr>
          <p:cNvPr id="6" name="مربع نص 5">
            <a:extLst>
              <a:ext uri="{FF2B5EF4-FFF2-40B4-BE49-F238E27FC236}">
                <a16:creationId xmlns:a16="http://schemas.microsoft.com/office/drawing/2014/main" id="{C752A884-B923-FB57-59FD-23BDFA9FEAD3}"/>
              </a:ext>
            </a:extLst>
          </p:cNvPr>
          <p:cNvSpPr txBox="1"/>
          <p:nvPr/>
        </p:nvSpPr>
        <p:spPr>
          <a:xfrm>
            <a:off x="5683250" y="189314"/>
            <a:ext cx="2418534" cy="1169551"/>
          </a:xfrm>
          <a:prstGeom prst="rect">
            <a:avLst/>
          </a:prstGeom>
          <a:noFill/>
        </p:spPr>
        <p:txBody>
          <a:bodyPr wrap="square" rtlCol="1">
            <a:spAutoFit/>
          </a:bodyPr>
          <a:lstStyle/>
          <a:p>
            <a:pPr algn="ctr" rtl="1"/>
            <a:r>
              <a:rPr lang="ar-EG" sz="1400" b="1" dirty="0"/>
              <a:t>المملكة العربية السعودية</a:t>
            </a:r>
            <a:endParaRPr lang="en-US" sz="1400" b="1" dirty="0"/>
          </a:p>
          <a:p>
            <a:pPr algn="ctr" rtl="1"/>
            <a:r>
              <a:rPr lang="ar-EG" sz="1400" b="1" dirty="0"/>
              <a:t>وزارة التعليم</a:t>
            </a:r>
            <a:endParaRPr lang="en-US" sz="1400" b="1" dirty="0"/>
          </a:p>
          <a:p>
            <a:pPr algn="ctr" rtl="1"/>
            <a:r>
              <a:rPr lang="ar-EG" sz="1400" b="1" dirty="0"/>
              <a:t>الإدارة العامة للتعليم </a:t>
            </a:r>
            <a:endParaRPr lang="ar-SA" sz="1400" b="1" dirty="0"/>
          </a:p>
          <a:p>
            <a:pPr algn="ctr" rtl="1"/>
            <a:r>
              <a:rPr lang="ar-EG" sz="1400" b="1" dirty="0"/>
              <a:t>بمنطقة الرياض</a:t>
            </a:r>
            <a:endParaRPr lang="en-US" sz="1400" b="1" dirty="0"/>
          </a:p>
          <a:p>
            <a:pPr algn="ctr" rtl="1"/>
            <a:r>
              <a:rPr lang="ar-EG" sz="1400" b="1" dirty="0"/>
              <a:t>الثانوية  </a:t>
            </a:r>
            <a:r>
              <a:rPr lang="ar-SA" sz="1400" b="1" dirty="0"/>
              <a:t>76</a:t>
            </a:r>
          </a:p>
        </p:txBody>
      </p:sp>
      <p:sp>
        <p:nvSpPr>
          <p:cNvPr id="7" name="مربع نص 6">
            <a:extLst>
              <a:ext uri="{FF2B5EF4-FFF2-40B4-BE49-F238E27FC236}">
                <a16:creationId xmlns:a16="http://schemas.microsoft.com/office/drawing/2014/main" id="{E1090505-7285-AB2F-1604-A7E699756897}"/>
              </a:ext>
            </a:extLst>
          </p:cNvPr>
          <p:cNvSpPr txBox="1"/>
          <p:nvPr/>
        </p:nvSpPr>
        <p:spPr>
          <a:xfrm>
            <a:off x="-147269" y="2776794"/>
            <a:ext cx="7664450" cy="7201972"/>
          </a:xfrm>
          <a:prstGeom prst="rect">
            <a:avLst/>
          </a:prstGeom>
          <a:noFill/>
        </p:spPr>
        <p:txBody>
          <a:bodyPr wrap="square" rtlCol="1">
            <a:spAutoFit/>
          </a:bodyPr>
          <a:lstStyle/>
          <a:p>
            <a:pPr algn="r" rtl="1"/>
            <a:r>
              <a:rPr lang="ar-SA" sz="2400" b="1" dirty="0">
                <a:solidFill>
                  <a:srgbClr val="C00000"/>
                </a:solidFill>
              </a:rPr>
              <a:t>الأهداف التفصيلية: </a:t>
            </a:r>
            <a:endParaRPr lang="en-US" sz="2400" dirty="0">
              <a:solidFill>
                <a:srgbClr val="C00000"/>
              </a:solidFill>
            </a:endParaRPr>
          </a:p>
          <a:p>
            <a:pPr marL="457200" lvl="0" indent="-457200" algn="r" rtl="1">
              <a:buFont typeface="+mj-lt"/>
              <a:buAutoNum type="arabicParenR"/>
            </a:pPr>
            <a:r>
              <a:rPr lang="ar-SA" sz="2000" b="1" dirty="0"/>
              <a:t>تطوير الممارسات التدريسية  </a:t>
            </a:r>
            <a:endParaRPr lang="en-US" sz="2000" b="1" dirty="0"/>
          </a:p>
          <a:p>
            <a:pPr marL="457200" lvl="0" indent="-457200" algn="r" rtl="1">
              <a:buFont typeface="+mj-lt"/>
              <a:buAutoNum type="arabicParenR"/>
            </a:pPr>
            <a:r>
              <a:rPr lang="ar-SA" sz="2000" b="1" dirty="0"/>
              <a:t>رفع المستوى التحصيلي للطالبات</a:t>
            </a:r>
            <a:endParaRPr lang="en-US" sz="2000" b="1" dirty="0"/>
          </a:p>
          <a:p>
            <a:pPr marL="457200" lvl="0" indent="-457200" algn="r" rtl="1">
              <a:buFont typeface="+mj-lt"/>
              <a:buAutoNum type="arabicParenR"/>
            </a:pPr>
            <a:r>
              <a:rPr lang="ar-SA" sz="2000" b="1" dirty="0"/>
              <a:t>تنمية المهارات المهنية</a:t>
            </a:r>
            <a:endParaRPr lang="en-US" sz="2000" b="1" dirty="0"/>
          </a:p>
          <a:p>
            <a:pPr marL="457200" lvl="0" indent="-457200" algn="r" rtl="1">
              <a:buFont typeface="+mj-lt"/>
              <a:buAutoNum type="arabicParenR"/>
            </a:pPr>
            <a:r>
              <a:rPr lang="ar-SA" sz="2000" b="1" dirty="0"/>
              <a:t>مواكبة التطورات التعليمية</a:t>
            </a:r>
            <a:endParaRPr lang="en-US" sz="2000" b="1" dirty="0"/>
          </a:p>
          <a:p>
            <a:pPr marL="457200" lvl="0" indent="-457200" algn="r" rtl="1">
              <a:buFont typeface="+mj-lt"/>
              <a:buAutoNum type="arabicParenR"/>
            </a:pPr>
            <a:r>
              <a:rPr lang="ar-SA" sz="2000" b="1" dirty="0"/>
              <a:t>تعزيز العمل التعاوني</a:t>
            </a:r>
            <a:endParaRPr lang="en-US" sz="2000" b="1" dirty="0"/>
          </a:p>
          <a:p>
            <a:pPr marL="457200" lvl="0" indent="-457200" algn="r" rtl="1">
              <a:buFont typeface="+mj-lt"/>
              <a:buAutoNum type="arabicParenR"/>
            </a:pPr>
            <a:r>
              <a:rPr lang="ar-SA" sz="2000" b="1" dirty="0"/>
              <a:t>تحسين البيئة التعليمية</a:t>
            </a:r>
            <a:endParaRPr lang="en-US" sz="2000" b="1" dirty="0"/>
          </a:p>
          <a:p>
            <a:pPr marL="457200" lvl="0" indent="-457200" algn="r" rtl="1">
              <a:buFont typeface="+mj-lt"/>
              <a:buAutoNum type="arabicParenR"/>
            </a:pPr>
            <a:r>
              <a:rPr lang="ar-SA" sz="2000" b="1" dirty="0"/>
              <a:t>دعم تحقيق أهداف المدرسة</a:t>
            </a:r>
            <a:endParaRPr lang="en-US" sz="2000" b="1" dirty="0"/>
          </a:p>
          <a:p>
            <a:pPr marL="457200" lvl="0" indent="-457200" algn="r" rtl="1">
              <a:buFont typeface="+mj-lt"/>
              <a:buAutoNum type="arabicParenR"/>
            </a:pPr>
            <a:r>
              <a:rPr lang="ar-SA" sz="2000" b="1" dirty="0"/>
              <a:t>دعم اتخاذ القرار المبنى على البيانات.</a:t>
            </a:r>
            <a:endParaRPr lang="en-US" sz="2000" b="1" dirty="0"/>
          </a:p>
          <a:p>
            <a:pPr algn="r" rtl="1"/>
            <a:r>
              <a:rPr lang="ar-SA" sz="2400" b="1" dirty="0">
                <a:solidFill>
                  <a:srgbClr val="C00000"/>
                </a:solidFill>
              </a:rPr>
              <a:t>لضمان نجاح مجتمعات التعلم المهنية يجب أن تتسم بــ</a:t>
            </a:r>
            <a:r>
              <a:rPr lang="ar-SA" sz="2400" dirty="0">
                <a:solidFill>
                  <a:srgbClr val="C00000"/>
                </a:solidFill>
              </a:rPr>
              <a:t>:</a:t>
            </a:r>
            <a:endParaRPr lang="en-US" sz="2400" dirty="0">
              <a:solidFill>
                <a:srgbClr val="C00000"/>
              </a:solidFill>
            </a:endParaRPr>
          </a:p>
          <a:p>
            <a:pPr marL="457200" lvl="0" indent="-457200" algn="r" rtl="1">
              <a:buFont typeface="+mj-lt"/>
              <a:buAutoNum type="arabicParenR"/>
            </a:pPr>
            <a:r>
              <a:rPr lang="ar-SA" sz="2000" b="1" dirty="0"/>
              <a:t>وضوح الهدف (هدف واضح ومحدد لكل فريق ويكون قابل للقياس كما ونوعا)</a:t>
            </a:r>
            <a:endParaRPr lang="en-US" sz="2000" b="1" dirty="0"/>
          </a:p>
          <a:p>
            <a:pPr marL="457200" lvl="0" indent="-457200" algn="r" rtl="1">
              <a:buFont typeface="+mj-lt"/>
              <a:buAutoNum type="arabicParenR"/>
            </a:pPr>
            <a:r>
              <a:rPr lang="ar-SA" sz="2000" b="1" dirty="0"/>
              <a:t>العمل التعاوني الحقيقي (مشاركة جميع عضوات الفريق بفعالية وتبادل الخبرات والأفكار دون تردد)</a:t>
            </a:r>
            <a:endParaRPr lang="en-US" sz="2000" b="1" dirty="0"/>
          </a:p>
          <a:p>
            <a:pPr marL="457200" lvl="0" indent="-457200" algn="r" rtl="1">
              <a:buFont typeface="+mj-lt"/>
              <a:buAutoNum type="arabicParenR"/>
            </a:pPr>
            <a:r>
              <a:rPr lang="ar-SA" sz="2000" b="1" dirty="0"/>
              <a:t>الاعتماد على البيانات (تقديم نتائج واتخاذ قرارات </a:t>
            </a:r>
            <a:r>
              <a:rPr lang="ar-SA" sz="2000" b="1" dirty="0" err="1"/>
              <a:t>بناءا</a:t>
            </a:r>
            <a:r>
              <a:rPr lang="ar-SA" sz="2000" b="1" dirty="0"/>
              <a:t> على أدلة واضحة وليست اجتهادات)</a:t>
            </a:r>
            <a:endParaRPr lang="en-US" sz="2000" b="1" dirty="0"/>
          </a:p>
          <a:p>
            <a:pPr marL="457200" lvl="0" indent="-457200" algn="r" rtl="1">
              <a:buFont typeface="+mj-lt"/>
              <a:buAutoNum type="arabicParenR"/>
            </a:pPr>
            <a:r>
              <a:rPr lang="ar-SA" sz="2000" b="1" dirty="0"/>
              <a:t>الاستمرارية والانتظام (اجتماعات دورية ومتابعة التنفيذ بشكل مستمر وليس موسمي)</a:t>
            </a:r>
            <a:endParaRPr lang="en-US" sz="2000" b="1" dirty="0"/>
          </a:p>
          <a:p>
            <a:pPr marL="457200" lvl="0" indent="-457200" algn="r" rtl="1">
              <a:buFont typeface="+mj-lt"/>
              <a:buAutoNum type="arabicParenR"/>
            </a:pPr>
            <a:r>
              <a:rPr lang="ar-SA" sz="2000" b="1" dirty="0"/>
              <a:t>التطبيق العملي (تنفيذ ما يتم الاتفاق عليه داخل الصف وتجربة استراتيجيات جديدة)</a:t>
            </a:r>
            <a:endParaRPr lang="en-US" sz="2000" b="1" dirty="0"/>
          </a:p>
          <a:p>
            <a:pPr marL="457200" lvl="0" indent="-457200" algn="r" rtl="1">
              <a:buFont typeface="+mj-lt"/>
              <a:buAutoNum type="arabicParenR"/>
            </a:pPr>
            <a:r>
              <a:rPr lang="ar-SA" sz="2000" b="1" dirty="0"/>
              <a:t>لها أثر مباشر على تعلم الطالبات</a:t>
            </a:r>
            <a:endParaRPr lang="en-US" sz="2000" b="1" dirty="0"/>
          </a:p>
          <a:p>
            <a:pPr marL="457200" lvl="0" indent="-457200" algn="r" rtl="1">
              <a:buFont typeface="+mj-lt"/>
              <a:buAutoNum type="arabicParenR"/>
            </a:pPr>
            <a:r>
              <a:rPr lang="ar-SA" sz="2000" b="1" dirty="0"/>
              <a:t>الملاحظة والتغذية الراجعة بمهنية ومصداقية</a:t>
            </a:r>
            <a:endParaRPr lang="en-US" sz="2000" b="1" dirty="0"/>
          </a:p>
          <a:p>
            <a:pPr marL="457200" lvl="0" indent="-457200" algn="r" rtl="1">
              <a:buFont typeface="+mj-lt"/>
              <a:buAutoNum type="arabicParenR"/>
            </a:pPr>
            <a:r>
              <a:rPr lang="ar-SA" sz="2000" b="1" dirty="0"/>
              <a:t>التوثيق الجيد (توثيق الخطط والنتائج واعداد التقارير الدورية)</a:t>
            </a:r>
            <a:endParaRPr lang="en-US" sz="2000" b="1" dirty="0"/>
          </a:p>
          <a:p>
            <a:pPr marL="457200" lvl="0" indent="-457200" algn="r" rtl="1">
              <a:buFont typeface="+mj-lt"/>
              <a:buAutoNum type="arabicParenR"/>
            </a:pPr>
            <a:r>
              <a:rPr lang="ar-SA" sz="2000" b="1" dirty="0"/>
              <a:t>قياس الأثر (مقارنة الأداء قبل وبعد التنفيذ باستخدام أدوات منوعة)</a:t>
            </a:r>
            <a:endParaRPr lang="en-US" sz="2000" b="1" dirty="0"/>
          </a:p>
          <a:p>
            <a:pPr marL="457200" lvl="0" indent="-457200" algn="r" rtl="1">
              <a:buFont typeface="+mj-lt"/>
              <a:buAutoNum type="arabicParenR"/>
            </a:pPr>
            <a:r>
              <a:rPr lang="ar-SA" sz="2000" b="1" dirty="0"/>
              <a:t>ثقافة إيجابية مبنية على الاحترام المتبادل والرغبة في التطوير</a:t>
            </a:r>
            <a:endParaRPr lang="en-US" sz="2000" b="1" dirty="0"/>
          </a:p>
          <a:p>
            <a:pPr algn="r" rtl="1"/>
            <a:endParaRPr lang="en-US" sz="1400" dirty="0"/>
          </a:p>
        </p:txBody>
      </p:sp>
      <p:sp>
        <p:nvSpPr>
          <p:cNvPr id="10" name="مربع نص 9">
            <a:extLst>
              <a:ext uri="{FF2B5EF4-FFF2-40B4-BE49-F238E27FC236}">
                <a16:creationId xmlns:a16="http://schemas.microsoft.com/office/drawing/2014/main" id="{D2A7BCBF-CBA9-1FCB-20E9-E0491E2FE7B3}"/>
              </a:ext>
            </a:extLst>
          </p:cNvPr>
          <p:cNvSpPr txBox="1"/>
          <p:nvPr/>
        </p:nvSpPr>
        <p:spPr>
          <a:xfrm>
            <a:off x="117518" y="865034"/>
            <a:ext cx="3733800" cy="461665"/>
          </a:xfrm>
          <a:prstGeom prst="rect">
            <a:avLst/>
          </a:prstGeom>
          <a:noFill/>
        </p:spPr>
        <p:txBody>
          <a:bodyPr wrap="square" rtlCol="1">
            <a:spAutoFit/>
          </a:bodyPr>
          <a:lstStyle/>
          <a:p>
            <a:pPr algn="r" rtl="1"/>
            <a:r>
              <a:rPr lang="ar-SA" sz="2400" b="1" dirty="0">
                <a:solidFill>
                  <a:srgbClr val="C00000"/>
                </a:solidFill>
              </a:rPr>
              <a:t>الهدف العام </a:t>
            </a:r>
          </a:p>
        </p:txBody>
      </p:sp>
      <p:sp>
        <p:nvSpPr>
          <p:cNvPr id="12" name="مربع نص 11">
            <a:extLst>
              <a:ext uri="{FF2B5EF4-FFF2-40B4-BE49-F238E27FC236}">
                <a16:creationId xmlns:a16="http://schemas.microsoft.com/office/drawing/2014/main" id="{4CE4A507-5BB1-50B0-CE28-464762B4D383}"/>
              </a:ext>
            </a:extLst>
          </p:cNvPr>
          <p:cNvSpPr txBox="1"/>
          <p:nvPr/>
        </p:nvSpPr>
        <p:spPr>
          <a:xfrm>
            <a:off x="110119" y="1477987"/>
            <a:ext cx="5573131" cy="707886"/>
          </a:xfrm>
          <a:prstGeom prst="rect">
            <a:avLst/>
          </a:prstGeom>
          <a:noFill/>
        </p:spPr>
        <p:txBody>
          <a:bodyPr wrap="square" rtlCol="1">
            <a:spAutoFit/>
          </a:bodyPr>
          <a:lstStyle/>
          <a:p>
            <a:pPr algn="ctr" rtl="1"/>
            <a:r>
              <a:rPr lang="ar-SA" sz="2000" b="1" dirty="0"/>
              <a:t>رفع كفاءة العاملين في المجال التعليمي من معلمات واداريات بما يسهم في تحسين جودة التعليم ورفع مستوى تعلم الطالبات</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62C4B0"/>
        </a:solidFill>
        <a:effectLst/>
      </p:bgPr>
    </p:bg>
    <p:spTree>
      <p:nvGrpSpPr>
        <p:cNvPr id="1" name="">
          <a:extLst>
            <a:ext uri="{FF2B5EF4-FFF2-40B4-BE49-F238E27FC236}">
              <a16:creationId xmlns:a16="http://schemas.microsoft.com/office/drawing/2014/main" id="{DB17240A-F021-3694-14B9-0C7844FCE165}"/>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DBD1F65C-BE6C-A278-ED36-ED24C9E9EF8B}"/>
              </a:ext>
            </a:extLst>
          </p:cNvPr>
          <p:cNvSpPr/>
          <p:nvPr/>
        </p:nvSpPr>
        <p:spPr>
          <a:xfrm>
            <a:off x="-251374" y="0"/>
            <a:ext cx="7872660" cy="10895551"/>
          </a:xfrm>
          <a:custGeom>
            <a:avLst/>
            <a:gdLst/>
            <a:ahLst/>
            <a:cxnLst/>
            <a:rect l="l" t="t" r="r" b="b"/>
            <a:pathLst>
              <a:path w="7758846" h="8416894">
                <a:moveTo>
                  <a:pt x="0" y="0"/>
                </a:moveTo>
                <a:lnTo>
                  <a:pt x="7758846" y="0"/>
                </a:lnTo>
                <a:lnTo>
                  <a:pt x="7758846" y="8416894"/>
                </a:lnTo>
                <a:lnTo>
                  <a:pt x="0" y="8416894"/>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ar-SA"/>
          </a:p>
        </p:txBody>
      </p:sp>
      <p:sp>
        <p:nvSpPr>
          <p:cNvPr id="4" name="Freeform 4">
            <a:extLst>
              <a:ext uri="{FF2B5EF4-FFF2-40B4-BE49-F238E27FC236}">
                <a16:creationId xmlns:a16="http://schemas.microsoft.com/office/drawing/2014/main" id="{FDAF1975-D2E2-5375-D276-413A7DE618E1}"/>
              </a:ext>
            </a:extLst>
          </p:cNvPr>
          <p:cNvSpPr/>
          <p:nvPr/>
        </p:nvSpPr>
        <p:spPr>
          <a:xfrm>
            <a:off x="0" y="39592"/>
            <a:ext cx="5683250" cy="393700"/>
          </a:xfrm>
          <a:custGeom>
            <a:avLst/>
            <a:gdLst/>
            <a:ahLst/>
            <a:cxnLst/>
            <a:rect l="l" t="t" r="r" b="b"/>
            <a:pathLst>
              <a:path w="3308517" h="1467779">
                <a:moveTo>
                  <a:pt x="0" y="0"/>
                </a:moveTo>
                <a:lnTo>
                  <a:pt x="3308517" y="0"/>
                </a:lnTo>
                <a:lnTo>
                  <a:pt x="3308517" y="1467779"/>
                </a:lnTo>
                <a:lnTo>
                  <a:pt x="0" y="1467779"/>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ar-SA"/>
          </a:p>
        </p:txBody>
      </p:sp>
      <p:sp>
        <p:nvSpPr>
          <p:cNvPr id="5" name="Freeform 5">
            <a:extLst>
              <a:ext uri="{FF2B5EF4-FFF2-40B4-BE49-F238E27FC236}">
                <a16:creationId xmlns:a16="http://schemas.microsoft.com/office/drawing/2014/main" id="{A2411C2F-85F4-8808-7E47-709B0FEB9C00}"/>
              </a:ext>
            </a:extLst>
          </p:cNvPr>
          <p:cNvSpPr/>
          <p:nvPr/>
        </p:nvSpPr>
        <p:spPr>
          <a:xfrm>
            <a:off x="2482849" y="9872363"/>
            <a:ext cx="2404213" cy="401273"/>
          </a:xfrm>
          <a:custGeom>
            <a:avLst/>
            <a:gdLst/>
            <a:ahLst/>
            <a:cxnLst/>
            <a:rect l="l" t="t" r="r" b="b"/>
            <a:pathLst>
              <a:path w="1973530" h="742765">
                <a:moveTo>
                  <a:pt x="0" y="0"/>
                </a:moveTo>
                <a:lnTo>
                  <a:pt x="1973530" y="0"/>
                </a:lnTo>
                <a:lnTo>
                  <a:pt x="1973530" y="742765"/>
                </a:lnTo>
                <a:lnTo>
                  <a:pt x="0" y="742765"/>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ar-SA"/>
          </a:p>
        </p:txBody>
      </p:sp>
      <p:sp>
        <p:nvSpPr>
          <p:cNvPr id="7" name="مربع نص 6">
            <a:extLst>
              <a:ext uri="{FF2B5EF4-FFF2-40B4-BE49-F238E27FC236}">
                <a16:creationId xmlns:a16="http://schemas.microsoft.com/office/drawing/2014/main" id="{38A18AC4-BE5A-B05E-E6D2-E4D4D28FDDB2}"/>
              </a:ext>
            </a:extLst>
          </p:cNvPr>
          <p:cNvSpPr txBox="1"/>
          <p:nvPr/>
        </p:nvSpPr>
        <p:spPr>
          <a:xfrm>
            <a:off x="-107950" y="4974033"/>
            <a:ext cx="7664450" cy="4154984"/>
          </a:xfrm>
          <a:prstGeom prst="rect">
            <a:avLst/>
          </a:prstGeom>
          <a:noFill/>
        </p:spPr>
        <p:txBody>
          <a:bodyPr wrap="square" rtlCol="1">
            <a:spAutoFit/>
          </a:bodyPr>
          <a:lstStyle/>
          <a:p>
            <a:pPr algn="r" rtl="1"/>
            <a:r>
              <a:rPr lang="ar-SA" sz="2400" b="1" dirty="0">
                <a:solidFill>
                  <a:srgbClr val="C00000"/>
                </a:solidFill>
              </a:rPr>
              <a:t>أبرز القضايا المرتبطة بالطالب:</a:t>
            </a:r>
            <a:endParaRPr lang="en-US" sz="2400" b="1" dirty="0">
              <a:solidFill>
                <a:srgbClr val="C00000"/>
              </a:solidFill>
            </a:endParaRPr>
          </a:p>
          <a:p>
            <a:pPr marL="457200" lvl="0" indent="-457200" algn="r" rtl="1">
              <a:buFont typeface="+mj-lt"/>
              <a:buAutoNum type="arabicParenR"/>
            </a:pPr>
            <a:r>
              <a:rPr lang="ar-SA" sz="2000" b="1" dirty="0"/>
              <a:t>ضعف الدافعية للتعلم والملل وعدم الاهتمام بالدروس</a:t>
            </a:r>
            <a:endParaRPr lang="en-US" sz="2000" b="1" dirty="0"/>
          </a:p>
          <a:p>
            <a:pPr marL="457200" lvl="0" indent="-457200" algn="r" rtl="1">
              <a:buFont typeface="+mj-lt"/>
              <a:buAutoNum type="arabicParenR"/>
            </a:pPr>
            <a:r>
              <a:rPr lang="ar-SA" sz="2000" b="1" dirty="0"/>
              <a:t>ضعف ادارة الوقت للاستعداد المبكر لاختبارات القدرات والتحصيلي</a:t>
            </a:r>
            <a:endParaRPr lang="en-US" sz="2000" b="1" dirty="0"/>
          </a:p>
          <a:p>
            <a:pPr marL="457200" lvl="0" indent="-457200" algn="r" rtl="1">
              <a:buFont typeface="+mj-lt"/>
              <a:buAutoNum type="arabicParenR"/>
            </a:pPr>
            <a:r>
              <a:rPr lang="ar-SA" sz="2000" b="1" dirty="0"/>
              <a:t>ضعف مهارات القراءة أو الكتابة </a:t>
            </a:r>
            <a:endParaRPr lang="en-US" sz="2000" b="1" dirty="0"/>
          </a:p>
          <a:p>
            <a:pPr marL="457200" lvl="0" indent="-457200" algn="r" rtl="1">
              <a:buFont typeface="+mj-lt"/>
              <a:buAutoNum type="arabicParenR"/>
            </a:pPr>
            <a:r>
              <a:rPr lang="ar-SA" sz="2000" b="1" dirty="0"/>
              <a:t>صعوبة الفهم القرائي والاستيعاب</a:t>
            </a:r>
            <a:endParaRPr lang="en-US" sz="2000" b="1" dirty="0"/>
          </a:p>
          <a:p>
            <a:pPr marL="457200" lvl="0" indent="-457200" algn="r" rtl="1">
              <a:buFont typeface="+mj-lt"/>
              <a:buAutoNum type="arabicParenR"/>
            </a:pPr>
            <a:r>
              <a:rPr lang="ar-SA" sz="2000" b="1" dirty="0"/>
              <a:t>وجود فجوات بين المراحل الدراسية (تراكمية غير متحققة)</a:t>
            </a:r>
            <a:endParaRPr lang="en-US" sz="2000" b="1" dirty="0"/>
          </a:p>
          <a:p>
            <a:pPr marL="457200" lvl="0" indent="-457200" algn="r" rtl="1">
              <a:buFont typeface="+mj-lt"/>
              <a:buAutoNum type="arabicParenR"/>
            </a:pPr>
            <a:r>
              <a:rPr lang="ar-SA" sz="2000" b="1" dirty="0"/>
              <a:t>ضعف مهارات التفكير مثل التحليل وحل المشكلات والتفكير الناقد</a:t>
            </a:r>
            <a:endParaRPr lang="en-US" sz="2000" b="1" dirty="0"/>
          </a:p>
          <a:p>
            <a:pPr marL="457200" lvl="0" indent="-457200" algn="r" rtl="1">
              <a:buFont typeface="+mj-lt"/>
              <a:buAutoNum type="arabicParenR"/>
            </a:pPr>
            <a:r>
              <a:rPr lang="ar-SA" sz="2000" b="1" dirty="0"/>
              <a:t>ضعف التحصيل الدراسي في بعض المواد وضعف مهارات المذاكرة</a:t>
            </a:r>
            <a:endParaRPr lang="en-US" sz="2000" b="1" dirty="0"/>
          </a:p>
          <a:p>
            <a:pPr marL="457200" lvl="0" indent="-457200" algn="r" rtl="1">
              <a:buFont typeface="+mj-lt"/>
              <a:buAutoNum type="arabicParenR"/>
            </a:pPr>
            <a:r>
              <a:rPr lang="ar-SA" sz="2000" b="1" dirty="0"/>
              <a:t>عدم الانضباط وكثرة الغياب أو التأخر المتكرر</a:t>
            </a:r>
            <a:endParaRPr lang="en-US" sz="2000" b="1" dirty="0"/>
          </a:p>
          <a:p>
            <a:pPr marL="457200" lvl="0" indent="-457200" algn="r" rtl="1">
              <a:buFont typeface="+mj-lt"/>
              <a:buAutoNum type="arabicParenR"/>
            </a:pPr>
            <a:r>
              <a:rPr lang="ar-SA" sz="2000" b="1" dirty="0"/>
              <a:t>بيئة منزلية غير مناسبة وضغوط أسرية تؤثر على المستوى التحصيلي </a:t>
            </a:r>
            <a:endParaRPr lang="en-US" sz="2000" b="1" dirty="0"/>
          </a:p>
          <a:p>
            <a:pPr marL="457200" lvl="0" indent="-457200" algn="r" rtl="1">
              <a:buFont typeface="+mj-lt"/>
              <a:buAutoNum type="arabicParenR"/>
            </a:pPr>
            <a:r>
              <a:rPr lang="ar-SA" sz="2000" b="1" dirty="0"/>
              <a:t>ضعف الشراكة بين المدرسة والأسرة</a:t>
            </a:r>
            <a:endParaRPr lang="en-US" sz="2000" b="1" dirty="0"/>
          </a:p>
          <a:p>
            <a:pPr algn="r" rtl="1"/>
            <a:endParaRPr lang="en-US" sz="2000" b="1" dirty="0">
              <a:solidFill>
                <a:srgbClr val="C00000"/>
              </a:solidFill>
            </a:endParaRPr>
          </a:p>
          <a:p>
            <a:pPr algn="r" rtl="1"/>
            <a:endParaRPr lang="en-US" sz="2000" b="1" dirty="0"/>
          </a:p>
        </p:txBody>
      </p:sp>
      <p:sp>
        <p:nvSpPr>
          <p:cNvPr id="12" name="مربع نص 11">
            <a:extLst>
              <a:ext uri="{FF2B5EF4-FFF2-40B4-BE49-F238E27FC236}">
                <a16:creationId xmlns:a16="http://schemas.microsoft.com/office/drawing/2014/main" id="{17DC8A9B-EB4D-A152-6869-EB710A3C07E6}"/>
              </a:ext>
            </a:extLst>
          </p:cNvPr>
          <p:cNvSpPr txBox="1"/>
          <p:nvPr/>
        </p:nvSpPr>
        <p:spPr>
          <a:xfrm>
            <a:off x="110119" y="1650960"/>
            <a:ext cx="5573131" cy="2616101"/>
          </a:xfrm>
          <a:prstGeom prst="rect">
            <a:avLst/>
          </a:prstGeom>
          <a:noFill/>
        </p:spPr>
        <p:txBody>
          <a:bodyPr wrap="square" rtlCol="1">
            <a:spAutoFit/>
          </a:bodyPr>
          <a:lstStyle/>
          <a:p>
            <a:pPr algn="r" rtl="1"/>
            <a:r>
              <a:rPr lang="ar-SA" sz="2400" b="1" dirty="0">
                <a:solidFill>
                  <a:srgbClr val="C00000"/>
                </a:solidFill>
              </a:rPr>
              <a:t>تحديد الاحتياج لتنفيذ مجتمع تعلم مهني فعال</a:t>
            </a:r>
            <a:endParaRPr lang="en-US" sz="2400" b="1" dirty="0">
              <a:solidFill>
                <a:srgbClr val="C00000"/>
              </a:solidFill>
            </a:endParaRPr>
          </a:p>
          <a:p>
            <a:pPr marL="457200" indent="-457200" algn="r" rtl="1">
              <a:buFont typeface="+mj-lt"/>
              <a:buAutoNum type="arabicParenR"/>
            </a:pPr>
            <a:r>
              <a:rPr lang="ar-SA" sz="2000" b="1" dirty="0"/>
              <a:t>تحديد نقاط الضعف الفعلية التي تحتاج لتطوير مبنيا على بيانات حقيقية وليس افتراضات باتباع الخطوات التالية</a:t>
            </a:r>
            <a:endParaRPr lang="en-US" sz="2000" b="1" dirty="0"/>
          </a:p>
          <a:p>
            <a:pPr marL="457200" lvl="0" indent="-457200" algn="r" rtl="1">
              <a:buFont typeface="+mj-lt"/>
              <a:buAutoNum type="arabicParenR"/>
            </a:pPr>
            <a:r>
              <a:rPr lang="ar-SA" sz="2000" b="1" dirty="0"/>
              <a:t>جمع البيانات (نتائج، ملاحظات، استبانات)</a:t>
            </a:r>
            <a:endParaRPr lang="en-US" sz="2000" b="1" dirty="0"/>
          </a:p>
          <a:p>
            <a:pPr marL="457200" lvl="0" indent="-457200" algn="r" rtl="1">
              <a:buFont typeface="+mj-lt"/>
              <a:buAutoNum type="arabicParenR"/>
            </a:pPr>
            <a:r>
              <a:rPr lang="ar-SA" sz="2000" b="1" dirty="0"/>
              <a:t>تحليل البيانات</a:t>
            </a:r>
            <a:endParaRPr lang="en-US" sz="2000" b="1" dirty="0"/>
          </a:p>
          <a:p>
            <a:pPr marL="457200" lvl="0" indent="-457200" algn="r" rtl="1">
              <a:buFont typeface="+mj-lt"/>
              <a:buAutoNum type="arabicParenR"/>
            </a:pPr>
            <a:r>
              <a:rPr lang="ar-SA" sz="2000" b="1" dirty="0"/>
              <a:t>تحديد فجوات الأداء (بين الواقع والمأمول)</a:t>
            </a:r>
            <a:endParaRPr lang="en-US" sz="2000" b="1" dirty="0"/>
          </a:p>
          <a:p>
            <a:pPr marL="457200" lvl="0" indent="-457200" algn="r" rtl="1">
              <a:buFont typeface="+mj-lt"/>
              <a:buAutoNum type="arabicParenR"/>
            </a:pPr>
            <a:r>
              <a:rPr lang="ar-SA" sz="2000" b="1" dirty="0"/>
              <a:t>صياغة الاحتياج بشكل واضح ودقيق</a:t>
            </a:r>
            <a:endParaRPr lang="en-US" sz="2000" b="1" dirty="0"/>
          </a:p>
          <a:p>
            <a:pPr marL="457200" lvl="0" indent="-457200" algn="r" rtl="1">
              <a:buFont typeface="+mj-lt"/>
              <a:buAutoNum type="arabicParenR"/>
            </a:pPr>
            <a:r>
              <a:rPr lang="ar-SA" sz="2000" b="1" dirty="0"/>
              <a:t>تحويلة إلى قضية لمجتمع تعلم </a:t>
            </a:r>
            <a:endParaRPr lang="en-US" sz="2000" b="1" dirty="0"/>
          </a:p>
        </p:txBody>
      </p:sp>
    </p:spTree>
    <p:extLst>
      <p:ext uri="{BB962C8B-B14F-4D97-AF65-F5344CB8AC3E}">
        <p14:creationId xmlns:p14="http://schemas.microsoft.com/office/powerpoint/2010/main" val="11479428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62C4B0"/>
        </a:solidFill>
        <a:effectLst/>
      </p:bgPr>
    </p:bg>
    <p:spTree>
      <p:nvGrpSpPr>
        <p:cNvPr id="1" name="">
          <a:extLst>
            <a:ext uri="{FF2B5EF4-FFF2-40B4-BE49-F238E27FC236}">
              <a16:creationId xmlns:a16="http://schemas.microsoft.com/office/drawing/2014/main" id="{17490070-7D87-5F6A-E18A-C98067DE755A}"/>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1C46AEFD-EA07-8241-0686-B6C4FE11C954}"/>
              </a:ext>
            </a:extLst>
          </p:cNvPr>
          <p:cNvSpPr/>
          <p:nvPr/>
        </p:nvSpPr>
        <p:spPr>
          <a:xfrm>
            <a:off x="-251374" y="0"/>
            <a:ext cx="7872660" cy="10895551"/>
          </a:xfrm>
          <a:custGeom>
            <a:avLst/>
            <a:gdLst/>
            <a:ahLst/>
            <a:cxnLst/>
            <a:rect l="l" t="t" r="r" b="b"/>
            <a:pathLst>
              <a:path w="7758846" h="8416894">
                <a:moveTo>
                  <a:pt x="0" y="0"/>
                </a:moveTo>
                <a:lnTo>
                  <a:pt x="7758846" y="0"/>
                </a:lnTo>
                <a:lnTo>
                  <a:pt x="7758846" y="8416894"/>
                </a:lnTo>
                <a:lnTo>
                  <a:pt x="0" y="8416894"/>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ar-SA"/>
          </a:p>
        </p:txBody>
      </p:sp>
      <p:sp>
        <p:nvSpPr>
          <p:cNvPr id="4" name="Freeform 4">
            <a:extLst>
              <a:ext uri="{FF2B5EF4-FFF2-40B4-BE49-F238E27FC236}">
                <a16:creationId xmlns:a16="http://schemas.microsoft.com/office/drawing/2014/main" id="{7526313A-5860-4E40-AAD4-4BADB3C04F0E}"/>
              </a:ext>
            </a:extLst>
          </p:cNvPr>
          <p:cNvSpPr/>
          <p:nvPr/>
        </p:nvSpPr>
        <p:spPr>
          <a:xfrm>
            <a:off x="0" y="39592"/>
            <a:ext cx="5683250" cy="393700"/>
          </a:xfrm>
          <a:custGeom>
            <a:avLst/>
            <a:gdLst/>
            <a:ahLst/>
            <a:cxnLst/>
            <a:rect l="l" t="t" r="r" b="b"/>
            <a:pathLst>
              <a:path w="3308517" h="1467779">
                <a:moveTo>
                  <a:pt x="0" y="0"/>
                </a:moveTo>
                <a:lnTo>
                  <a:pt x="3308517" y="0"/>
                </a:lnTo>
                <a:lnTo>
                  <a:pt x="3308517" y="1467779"/>
                </a:lnTo>
                <a:lnTo>
                  <a:pt x="0" y="1467779"/>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ar-SA"/>
          </a:p>
        </p:txBody>
      </p:sp>
      <p:sp>
        <p:nvSpPr>
          <p:cNvPr id="5" name="Freeform 5">
            <a:extLst>
              <a:ext uri="{FF2B5EF4-FFF2-40B4-BE49-F238E27FC236}">
                <a16:creationId xmlns:a16="http://schemas.microsoft.com/office/drawing/2014/main" id="{7A7041CC-E4B6-37AB-99F7-2F79D086E680}"/>
              </a:ext>
            </a:extLst>
          </p:cNvPr>
          <p:cNvSpPr/>
          <p:nvPr/>
        </p:nvSpPr>
        <p:spPr>
          <a:xfrm>
            <a:off x="2482849" y="9872363"/>
            <a:ext cx="2404213" cy="401273"/>
          </a:xfrm>
          <a:custGeom>
            <a:avLst/>
            <a:gdLst/>
            <a:ahLst/>
            <a:cxnLst/>
            <a:rect l="l" t="t" r="r" b="b"/>
            <a:pathLst>
              <a:path w="1973530" h="742765">
                <a:moveTo>
                  <a:pt x="0" y="0"/>
                </a:moveTo>
                <a:lnTo>
                  <a:pt x="1973530" y="0"/>
                </a:lnTo>
                <a:lnTo>
                  <a:pt x="1973530" y="742765"/>
                </a:lnTo>
                <a:lnTo>
                  <a:pt x="0" y="742765"/>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ar-SA"/>
          </a:p>
        </p:txBody>
      </p:sp>
      <p:sp>
        <p:nvSpPr>
          <p:cNvPr id="12" name="مربع نص 11">
            <a:extLst>
              <a:ext uri="{FF2B5EF4-FFF2-40B4-BE49-F238E27FC236}">
                <a16:creationId xmlns:a16="http://schemas.microsoft.com/office/drawing/2014/main" id="{E4861747-D207-5DC5-81CC-2081D68D9186}"/>
              </a:ext>
            </a:extLst>
          </p:cNvPr>
          <p:cNvSpPr txBox="1"/>
          <p:nvPr/>
        </p:nvSpPr>
        <p:spPr>
          <a:xfrm>
            <a:off x="229684" y="2495625"/>
            <a:ext cx="7097131" cy="3847207"/>
          </a:xfrm>
          <a:prstGeom prst="rect">
            <a:avLst/>
          </a:prstGeom>
          <a:noFill/>
        </p:spPr>
        <p:txBody>
          <a:bodyPr wrap="square" rtlCol="1">
            <a:spAutoFit/>
          </a:bodyPr>
          <a:lstStyle/>
          <a:p>
            <a:pPr algn="r" rtl="1"/>
            <a:r>
              <a:rPr lang="ar-SA" sz="2400" b="1" dirty="0">
                <a:solidFill>
                  <a:srgbClr val="C00000"/>
                </a:solidFill>
              </a:rPr>
              <a:t>أبرز القضايا المرتبطة بالتدريس:</a:t>
            </a:r>
            <a:endParaRPr lang="en-US" sz="2400" b="1" dirty="0">
              <a:solidFill>
                <a:srgbClr val="C00000"/>
              </a:solidFill>
            </a:endParaRPr>
          </a:p>
          <a:p>
            <a:pPr marL="457200" lvl="0" indent="-457200" algn="r" rtl="1">
              <a:buFont typeface="+mj-lt"/>
              <a:buAutoNum type="arabicParenR"/>
            </a:pPr>
            <a:r>
              <a:rPr lang="ar-SA" sz="2000" b="1" dirty="0"/>
              <a:t>تفعيل استراتيجيات التعلم النشط الفعال</a:t>
            </a:r>
            <a:endParaRPr lang="en-US" sz="2000" b="1" dirty="0"/>
          </a:p>
          <a:p>
            <a:pPr marL="457200" lvl="0" indent="-457200" algn="r" rtl="1">
              <a:buFont typeface="+mj-lt"/>
              <a:buAutoNum type="arabicParenR"/>
            </a:pPr>
            <a:r>
              <a:rPr lang="ar-SA" sz="2000" b="1" dirty="0"/>
              <a:t>تطوير مهارات التقويم وتنويعها</a:t>
            </a:r>
            <a:endParaRPr lang="en-US" sz="2000" b="1" dirty="0"/>
          </a:p>
          <a:p>
            <a:pPr marL="457200" lvl="0" indent="-457200" algn="r" rtl="1">
              <a:buFont typeface="+mj-lt"/>
              <a:buAutoNum type="arabicParenR"/>
            </a:pPr>
            <a:r>
              <a:rPr lang="ar-SA" sz="2000" b="1" dirty="0"/>
              <a:t>ضعف قياس مهارات التفكير العليا</a:t>
            </a:r>
            <a:endParaRPr lang="en-US" sz="2000" b="1" dirty="0"/>
          </a:p>
          <a:p>
            <a:pPr marL="457200" lvl="0" indent="-457200" algn="r" rtl="1">
              <a:buFont typeface="+mj-lt"/>
              <a:buAutoNum type="arabicParenR"/>
            </a:pPr>
            <a:r>
              <a:rPr lang="ar-SA" sz="2000" b="1" dirty="0"/>
              <a:t>ضعف توظيف المنصات التعليمية بفعالية  </a:t>
            </a:r>
            <a:endParaRPr lang="en-US" sz="2000" b="1" dirty="0"/>
          </a:p>
          <a:p>
            <a:pPr marL="457200" lvl="0" indent="-457200" algn="r" rtl="1">
              <a:buFont typeface="+mj-lt"/>
              <a:buAutoNum type="arabicParenR"/>
            </a:pPr>
            <a:r>
              <a:rPr lang="ar-SA" sz="2000" b="1" dirty="0"/>
              <a:t>ضعف تقديم برامج علاجية واثرائية فعالة</a:t>
            </a:r>
            <a:endParaRPr lang="en-US" sz="2000" b="1" dirty="0"/>
          </a:p>
          <a:p>
            <a:pPr marL="457200" lvl="0" indent="-457200" algn="r" rtl="1">
              <a:buFont typeface="+mj-lt"/>
              <a:buAutoNum type="arabicParenR"/>
            </a:pPr>
            <a:r>
              <a:rPr lang="ar-SA" sz="2000" b="1" dirty="0"/>
              <a:t>وجود سلوكيات مشتتة داخل الصف</a:t>
            </a:r>
            <a:endParaRPr lang="en-US" sz="2000" b="1" dirty="0"/>
          </a:p>
          <a:p>
            <a:pPr marL="457200" lvl="0" indent="-457200" algn="r" rtl="1">
              <a:buFont typeface="+mj-lt"/>
              <a:buAutoNum type="arabicParenR"/>
            </a:pPr>
            <a:r>
              <a:rPr lang="ar-SA" sz="2000" b="1" dirty="0"/>
              <a:t>ضعف تطبيق ما يتم تعلمه في البرامج والدورات</a:t>
            </a:r>
            <a:endParaRPr lang="en-US" sz="2000" b="1" dirty="0"/>
          </a:p>
          <a:p>
            <a:pPr marL="457200" lvl="0" indent="-457200" algn="r" rtl="1">
              <a:buFont typeface="+mj-lt"/>
              <a:buAutoNum type="arabicParenR"/>
            </a:pPr>
            <a:r>
              <a:rPr lang="ar-SA" sz="2000" b="1" dirty="0"/>
              <a:t>مراعاة الفروق الفردية</a:t>
            </a:r>
            <a:endParaRPr lang="en-US" sz="2000" b="1" dirty="0"/>
          </a:p>
          <a:p>
            <a:pPr marL="457200" lvl="0" indent="-457200" algn="r" rtl="1">
              <a:buFont typeface="+mj-lt"/>
              <a:buAutoNum type="arabicParenR"/>
            </a:pPr>
            <a:r>
              <a:rPr lang="ar-SA" sz="2000" b="1" dirty="0"/>
              <a:t>ضعف التخطيط الجيد للدرس</a:t>
            </a:r>
            <a:endParaRPr lang="en-US" sz="2000" b="1" dirty="0"/>
          </a:p>
          <a:p>
            <a:pPr marL="457200" lvl="0" indent="-457200" algn="r" rtl="1">
              <a:buFont typeface="+mj-lt"/>
              <a:buAutoNum type="arabicParenR"/>
            </a:pPr>
            <a:r>
              <a:rPr lang="ar-SA" sz="2000" b="1" dirty="0"/>
              <a:t>تحليل نتائج التقويم وتقديم التغذية الراجعة للمتعلمين</a:t>
            </a:r>
            <a:endParaRPr lang="en-US" sz="2000" b="1" dirty="0"/>
          </a:p>
          <a:p>
            <a:pPr marL="457200" lvl="0" indent="-457200" algn="r" rtl="1">
              <a:buFont typeface="+mj-lt"/>
              <a:buAutoNum type="arabicParenR"/>
            </a:pPr>
            <a:r>
              <a:rPr lang="ar-SA" sz="2000" b="1" dirty="0"/>
              <a:t>ضعف مهارة تنفيذ أنشطة التدريس والأنشطة العملية</a:t>
            </a:r>
            <a:endParaRPr lang="en-US" sz="2000" b="1" dirty="0"/>
          </a:p>
        </p:txBody>
      </p:sp>
      <p:sp>
        <p:nvSpPr>
          <p:cNvPr id="3" name="مربع نص 2">
            <a:extLst>
              <a:ext uri="{FF2B5EF4-FFF2-40B4-BE49-F238E27FC236}">
                <a16:creationId xmlns:a16="http://schemas.microsoft.com/office/drawing/2014/main" id="{B85382CD-87D0-EA60-6A9B-CF5E7A7B5A02}"/>
              </a:ext>
            </a:extLst>
          </p:cNvPr>
          <p:cNvSpPr txBox="1"/>
          <p:nvPr/>
        </p:nvSpPr>
        <p:spPr>
          <a:xfrm>
            <a:off x="229684" y="6480612"/>
            <a:ext cx="7097131" cy="3231654"/>
          </a:xfrm>
          <a:prstGeom prst="rect">
            <a:avLst/>
          </a:prstGeom>
          <a:noFill/>
        </p:spPr>
        <p:txBody>
          <a:bodyPr wrap="square" rtlCol="1">
            <a:spAutoFit/>
          </a:bodyPr>
          <a:lstStyle/>
          <a:p>
            <a:pPr algn="r" rtl="1"/>
            <a:r>
              <a:rPr lang="ar-SA" sz="2400" b="1" dirty="0">
                <a:solidFill>
                  <a:srgbClr val="C00000"/>
                </a:solidFill>
              </a:rPr>
              <a:t>أبرز القضايا المرتبطة بالتخصص:</a:t>
            </a:r>
            <a:endParaRPr lang="en-US" sz="2400" b="1" dirty="0">
              <a:solidFill>
                <a:srgbClr val="C00000"/>
              </a:solidFill>
            </a:endParaRPr>
          </a:p>
          <a:p>
            <a:pPr marL="457200" lvl="0" indent="-457200" algn="r" rtl="1">
              <a:buFont typeface="+mj-lt"/>
              <a:buAutoNum type="arabicParenR"/>
            </a:pPr>
            <a:r>
              <a:rPr lang="ar-SA" sz="2000" b="1" dirty="0"/>
              <a:t>ضعف التمكن من بعض مفاهيم التخصص وصعوبة شرح المفاهيم المجردة</a:t>
            </a:r>
            <a:endParaRPr lang="en-US" sz="2000" b="1" dirty="0"/>
          </a:p>
          <a:p>
            <a:pPr marL="457200" lvl="0" indent="-457200" algn="r" rtl="1">
              <a:buFont typeface="+mj-lt"/>
              <a:buAutoNum type="arabicParenR"/>
            </a:pPr>
            <a:r>
              <a:rPr lang="ar-SA" sz="2000" b="1" dirty="0"/>
              <a:t>عدم الربط بين أجزاء المنهج</a:t>
            </a:r>
            <a:endParaRPr lang="en-US" sz="2000" b="1" dirty="0"/>
          </a:p>
          <a:p>
            <a:pPr marL="457200" lvl="0" indent="-457200" algn="r" rtl="1">
              <a:buFont typeface="+mj-lt"/>
              <a:buAutoNum type="arabicParenR"/>
            </a:pPr>
            <a:r>
              <a:rPr lang="ar-SA" sz="2000" b="1" dirty="0"/>
              <a:t>صعوبة تحويل بعض المفاهيم الى امثلة حياتية</a:t>
            </a:r>
            <a:endParaRPr lang="en-US" sz="2000" b="1" dirty="0"/>
          </a:p>
          <a:p>
            <a:pPr marL="457200" lvl="0" indent="-457200" algn="r" rtl="1">
              <a:buFont typeface="+mj-lt"/>
              <a:buAutoNum type="arabicParenR"/>
            </a:pPr>
            <a:r>
              <a:rPr lang="ar-SA" sz="2000" b="1" dirty="0"/>
              <a:t>ضعف توظيف استراتيجيات تناسب طبيعة المادة والمرحلة</a:t>
            </a:r>
            <a:endParaRPr lang="en-US" sz="2000" b="1" dirty="0"/>
          </a:p>
          <a:p>
            <a:pPr marL="457200" lvl="0" indent="-457200" algn="r" rtl="1">
              <a:buFont typeface="+mj-lt"/>
              <a:buAutoNum type="arabicParenR"/>
            </a:pPr>
            <a:r>
              <a:rPr lang="ar-SA" sz="2000" b="1" dirty="0"/>
              <a:t>ضعف التوازن بين الجانب النظري والتطبيقي</a:t>
            </a:r>
            <a:endParaRPr lang="en-US" sz="2000" b="1" dirty="0"/>
          </a:p>
          <a:p>
            <a:pPr marL="457200" lvl="0" indent="-457200" algn="r" rtl="1">
              <a:buFont typeface="+mj-lt"/>
              <a:buAutoNum type="arabicParenR"/>
            </a:pPr>
            <a:r>
              <a:rPr lang="ar-SA" sz="2000" b="1" dirty="0"/>
              <a:t>قلة الاطلاع على مستجدات التخصص</a:t>
            </a:r>
            <a:endParaRPr lang="en-US" sz="2000" b="1" dirty="0"/>
          </a:p>
          <a:p>
            <a:pPr marL="457200" lvl="0" indent="-457200" algn="r" rtl="1">
              <a:buFont typeface="+mj-lt"/>
              <a:buAutoNum type="arabicParenR"/>
            </a:pPr>
            <a:r>
              <a:rPr lang="ar-SA" sz="2000" b="1" dirty="0"/>
              <a:t>التركيز على صياغة أسئلة مهارات التفكير الدنيا (المعرفة) واهمال أسئلة مهارات التفكير العليا (التطبيق والاستدلال).</a:t>
            </a:r>
            <a:endParaRPr lang="en-US" sz="2000" b="1" dirty="0"/>
          </a:p>
          <a:p>
            <a:pPr marL="457200" lvl="0" indent="-457200" algn="r" rtl="1">
              <a:buFont typeface="+mj-lt"/>
              <a:buAutoNum type="arabicParenR"/>
            </a:pPr>
            <a:r>
              <a:rPr lang="ar-SA" sz="2000" b="1" dirty="0"/>
              <a:t>ضعف الربط بين التخصصات (تكامل المواد)</a:t>
            </a:r>
            <a:endParaRPr lang="en-US" sz="2000" b="1" dirty="0"/>
          </a:p>
        </p:txBody>
      </p:sp>
    </p:spTree>
    <p:extLst>
      <p:ext uri="{BB962C8B-B14F-4D97-AF65-F5344CB8AC3E}">
        <p14:creationId xmlns:p14="http://schemas.microsoft.com/office/powerpoint/2010/main" val="41115767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62C4B0"/>
        </a:solidFill>
        <a:effectLst/>
      </p:bgPr>
    </p:bg>
    <p:spTree>
      <p:nvGrpSpPr>
        <p:cNvPr id="1" name="">
          <a:extLst>
            <a:ext uri="{FF2B5EF4-FFF2-40B4-BE49-F238E27FC236}">
              <a16:creationId xmlns:a16="http://schemas.microsoft.com/office/drawing/2014/main" id="{A50F8275-74C3-4B3A-AB5D-7598D446F4FA}"/>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F9992F8E-EAF4-309E-ED19-238199201342}"/>
              </a:ext>
            </a:extLst>
          </p:cNvPr>
          <p:cNvSpPr/>
          <p:nvPr/>
        </p:nvSpPr>
        <p:spPr>
          <a:xfrm>
            <a:off x="-251375" y="39592"/>
            <a:ext cx="7872660" cy="10895551"/>
          </a:xfrm>
          <a:custGeom>
            <a:avLst/>
            <a:gdLst/>
            <a:ahLst/>
            <a:cxnLst/>
            <a:rect l="l" t="t" r="r" b="b"/>
            <a:pathLst>
              <a:path w="7758846" h="8416894">
                <a:moveTo>
                  <a:pt x="0" y="0"/>
                </a:moveTo>
                <a:lnTo>
                  <a:pt x="7758846" y="0"/>
                </a:lnTo>
                <a:lnTo>
                  <a:pt x="7758846" y="8416894"/>
                </a:lnTo>
                <a:lnTo>
                  <a:pt x="0" y="8416894"/>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ar-SA"/>
          </a:p>
        </p:txBody>
      </p:sp>
      <p:sp>
        <p:nvSpPr>
          <p:cNvPr id="4" name="Freeform 4">
            <a:extLst>
              <a:ext uri="{FF2B5EF4-FFF2-40B4-BE49-F238E27FC236}">
                <a16:creationId xmlns:a16="http://schemas.microsoft.com/office/drawing/2014/main" id="{ACC5462E-CA53-51E1-DEE3-F1847296309B}"/>
              </a:ext>
            </a:extLst>
          </p:cNvPr>
          <p:cNvSpPr/>
          <p:nvPr/>
        </p:nvSpPr>
        <p:spPr>
          <a:xfrm>
            <a:off x="0" y="39592"/>
            <a:ext cx="5683250" cy="393700"/>
          </a:xfrm>
          <a:custGeom>
            <a:avLst/>
            <a:gdLst/>
            <a:ahLst/>
            <a:cxnLst/>
            <a:rect l="l" t="t" r="r" b="b"/>
            <a:pathLst>
              <a:path w="3308517" h="1467779">
                <a:moveTo>
                  <a:pt x="0" y="0"/>
                </a:moveTo>
                <a:lnTo>
                  <a:pt x="3308517" y="0"/>
                </a:lnTo>
                <a:lnTo>
                  <a:pt x="3308517" y="1467779"/>
                </a:lnTo>
                <a:lnTo>
                  <a:pt x="0" y="1467779"/>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ar-SA"/>
          </a:p>
        </p:txBody>
      </p:sp>
      <p:sp>
        <p:nvSpPr>
          <p:cNvPr id="6" name="Rectangle 1">
            <a:extLst>
              <a:ext uri="{FF2B5EF4-FFF2-40B4-BE49-F238E27FC236}">
                <a16:creationId xmlns:a16="http://schemas.microsoft.com/office/drawing/2014/main" id="{F39284D3-B2F4-3ECC-3677-579D410E4C83}"/>
              </a:ext>
            </a:extLst>
          </p:cNvPr>
          <p:cNvSpPr>
            <a:spLocks noChangeArrowheads="1"/>
          </p:cNvSpPr>
          <p:nvPr/>
        </p:nvSpPr>
        <p:spPr bwMode="auto">
          <a:xfrm>
            <a:off x="1263650" y="1362908"/>
            <a:ext cx="4191000" cy="9283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228528" rIns="91440" bIns="50784"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1" eaLnBrk="0" fontAlgn="base" latinLnBrk="0" hangingPunct="0">
              <a:lnSpc>
                <a:spcPct val="100000"/>
              </a:lnSpc>
              <a:spcBef>
                <a:spcPct val="0"/>
              </a:spcBef>
              <a:spcAft>
                <a:spcPct val="0"/>
              </a:spcAft>
              <a:buClrTx/>
              <a:buSzTx/>
              <a:buFontTx/>
              <a:buNone/>
              <a:tabLst/>
            </a:pPr>
            <a:r>
              <a:rPr kumimoji="0" lang="ar-SA" altLang="ar-SA" sz="2400" b="1" i="0" u="none" strike="noStrike" cap="none" normalizeH="0" baseline="0" dirty="0">
                <a:ln>
                  <a:noFill/>
                </a:ln>
                <a:solidFill>
                  <a:srgbClr val="EE0000"/>
                </a:solidFill>
                <a:effectLst/>
                <a:latin typeface="Aptos Display" panose="020B0004020202020204" pitchFamily="34" charset="0"/>
                <a:ea typeface="Times New Roman" panose="02020603050405020304" pitchFamily="18" charset="0"/>
                <a:cs typeface="Times New Roman" panose="02020603050405020304" pitchFamily="18" charset="0"/>
              </a:rPr>
              <a:t>خطة التطوير المهني لمنسوبات المدرسة</a:t>
            </a:r>
            <a:endParaRPr kumimoji="0" lang="en-US" altLang="ar-SA" sz="2400" b="0" i="0" u="none" strike="noStrike" cap="none" normalizeH="0" baseline="0" dirty="0">
              <a:ln>
                <a:noFill/>
              </a:ln>
              <a:solidFill>
                <a:srgbClr val="0F4761"/>
              </a:solidFill>
              <a:effectLst/>
              <a:latin typeface="Aptos Display" panose="020B0004020202020204" pitchFamily="34" charset="0"/>
              <a:ea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ar-SA" sz="18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p:txBody>
      </p:sp>
      <p:sp>
        <p:nvSpPr>
          <p:cNvPr id="11" name="مربع نص 10">
            <a:extLst>
              <a:ext uri="{FF2B5EF4-FFF2-40B4-BE49-F238E27FC236}">
                <a16:creationId xmlns:a16="http://schemas.microsoft.com/office/drawing/2014/main" id="{0002F6FD-B616-315B-45D7-421E23ACE4E4}"/>
              </a:ext>
            </a:extLst>
          </p:cNvPr>
          <p:cNvSpPr txBox="1"/>
          <p:nvPr/>
        </p:nvSpPr>
        <p:spPr>
          <a:xfrm>
            <a:off x="4616450" y="1993900"/>
            <a:ext cx="457200" cy="457200"/>
          </a:xfrm>
          <a:prstGeom prst="rect">
            <a:avLst/>
          </a:prstGeom>
          <a:noFill/>
        </p:spPr>
        <p:txBody>
          <a:bodyPr wrap="square" rtlCol="1">
            <a:spAutoFit/>
          </a:bodyPr>
          <a:lstStyle/>
          <a:p>
            <a:endParaRPr lang="ar-SA" dirty="0"/>
          </a:p>
        </p:txBody>
      </p:sp>
      <p:graphicFrame>
        <p:nvGraphicFramePr>
          <p:cNvPr id="13" name="جدول 12">
            <a:extLst>
              <a:ext uri="{FF2B5EF4-FFF2-40B4-BE49-F238E27FC236}">
                <a16:creationId xmlns:a16="http://schemas.microsoft.com/office/drawing/2014/main" id="{DB88AB0A-48FB-7439-FCCC-2D4876873407}"/>
              </a:ext>
            </a:extLst>
          </p:cNvPr>
          <p:cNvGraphicFramePr>
            <a:graphicFrameLocks noGrp="1"/>
          </p:cNvGraphicFramePr>
          <p:nvPr>
            <p:extLst>
              <p:ext uri="{D42A27DB-BD31-4B8C-83A1-F6EECF244321}">
                <p14:modId xmlns:p14="http://schemas.microsoft.com/office/powerpoint/2010/main" val="165268710"/>
              </p:ext>
            </p:extLst>
          </p:nvPr>
        </p:nvGraphicFramePr>
        <p:xfrm>
          <a:off x="501649" y="2777786"/>
          <a:ext cx="6707857" cy="6683713"/>
        </p:xfrm>
        <a:graphic>
          <a:graphicData uri="http://schemas.openxmlformats.org/drawingml/2006/table">
            <a:tbl>
              <a:tblPr rtl="1" firstRow="1" firstCol="1" bandRow="1">
                <a:tableStyleId>{5940675A-B579-460E-94D1-54222C63F5DA}</a:tableStyleId>
              </a:tblPr>
              <a:tblGrid>
                <a:gridCol w="952383">
                  <a:extLst>
                    <a:ext uri="{9D8B030D-6E8A-4147-A177-3AD203B41FA5}">
                      <a16:colId xmlns:a16="http://schemas.microsoft.com/office/drawing/2014/main" val="2522509743"/>
                    </a:ext>
                  </a:extLst>
                </a:gridCol>
                <a:gridCol w="952383">
                  <a:extLst>
                    <a:ext uri="{9D8B030D-6E8A-4147-A177-3AD203B41FA5}">
                      <a16:colId xmlns:a16="http://schemas.microsoft.com/office/drawing/2014/main" val="3328900283"/>
                    </a:ext>
                  </a:extLst>
                </a:gridCol>
                <a:gridCol w="1251942">
                  <a:extLst>
                    <a:ext uri="{9D8B030D-6E8A-4147-A177-3AD203B41FA5}">
                      <a16:colId xmlns:a16="http://schemas.microsoft.com/office/drawing/2014/main" val="3062004807"/>
                    </a:ext>
                  </a:extLst>
                </a:gridCol>
                <a:gridCol w="1066956">
                  <a:extLst>
                    <a:ext uri="{9D8B030D-6E8A-4147-A177-3AD203B41FA5}">
                      <a16:colId xmlns:a16="http://schemas.microsoft.com/office/drawing/2014/main" val="811098008"/>
                    </a:ext>
                  </a:extLst>
                </a:gridCol>
                <a:gridCol w="2484193">
                  <a:extLst>
                    <a:ext uri="{9D8B030D-6E8A-4147-A177-3AD203B41FA5}">
                      <a16:colId xmlns:a16="http://schemas.microsoft.com/office/drawing/2014/main" val="2271637804"/>
                    </a:ext>
                  </a:extLst>
                </a:gridCol>
              </a:tblGrid>
              <a:tr h="235543">
                <a:tc>
                  <a:txBody>
                    <a:bodyPr/>
                    <a:lstStyle/>
                    <a:p>
                      <a:pPr algn="ctr" rtl="1">
                        <a:lnSpc>
                          <a:spcPct val="107000"/>
                        </a:lnSpc>
                        <a:spcAft>
                          <a:spcPts val="800"/>
                        </a:spcAft>
                        <a:buNone/>
                      </a:pPr>
                      <a:r>
                        <a:rPr lang="ar-SA" sz="1200" b="1" kern="100" dirty="0">
                          <a:effectLst/>
                        </a:rPr>
                        <a:t>المستوى</a:t>
                      </a:r>
                      <a:endParaRPr lang="en-US" sz="1200" b="1" kern="100" dirty="0">
                        <a:effectLst/>
                        <a:latin typeface="Aptos" panose="020B0004020202020204" pitchFamily="34" charset="0"/>
                        <a:ea typeface="Aptos" panose="020B0004020202020204" pitchFamily="34" charset="0"/>
                        <a:cs typeface="+mn-cs"/>
                      </a:endParaRPr>
                    </a:p>
                  </a:txBody>
                  <a:tcPr marL="32466" marR="32466" marT="0" marB="0" anchor="ctr">
                    <a:solidFill>
                      <a:schemeClr val="bg2">
                        <a:lumMod val="90000"/>
                      </a:schemeClr>
                    </a:solidFill>
                  </a:tcPr>
                </a:tc>
                <a:tc>
                  <a:txBody>
                    <a:bodyPr/>
                    <a:lstStyle/>
                    <a:p>
                      <a:pPr algn="ctr" rtl="1">
                        <a:lnSpc>
                          <a:spcPct val="107000"/>
                        </a:lnSpc>
                        <a:spcAft>
                          <a:spcPts val="800"/>
                        </a:spcAft>
                        <a:buNone/>
                      </a:pPr>
                      <a:r>
                        <a:rPr lang="ar-SA" sz="1200" b="1" kern="100" dirty="0">
                          <a:effectLst/>
                        </a:rPr>
                        <a:t>الوصف</a:t>
                      </a:r>
                      <a:endParaRPr lang="en-US" sz="1200" b="1" kern="100" dirty="0">
                        <a:effectLst/>
                        <a:latin typeface="Aptos" panose="020B0004020202020204" pitchFamily="34" charset="0"/>
                        <a:ea typeface="Aptos" panose="020B0004020202020204" pitchFamily="34" charset="0"/>
                        <a:cs typeface="+mn-cs"/>
                      </a:endParaRPr>
                    </a:p>
                  </a:txBody>
                  <a:tcPr marL="32466" marR="32466" marT="0" marB="0" anchor="ctr">
                    <a:solidFill>
                      <a:schemeClr val="bg2">
                        <a:lumMod val="90000"/>
                      </a:schemeClr>
                    </a:solidFill>
                  </a:tcPr>
                </a:tc>
                <a:tc>
                  <a:txBody>
                    <a:bodyPr/>
                    <a:lstStyle/>
                    <a:p>
                      <a:pPr algn="ctr" rtl="1">
                        <a:lnSpc>
                          <a:spcPct val="107000"/>
                        </a:lnSpc>
                        <a:spcAft>
                          <a:spcPts val="800"/>
                        </a:spcAft>
                        <a:buNone/>
                      </a:pPr>
                      <a:r>
                        <a:rPr lang="ar-SA" sz="1200" b="1" kern="100" dirty="0">
                          <a:effectLst/>
                        </a:rPr>
                        <a:t>الاجراءات</a:t>
                      </a:r>
                      <a:endParaRPr lang="en-US" sz="1200" b="1" kern="100" dirty="0">
                        <a:effectLst/>
                        <a:latin typeface="Aptos" panose="020B0004020202020204" pitchFamily="34" charset="0"/>
                        <a:ea typeface="Aptos" panose="020B0004020202020204" pitchFamily="34" charset="0"/>
                        <a:cs typeface="+mn-cs"/>
                      </a:endParaRPr>
                    </a:p>
                  </a:txBody>
                  <a:tcPr marL="32466" marR="32466" marT="0" marB="0" anchor="ctr">
                    <a:solidFill>
                      <a:schemeClr val="bg2">
                        <a:lumMod val="90000"/>
                      </a:schemeClr>
                    </a:solidFill>
                  </a:tcPr>
                </a:tc>
                <a:tc>
                  <a:txBody>
                    <a:bodyPr/>
                    <a:lstStyle/>
                    <a:p>
                      <a:pPr algn="ctr" rtl="1">
                        <a:lnSpc>
                          <a:spcPct val="107000"/>
                        </a:lnSpc>
                        <a:spcAft>
                          <a:spcPts val="800"/>
                        </a:spcAft>
                        <a:buNone/>
                      </a:pPr>
                      <a:r>
                        <a:rPr lang="ar-SA" sz="1200" b="1" kern="100" dirty="0">
                          <a:effectLst/>
                        </a:rPr>
                        <a:t>الشواهد</a:t>
                      </a:r>
                      <a:endParaRPr lang="en-US" sz="1200" b="1" kern="100" dirty="0">
                        <a:effectLst/>
                        <a:latin typeface="Aptos" panose="020B0004020202020204" pitchFamily="34" charset="0"/>
                        <a:ea typeface="Aptos" panose="020B0004020202020204" pitchFamily="34" charset="0"/>
                        <a:cs typeface="+mn-cs"/>
                      </a:endParaRPr>
                    </a:p>
                  </a:txBody>
                  <a:tcPr marL="32466" marR="32466" marT="0" marB="0" anchor="ctr">
                    <a:solidFill>
                      <a:schemeClr val="bg2">
                        <a:lumMod val="90000"/>
                      </a:schemeClr>
                    </a:solidFill>
                  </a:tcPr>
                </a:tc>
                <a:tc>
                  <a:txBody>
                    <a:bodyPr/>
                    <a:lstStyle/>
                    <a:p>
                      <a:pPr algn="ctr" rtl="1">
                        <a:lnSpc>
                          <a:spcPct val="107000"/>
                        </a:lnSpc>
                        <a:spcAft>
                          <a:spcPts val="800"/>
                        </a:spcAft>
                        <a:buNone/>
                      </a:pPr>
                      <a:r>
                        <a:rPr lang="ar-SA" sz="1200" b="1" kern="100" dirty="0">
                          <a:effectLst/>
                        </a:rPr>
                        <a:t>قياس الأثر</a:t>
                      </a:r>
                      <a:endParaRPr lang="en-US" sz="1200" b="1" kern="100" dirty="0">
                        <a:effectLst/>
                        <a:latin typeface="Aptos" panose="020B0004020202020204" pitchFamily="34" charset="0"/>
                        <a:ea typeface="Aptos" panose="020B0004020202020204" pitchFamily="34" charset="0"/>
                        <a:cs typeface="+mn-cs"/>
                      </a:endParaRPr>
                    </a:p>
                  </a:txBody>
                  <a:tcPr marL="32466" marR="32466" marT="0" marB="0" anchor="ctr">
                    <a:solidFill>
                      <a:schemeClr val="bg2">
                        <a:lumMod val="90000"/>
                      </a:schemeClr>
                    </a:solidFill>
                  </a:tcPr>
                </a:tc>
                <a:extLst>
                  <a:ext uri="{0D108BD9-81ED-4DB2-BD59-A6C34878D82A}">
                    <a16:rowId xmlns:a16="http://schemas.microsoft.com/office/drawing/2014/main" val="3290092532"/>
                  </a:ext>
                </a:extLst>
              </a:tr>
              <a:tr h="1304987">
                <a:tc>
                  <a:txBody>
                    <a:bodyPr/>
                    <a:lstStyle/>
                    <a:p>
                      <a:pPr algn="ctr" rtl="1">
                        <a:lnSpc>
                          <a:spcPct val="107000"/>
                        </a:lnSpc>
                        <a:spcAft>
                          <a:spcPts val="800"/>
                        </a:spcAft>
                        <a:buNone/>
                      </a:pPr>
                      <a:r>
                        <a:rPr lang="ar-SA" sz="800" b="1" kern="100">
                          <a:effectLst/>
                        </a:rPr>
                        <a:t>ذاتي</a:t>
                      </a:r>
                      <a:endParaRPr lang="en-US" sz="800" b="1" kern="100">
                        <a:effectLst/>
                        <a:latin typeface="Aptos" panose="020B0004020202020204" pitchFamily="34" charset="0"/>
                        <a:ea typeface="Aptos" panose="020B0004020202020204" pitchFamily="34" charset="0"/>
                        <a:cs typeface="+mn-cs"/>
                      </a:endParaRPr>
                    </a:p>
                  </a:txBody>
                  <a:tcPr marL="32466" marR="32466" marT="0" marB="0" anchor="ctr"/>
                </a:tc>
                <a:tc>
                  <a:txBody>
                    <a:bodyPr/>
                    <a:lstStyle/>
                    <a:p>
                      <a:pPr algn="ctr" rtl="1">
                        <a:lnSpc>
                          <a:spcPct val="107000"/>
                        </a:lnSpc>
                        <a:spcAft>
                          <a:spcPts val="800"/>
                        </a:spcAft>
                        <a:buNone/>
                      </a:pPr>
                      <a:r>
                        <a:rPr lang="ar-SA" sz="800" b="1" kern="100">
                          <a:effectLst/>
                        </a:rPr>
                        <a:t>تطوير مهارات ومعارف الموظفة بشكل مستمر وبمبادرة شخصية بهدف تحسين أداءها المهني وجودة عملها</a:t>
                      </a:r>
                      <a:endParaRPr lang="en-US" sz="800" b="1" kern="100">
                        <a:effectLst/>
                        <a:latin typeface="Aptos" panose="020B0004020202020204" pitchFamily="34" charset="0"/>
                        <a:ea typeface="Aptos" panose="020B0004020202020204" pitchFamily="34" charset="0"/>
                        <a:cs typeface="+mn-cs"/>
                      </a:endParaRPr>
                    </a:p>
                  </a:txBody>
                  <a:tcPr marL="32466" marR="32466" marT="0" marB="0" anchor="ctr"/>
                </a:tc>
                <a:tc>
                  <a:txBody>
                    <a:bodyPr/>
                    <a:lstStyle/>
                    <a:p>
                      <a:pPr marL="342900" lvl="0" indent="-342900" algn="r" rtl="1">
                        <a:lnSpc>
                          <a:spcPct val="107000"/>
                        </a:lnSpc>
                        <a:buFont typeface="Courier New" panose="02070309020205020404" pitchFamily="49" charset="0"/>
                        <a:buChar char="o"/>
                      </a:pPr>
                      <a:r>
                        <a:rPr lang="ar-SA" sz="800" b="1" kern="100">
                          <a:effectLst/>
                        </a:rPr>
                        <a:t>التأمل الذاتي</a:t>
                      </a:r>
                      <a:endParaRPr lang="en-US" sz="800" b="1" kern="100">
                        <a:effectLst/>
                      </a:endParaRPr>
                    </a:p>
                    <a:p>
                      <a:pPr marL="342900" lvl="0" indent="-342900" algn="r" rtl="1">
                        <a:lnSpc>
                          <a:spcPct val="107000"/>
                        </a:lnSpc>
                        <a:buFont typeface="Courier New" panose="02070309020205020404" pitchFamily="49" charset="0"/>
                        <a:buChar char="o"/>
                      </a:pPr>
                      <a:r>
                        <a:rPr lang="ar-SA" sz="800" b="1" kern="100">
                          <a:effectLst/>
                        </a:rPr>
                        <a:t>تحديد الاحتياج الذاتي</a:t>
                      </a:r>
                      <a:endParaRPr lang="en-US" sz="800" b="1" kern="100">
                        <a:effectLst/>
                      </a:endParaRPr>
                    </a:p>
                    <a:p>
                      <a:pPr marL="342900" lvl="0" indent="-342900" algn="r" rtl="1">
                        <a:lnSpc>
                          <a:spcPct val="107000"/>
                        </a:lnSpc>
                        <a:buFont typeface="Courier New" panose="02070309020205020404" pitchFamily="49" charset="0"/>
                        <a:buChar char="o"/>
                      </a:pPr>
                      <a:r>
                        <a:rPr lang="ar-SA" sz="800" b="1" kern="100">
                          <a:effectLst/>
                        </a:rPr>
                        <a:t>شهادات حضور ورش وبرامج</a:t>
                      </a:r>
                      <a:endParaRPr lang="en-US" sz="800" b="1" kern="100">
                        <a:effectLst/>
                        <a:latin typeface="Aptos" panose="020B0004020202020204" pitchFamily="34" charset="0"/>
                        <a:ea typeface="Aptos" panose="020B0004020202020204" pitchFamily="34" charset="0"/>
                        <a:cs typeface="+mn-cs"/>
                      </a:endParaRPr>
                    </a:p>
                  </a:txBody>
                  <a:tcPr marL="32466" marR="32466" marT="0" marB="0" anchor="ctr"/>
                </a:tc>
                <a:tc>
                  <a:txBody>
                    <a:bodyPr/>
                    <a:lstStyle/>
                    <a:p>
                      <a:pPr marL="342900" lvl="0" indent="-342900" algn="r" rtl="1">
                        <a:lnSpc>
                          <a:spcPct val="107000"/>
                        </a:lnSpc>
                        <a:buFont typeface="Courier New" panose="02070309020205020404" pitchFamily="49" charset="0"/>
                        <a:buChar char="o"/>
                      </a:pPr>
                      <a:r>
                        <a:rPr lang="ar-SA" sz="800" b="1" kern="100">
                          <a:effectLst/>
                        </a:rPr>
                        <a:t>استمارة التأمل الذاتي</a:t>
                      </a:r>
                      <a:endParaRPr lang="en-US" sz="800" b="1" kern="100">
                        <a:effectLst/>
                      </a:endParaRPr>
                    </a:p>
                    <a:p>
                      <a:pPr marL="342900" lvl="0" indent="-342900" algn="r" rtl="1">
                        <a:lnSpc>
                          <a:spcPct val="107000"/>
                        </a:lnSpc>
                        <a:buFont typeface="Courier New" panose="02070309020205020404" pitchFamily="49" charset="0"/>
                        <a:buChar char="o"/>
                      </a:pPr>
                      <a:r>
                        <a:rPr lang="ar-SA" sz="800" b="1" kern="100">
                          <a:effectLst/>
                        </a:rPr>
                        <a:t>حصر الاحتياجات التدريبية الذاتية</a:t>
                      </a:r>
                      <a:endParaRPr lang="en-US" sz="800" b="1" kern="100">
                        <a:effectLst/>
                      </a:endParaRPr>
                    </a:p>
                    <a:p>
                      <a:pPr marL="342900" lvl="0" indent="-342900" algn="r" rtl="1">
                        <a:lnSpc>
                          <a:spcPct val="107000"/>
                        </a:lnSpc>
                        <a:buFont typeface="Courier New" panose="02070309020205020404" pitchFamily="49" charset="0"/>
                        <a:buChar char="o"/>
                      </a:pPr>
                      <a:r>
                        <a:rPr lang="ar-SA" sz="800" b="1" kern="100">
                          <a:effectLst/>
                        </a:rPr>
                        <a:t>بيان بالبرامج والورش </a:t>
                      </a:r>
                      <a:endParaRPr lang="en-US" sz="800" b="1" kern="100">
                        <a:effectLst/>
                      </a:endParaRPr>
                    </a:p>
                    <a:p>
                      <a:pPr marL="342900" lvl="0" indent="-342900" algn="r" rtl="1">
                        <a:lnSpc>
                          <a:spcPct val="107000"/>
                        </a:lnSpc>
                        <a:buFont typeface="Courier New" panose="02070309020205020404" pitchFamily="49" charset="0"/>
                        <a:buChar char="o"/>
                      </a:pPr>
                      <a:r>
                        <a:rPr lang="ar-SA" sz="800" b="1" kern="100">
                          <a:effectLst/>
                        </a:rPr>
                        <a:t>شهادات حضور معتمدة</a:t>
                      </a:r>
                      <a:endParaRPr lang="en-US" sz="800" b="1" kern="100">
                        <a:effectLst/>
                        <a:latin typeface="Aptos" panose="020B0004020202020204" pitchFamily="34" charset="0"/>
                        <a:ea typeface="Aptos" panose="020B0004020202020204" pitchFamily="34" charset="0"/>
                        <a:cs typeface="+mn-cs"/>
                      </a:endParaRPr>
                    </a:p>
                  </a:txBody>
                  <a:tcPr marL="32466" marR="32466" marT="0" marB="0" anchor="ctr"/>
                </a:tc>
                <a:tc>
                  <a:txBody>
                    <a:bodyPr/>
                    <a:lstStyle/>
                    <a:p>
                      <a:pPr marL="342900" lvl="0" indent="-342900" algn="r" rtl="1">
                        <a:lnSpc>
                          <a:spcPct val="107000"/>
                        </a:lnSpc>
                        <a:buFont typeface="Courier New" panose="02070309020205020404" pitchFamily="49" charset="0"/>
                        <a:buChar char="o"/>
                      </a:pPr>
                      <a:r>
                        <a:rPr lang="ar-SA" sz="800" b="1" kern="100" dirty="0">
                          <a:effectLst/>
                        </a:rPr>
                        <a:t>تطبيق ونقل الخبرة</a:t>
                      </a:r>
                      <a:endParaRPr lang="en-US" sz="800" b="1" kern="100" dirty="0">
                        <a:effectLst/>
                      </a:endParaRPr>
                    </a:p>
                    <a:p>
                      <a:pPr marL="342900" lvl="0" indent="-342900" algn="r" rtl="1">
                        <a:lnSpc>
                          <a:spcPct val="107000"/>
                        </a:lnSpc>
                        <a:spcAft>
                          <a:spcPts val="800"/>
                        </a:spcAft>
                        <a:buFont typeface="Courier New" panose="02070309020205020404" pitchFamily="49" charset="0"/>
                        <a:buChar char="o"/>
                      </a:pPr>
                      <a:r>
                        <a:rPr lang="ar-SA" sz="800" b="1" kern="100" dirty="0">
                          <a:effectLst/>
                        </a:rPr>
                        <a:t>تحسن في الأداء</a:t>
                      </a:r>
                      <a:endParaRPr lang="en-US" sz="800" b="1" kern="100" dirty="0">
                        <a:effectLst/>
                        <a:latin typeface="Aptos" panose="020B0004020202020204" pitchFamily="34" charset="0"/>
                        <a:ea typeface="Aptos" panose="020B0004020202020204" pitchFamily="34" charset="0"/>
                        <a:cs typeface="+mn-cs"/>
                      </a:endParaRPr>
                    </a:p>
                  </a:txBody>
                  <a:tcPr marL="32466" marR="32466" marT="0" marB="0" anchor="ctr"/>
                </a:tc>
                <a:extLst>
                  <a:ext uri="{0D108BD9-81ED-4DB2-BD59-A6C34878D82A}">
                    <a16:rowId xmlns:a16="http://schemas.microsoft.com/office/drawing/2014/main" val="4165240223"/>
                  </a:ext>
                </a:extLst>
              </a:tr>
              <a:tr h="926984">
                <a:tc rowSpan="3">
                  <a:txBody>
                    <a:bodyPr/>
                    <a:lstStyle/>
                    <a:p>
                      <a:pPr algn="ctr" rtl="1">
                        <a:lnSpc>
                          <a:spcPct val="107000"/>
                        </a:lnSpc>
                        <a:spcAft>
                          <a:spcPts val="800"/>
                        </a:spcAft>
                        <a:buNone/>
                      </a:pPr>
                      <a:r>
                        <a:rPr lang="ar-SA" sz="800" b="1" kern="100">
                          <a:effectLst/>
                        </a:rPr>
                        <a:t>الفريق</a:t>
                      </a:r>
                      <a:endParaRPr lang="en-US" sz="800" b="1" kern="100">
                        <a:effectLst/>
                        <a:latin typeface="Aptos" panose="020B0004020202020204" pitchFamily="34" charset="0"/>
                        <a:ea typeface="Aptos" panose="020B0004020202020204" pitchFamily="34" charset="0"/>
                        <a:cs typeface="+mn-cs"/>
                      </a:endParaRPr>
                    </a:p>
                  </a:txBody>
                  <a:tcPr marL="32466" marR="32466" marT="0" marB="0" anchor="ctr"/>
                </a:tc>
                <a:tc>
                  <a:txBody>
                    <a:bodyPr/>
                    <a:lstStyle/>
                    <a:p>
                      <a:pPr marL="125730" algn="r" rtl="1">
                        <a:lnSpc>
                          <a:spcPct val="107000"/>
                        </a:lnSpc>
                        <a:spcAft>
                          <a:spcPts val="800"/>
                        </a:spcAft>
                        <a:buNone/>
                      </a:pPr>
                      <a:r>
                        <a:rPr lang="ar-SA" sz="800" b="1" kern="100">
                          <a:effectLst/>
                        </a:rPr>
                        <a:t>التخصص (مادة علمية، قضية متعلقة بالتخصص، تحليل نتائج، تقديم تغذية راجعة تخصصية)</a:t>
                      </a:r>
                      <a:endParaRPr lang="en-US" sz="800" b="1" kern="100">
                        <a:effectLst/>
                        <a:latin typeface="Aptos" panose="020B0004020202020204" pitchFamily="34" charset="0"/>
                        <a:ea typeface="Aptos" panose="020B0004020202020204" pitchFamily="34" charset="0"/>
                        <a:cs typeface="+mn-cs"/>
                      </a:endParaRPr>
                    </a:p>
                  </a:txBody>
                  <a:tcPr marL="32466" marR="32466" marT="0" marB="0" anchor="ctr"/>
                </a:tc>
                <a:tc rowSpan="3">
                  <a:txBody>
                    <a:bodyPr/>
                    <a:lstStyle/>
                    <a:p>
                      <a:pPr algn="ctr" rtl="1">
                        <a:lnSpc>
                          <a:spcPct val="107000"/>
                        </a:lnSpc>
                        <a:spcAft>
                          <a:spcPts val="800"/>
                        </a:spcAft>
                        <a:buNone/>
                      </a:pPr>
                      <a:r>
                        <a:rPr lang="ar-SA" sz="800" b="1" kern="100">
                          <a:effectLst/>
                        </a:rPr>
                        <a:t>مجتمعات تعلم مهنية</a:t>
                      </a:r>
                      <a:endParaRPr lang="en-US" sz="800" b="1" kern="100">
                        <a:effectLst/>
                      </a:endParaRPr>
                    </a:p>
                    <a:p>
                      <a:pPr marL="342900" lvl="0" indent="-342900" algn="r" rtl="1">
                        <a:lnSpc>
                          <a:spcPct val="107000"/>
                        </a:lnSpc>
                        <a:buFont typeface="Courier New" panose="02070309020205020404" pitchFamily="49" charset="0"/>
                        <a:buChar char="o"/>
                      </a:pPr>
                      <a:r>
                        <a:rPr lang="ar-SA" sz="800" b="1" kern="100">
                          <a:effectLst/>
                        </a:rPr>
                        <a:t>بحث درس</a:t>
                      </a:r>
                      <a:endParaRPr lang="en-US" sz="800" b="1" kern="100">
                        <a:effectLst/>
                      </a:endParaRPr>
                    </a:p>
                    <a:p>
                      <a:pPr marL="342900" lvl="0" indent="-342900" algn="r" rtl="1">
                        <a:lnSpc>
                          <a:spcPct val="107000"/>
                        </a:lnSpc>
                        <a:buFont typeface="Courier New" panose="02070309020205020404" pitchFamily="49" charset="0"/>
                        <a:buChar char="o"/>
                      </a:pPr>
                      <a:r>
                        <a:rPr lang="ar-SA" sz="800" b="1" kern="100">
                          <a:effectLst/>
                        </a:rPr>
                        <a:t>اجتماعات</a:t>
                      </a:r>
                      <a:endParaRPr lang="en-US" sz="800" b="1" kern="100">
                        <a:effectLst/>
                      </a:endParaRPr>
                    </a:p>
                    <a:p>
                      <a:pPr marL="342900" lvl="0" indent="-342900" algn="r" rtl="1">
                        <a:lnSpc>
                          <a:spcPct val="107000"/>
                        </a:lnSpc>
                        <a:buFont typeface="Courier New" panose="02070309020205020404" pitchFamily="49" charset="0"/>
                        <a:buChar char="o"/>
                      </a:pPr>
                      <a:r>
                        <a:rPr lang="ar-SA" sz="800" b="1" kern="100">
                          <a:effectLst/>
                        </a:rPr>
                        <a:t>قراءة موجهة</a:t>
                      </a:r>
                      <a:endParaRPr lang="en-US" sz="800" b="1" kern="100">
                        <a:effectLst/>
                      </a:endParaRPr>
                    </a:p>
                    <a:p>
                      <a:pPr marL="342900" lvl="0" indent="-342900" algn="r" rtl="1">
                        <a:lnSpc>
                          <a:spcPct val="107000"/>
                        </a:lnSpc>
                        <a:buFont typeface="Courier New" panose="02070309020205020404" pitchFamily="49" charset="0"/>
                        <a:buChar char="o"/>
                      </a:pPr>
                      <a:r>
                        <a:rPr lang="ar-SA" sz="800" b="1" kern="100">
                          <a:effectLst/>
                        </a:rPr>
                        <a:t>حلقات نقاش</a:t>
                      </a:r>
                      <a:endParaRPr lang="en-US" sz="800" b="1" kern="100">
                        <a:effectLst/>
                      </a:endParaRPr>
                    </a:p>
                    <a:p>
                      <a:pPr marL="342900" lvl="0" indent="-342900" algn="r" rtl="1">
                        <a:lnSpc>
                          <a:spcPct val="107000"/>
                        </a:lnSpc>
                        <a:buFont typeface="Courier New" panose="02070309020205020404" pitchFamily="49" charset="0"/>
                        <a:buChar char="o"/>
                      </a:pPr>
                      <a:r>
                        <a:rPr lang="ar-SA" sz="800" b="1" kern="100">
                          <a:effectLst/>
                        </a:rPr>
                        <a:t>تدريب بالأقران</a:t>
                      </a:r>
                      <a:endParaRPr lang="en-US" sz="800" b="1" kern="100">
                        <a:effectLst/>
                      </a:endParaRPr>
                    </a:p>
                    <a:p>
                      <a:pPr marL="342900" lvl="0" indent="-342900" algn="r" rtl="1">
                        <a:lnSpc>
                          <a:spcPct val="107000"/>
                        </a:lnSpc>
                        <a:buFont typeface="Courier New" panose="02070309020205020404" pitchFamily="49" charset="0"/>
                        <a:buChar char="o"/>
                      </a:pPr>
                      <a:r>
                        <a:rPr lang="ar-SA" sz="800" b="1" kern="100">
                          <a:effectLst/>
                        </a:rPr>
                        <a:t>نشرة تربوية</a:t>
                      </a:r>
                      <a:endParaRPr lang="en-US" sz="800" b="1" kern="100">
                        <a:effectLst/>
                      </a:endParaRPr>
                    </a:p>
                    <a:p>
                      <a:pPr marL="342900" lvl="0" indent="-342900" algn="r" rtl="1">
                        <a:lnSpc>
                          <a:spcPct val="107000"/>
                        </a:lnSpc>
                        <a:buFont typeface="Courier New" panose="02070309020205020404" pitchFamily="49" charset="0"/>
                        <a:buChar char="o"/>
                      </a:pPr>
                      <a:r>
                        <a:rPr lang="ar-SA" sz="800" b="1" kern="100">
                          <a:effectLst/>
                        </a:rPr>
                        <a:t>زيارات متبادلة</a:t>
                      </a:r>
                      <a:endParaRPr lang="en-US" sz="800" b="1" kern="100">
                        <a:effectLst/>
                      </a:endParaRPr>
                    </a:p>
                    <a:p>
                      <a:pPr marL="342900" lvl="0" indent="-342900" algn="r" rtl="1">
                        <a:lnSpc>
                          <a:spcPct val="107000"/>
                        </a:lnSpc>
                        <a:buFont typeface="Courier New" panose="02070309020205020404" pitchFamily="49" charset="0"/>
                        <a:buChar char="o"/>
                      </a:pPr>
                      <a:r>
                        <a:rPr lang="ar-SA" sz="800" b="1" kern="100">
                          <a:effectLst/>
                        </a:rPr>
                        <a:t>حضور الدرس التطبيقي</a:t>
                      </a:r>
                      <a:endParaRPr lang="en-US" sz="800" b="1" kern="100">
                        <a:effectLst/>
                      </a:endParaRPr>
                    </a:p>
                    <a:p>
                      <a:pPr marL="342900" lvl="0" indent="-342900" algn="r" rtl="1">
                        <a:lnSpc>
                          <a:spcPct val="107000"/>
                        </a:lnSpc>
                        <a:buFont typeface="Courier New" panose="02070309020205020404" pitchFamily="49" charset="0"/>
                        <a:buChar char="o"/>
                      </a:pPr>
                      <a:r>
                        <a:rPr lang="ar-SA" sz="800" b="1" kern="100">
                          <a:effectLst/>
                        </a:rPr>
                        <a:t>ورش عمل مصغرة</a:t>
                      </a:r>
                      <a:endParaRPr lang="en-US" sz="800" b="1" kern="100">
                        <a:effectLst/>
                      </a:endParaRPr>
                    </a:p>
                    <a:p>
                      <a:pPr marL="342900" lvl="0" indent="-342900" algn="r" rtl="1">
                        <a:lnSpc>
                          <a:spcPct val="107000"/>
                        </a:lnSpc>
                        <a:buFont typeface="Courier New" panose="02070309020205020404" pitchFamily="49" charset="0"/>
                        <a:buChar char="o"/>
                      </a:pPr>
                      <a:r>
                        <a:rPr lang="ar-SA" sz="800" b="1" kern="100">
                          <a:effectLst/>
                        </a:rPr>
                        <a:t>التفعيل الالكتروني كمشاركة درس او ملفات</a:t>
                      </a:r>
                      <a:endParaRPr lang="en-US" sz="800" b="1" kern="100">
                        <a:effectLst/>
                      </a:endParaRPr>
                    </a:p>
                    <a:p>
                      <a:pPr marL="342900" lvl="0" indent="-342900" algn="r" rtl="1">
                        <a:lnSpc>
                          <a:spcPct val="107000"/>
                        </a:lnSpc>
                        <a:buFont typeface="Courier New" panose="02070309020205020404" pitchFamily="49" charset="0"/>
                        <a:buChar char="o"/>
                      </a:pPr>
                      <a:r>
                        <a:rPr lang="ar-SA" sz="800" b="1" kern="100">
                          <a:effectLst/>
                        </a:rPr>
                        <a:t>تبادل الموارد التعليمية كإنشاء بنك دروس او أنشطة مشتركة</a:t>
                      </a:r>
                      <a:endParaRPr lang="en-US" sz="800" b="1" kern="100">
                        <a:effectLst/>
                      </a:endParaRPr>
                    </a:p>
                    <a:p>
                      <a:pPr marL="342900" lvl="0" indent="-342900" algn="r" rtl="1">
                        <a:lnSpc>
                          <a:spcPct val="107000"/>
                        </a:lnSpc>
                        <a:buFont typeface="Courier New" panose="02070309020205020404" pitchFamily="49" charset="0"/>
                        <a:buChar char="o"/>
                      </a:pPr>
                      <a:r>
                        <a:rPr lang="ar-SA" sz="800" b="1" kern="100">
                          <a:effectLst/>
                        </a:rPr>
                        <a:t>تنفيذ مبادرات تعليمية مشتركة</a:t>
                      </a:r>
                      <a:endParaRPr lang="en-US" sz="800" b="1" kern="100">
                        <a:effectLst/>
                        <a:latin typeface="Aptos" panose="020B0004020202020204" pitchFamily="34" charset="0"/>
                        <a:ea typeface="Aptos" panose="020B0004020202020204" pitchFamily="34" charset="0"/>
                        <a:cs typeface="+mn-cs"/>
                      </a:endParaRPr>
                    </a:p>
                  </a:txBody>
                  <a:tcPr marL="32466" marR="32466" marT="0" marB="0" anchor="ctr"/>
                </a:tc>
                <a:tc rowSpan="3">
                  <a:txBody>
                    <a:bodyPr/>
                    <a:lstStyle/>
                    <a:p>
                      <a:pPr marL="342900" lvl="0" indent="-342900" algn="r" rtl="1">
                        <a:lnSpc>
                          <a:spcPct val="107000"/>
                        </a:lnSpc>
                        <a:buFont typeface="Courier New" panose="02070309020205020404" pitchFamily="49" charset="0"/>
                        <a:buChar char="o"/>
                      </a:pPr>
                      <a:r>
                        <a:rPr lang="ar-SA" sz="800" b="1" kern="100">
                          <a:effectLst/>
                        </a:rPr>
                        <a:t>تقرير تنفيذ مجتمع تعلم</a:t>
                      </a:r>
                      <a:endParaRPr lang="en-US" sz="800" b="1" kern="100">
                        <a:effectLst/>
                      </a:endParaRPr>
                    </a:p>
                    <a:p>
                      <a:pPr marL="342900" lvl="0" indent="-342900" algn="r" rtl="1">
                        <a:lnSpc>
                          <a:spcPct val="107000"/>
                        </a:lnSpc>
                        <a:buFont typeface="Courier New" panose="02070309020205020404" pitchFamily="49" charset="0"/>
                        <a:buChar char="o"/>
                      </a:pPr>
                      <a:r>
                        <a:rPr lang="ar-SA" sz="800" b="1" kern="100">
                          <a:effectLst/>
                        </a:rPr>
                        <a:t>استمارات حضور الدرس التطبيقي</a:t>
                      </a:r>
                      <a:endParaRPr lang="en-US" sz="800" b="1" kern="100">
                        <a:effectLst/>
                      </a:endParaRPr>
                    </a:p>
                    <a:p>
                      <a:pPr marL="342900" lvl="0" indent="-342900" algn="r" rtl="1">
                        <a:lnSpc>
                          <a:spcPct val="107000"/>
                        </a:lnSpc>
                        <a:buFont typeface="Courier New" panose="02070309020205020404" pitchFamily="49" charset="0"/>
                        <a:buChar char="o"/>
                      </a:pPr>
                      <a:r>
                        <a:rPr lang="ar-SA" sz="800" b="1" kern="100">
                          <a:effectLst/>
                        </a:rPr>
                        <a:t>ملخصات علمية</a:t>
                      </a:r>
                      <a:endParaRPr lang="en-US" sz="800" b="1" kern="100">
                        <a:effectLst/>
                      </a:endParaRPr>
                    </a:p>
                    <a:p>
                      <a:pPr marL="342900" lvl="0" indent="-342900" algn="r" rtl="1">
                        <a:lnSpc>
                          <a:spcPct val="107000"/>
                        </a:lnSpc>
                        <a:buFont typeface="Courier New" panose="02070309020205020404" pitchFamily="49" charset="0"/>
                        <a:buChar char="o"/>
                      </a:pPr>
                      <a:r>
                        <a:rPr lang="ar-SA" sz="800" b="1" kern="100">
                          <a:effectLst/>
                        </a:rPr>
                        <a:t>استمارات ملاحظة </a:t>
                      </a:r>
                      <a:endParaRPr lang="en-US" sz="800" b="1" kern="100">
                        <a:effectLst/>
                      </a:endParaRPr>
                    </a:p>
                    <a:p>
                      <a:pPr marL="342900" lvl="0" indent="-342900" algn="r" rtl="1">
                        <a:lnSpc>
                          <a:spcPct val="107000"/>
                        </a:lnSpc>
                        <a:buFont typeface="Courier New" panose="02070309020205020404" pitchFamily="49" charset="0"/>
                        <a:buChar char="o"/>
                      </a:pPr>
                      <a:r>
                        <a:rPr lang="ar-SA" sz="800" b="1" kern="100">
                          <a:effectLst/>
                        </a:rPr>
                        <a:t>خطط اعداد دروس وتنفيذها</a:t>
                      </a:r>
                      <a:endParaRPr lang="en-US" sz="800" b="1" kern="100">
                        <a:effectLst/>
                      </a:endParaRPr>
                    </a:p>
                    <a:p>
                      <a:pPr marL="342900" lvl="0" indent="-342900" algn="r" rtl="1">
                        <a:lnSpc>
                          <a:spcPct val="107000"/>
                        </a:lnSpc>
                        <a:buFont typeface="Courier New" panose="02070309020205020404" pitchFamily="49" charset="0"/>
                        <a:buChar char="o"/>
                      </a:pPr>
                      <a:r>
                        <a:rPr lang="ar-SA" sz="800" b="1" kern="100">
                          <a:effectLst/>
                        </a:rPr>
                        <a:t>عروض تقديمية </a:t>
                      </a:r>
                      <a:endParaRPr lang="en-US" sz="800" b="1" kern="100">
                        <a:effectLst/>
                      </a:endParaRPr>
                    </a:p>
                    <a:p>
                      <a:pPr marL="342900" lvl="0" indent="-342900" algn="r" rtl="1">
                        <a:lnSpc>
                          <a:spcPct val="107000"/>
                        </a:lnSpc>
                        <a:buFont typeface="Courier New" panose="02070309020205020404" pitchFamily="49" charset="0"/>
                        <a:buChar char="o"/>
                      </a:pPr>
                      <a:r>
                        <a:rPr lang="ar-SA" sz="800" b="1" kern="100">
                          <a:effectLst/>
                        </a:rPr>
                        <a:t>أوراق عمل وأنشطة منفذة</a:t>
                      </a:r>
                      <a:endParaRPr lang="en-US" sz="800" b="1" kern="100">
                        <a:effectLst/>
                      </a:endParaRPr>
                    </a:p>
                    <a:p>
                      <a:pPr marL="342900" lvl="0" indent="-342900" algn="r" rtl="1">
                        <a:lnSpc>
                          <a:spcPct val="107000"/>
                        </a:lnSpc>
                        <a:buFont typeface="Courier New" panose="02070309020205020404" pitchFamily="49" charset="0"/>
                        <a:buChar char="o"/>
                      </a:pPr>
                      <a:r>
                        <a:rPr lang="ar-SA" sz="800" b="1" kern="100">
                          <a:effectLst/>
                        </a:rPr>
                        <a:t>تحليل نتائج استبانة</a:t>
                      </a:r>
                      <a:endParaRPr lang="en-US" sz="800" b="1" kern="100">
                        <a:effectLst/>
                        <a:latin typeface="Aptos" panose="020B0004020202020204" pitchFamily="34" charset="0"/>
                        <a:ea typeface="Aptos" panose="020B0004020202020204" pitchFamily="34" charset="0"/>
                        <a:cs typeface="+mn-cs"/>
                      </a:endParaRPr>
                    </a:p>
                  </a:txBody>
                  <a:tcPr marL="32466" marR="32466" marT="0" marB="0" anchor="ctr"/>
                </a:tc>
                <a:tc rowSpan="3">
                  <a:txBody>
                    <a:bodyPr/>
                    <a:lstStyle/>
                    <a:p>
                      <a:pPr marL="342900" lvl="0" indent="-342900" algn="r" rtl="1">
                        <a:lnSpc>
                          <a:spcPct val="107000"/>
                        </a:lnSpc>
                        <a:buFont typeface="Courier New" panose="02070309020205020404" pitchFamily="49" charset="0"/>
                        <a:buChar char="o"/>
                      </a:pPr>
                      <a:r>
                        <a:rPr lang="ar-SA" sz="800" b="1" kern="100">
                          <a:effectLst/>
                        </a:rPr>
                        <a:t>اختبار قبلي وبعدي</a:t>
                      </a:r>
                      <a:endParaRPr lang="en-US" sz="800" b="1" kern="100">
                        <a:effectLst/>
                      </a:endParaRPr>
                    </a:p>
                    <a:p>
                      <a:pPr marL="342900" lvl="0" indent="-342900" algn="r" rtl="1">
                        <a:lnSpc>
                          <a:spcPct val="107000"/>
                        </a:lnSpc>
                        <a:buFont typeface="Courier New" panose="02070309020205020404" pitchFamily="49" charset="0"/>
                        <a:buChar char="o"/>
                      </a:pPr>
                      <a:r>
                        <a:rPr lang="ar-SA" sz="800" b="1" kern="100">
                          <a:effectLst/>
                        </a:rPr>
                        <a:t>استبانة</a:t>
                      </a:r>
                      <a:endParaRPr lang="en-US" sz="800" b="1" kern="100">
                        <a:effectLst/>
                      </a:endParaRPr>
                    </a:p>
                    <a:p>
                      <a:pPr marL="342900" lvl="0" indent="-342900" algn="r" rtl="1">
                        <a:lnSpc>
                          <a:spcPct val="107000"/>
                        </a:lnSpc>
                        <a:buFont typeface="Courier New" panose="02070309020205020404" pitchFamily="49" charset="0"/>
                        <a:buChar char="o"/>
                      </a:pPr>
                      <a:r>
                        <a:rPr lang="ar-SA" sz="800" b="1" kern="100">
                          <a:effectLst/>
                        </a:rPr>
                        <a:t>تحليل نتائج</a:t>
                      </a:r>
                      <a:endParaRPr lang="en-US" sz="800" b="1" kern="100">
                        <a:effectLst/>
                      </a:endParaRPr>
                    </a:p>
                    <a:p>
                      <a:pPr marL="342900" lvl="0" indent="-342900" algn="r" rtl="1">
                        <a:lnSpc>
                          <a:spcPct val="107000"/>
                        </a:lnSpc>
                        <a:spcAft>
                          <a:spcPts val="800"/>
                        </a:spcAft>
                        <a:buFont typeface="Courier New" panose="02070309020205020404" pitchFamily="49" charset="0"/>
                        <a:buChar char="o"/>
                      </a:pPr>
                      <a:r>
                        <a:rPr lang="ar-SA" sz="800" b="1" kern="100">
                          <a:effectLst/>
                        </a:rPr>
                        <a:t>جداول مقارنة الأداء</a:t>
                      </a:r>
                      <a:endParaRPr lang="en-US" sz="800" b="1" kern="100">
                        <a:effectLst/>
                      </a:endParaRPr>
                    </a:p>
                    <a:p>
                      <a:pPr marL="228600" algn="r" rtl="1">
                        <a:lnSpc>
                          <a:spcPct val="107000"/>
                        </a:lnSpc>
                        <a:spcAft>
                          <a:spcPts val="800"/>
                        </a:spcAft>
                        <a:buNone/>
                      </a:pPr>
                      <a:r>
                        <a:rPr lang="ar-SA" sz="800" b="1" kern="100">
                          <a:effectLst/>
                        </a:rPr>
                        <a:t>توثيق التحسن في الأداء كما ونوعا</a:t>
                      </a:r>
                      <a:endParaRPr lang="en-US" sz="800" b="1" kern="100">
                        <a:effectLst/>
                        <a:latin typeface="Aptos" panose="020B0004020202020204" pitchFamily="34" charset="0"/>
                        <a:ea typeface="Aptos" panose="020B0004020202020204" pitchFamily="34" charset="0"/>
                        <a:cs typeface="+mn-cs"/>
                      </a:endParaRPr>
                    </a:p>
                  </a:txBody>
                  <a:tcPr marL="32466" marR="32466" marT="0" marB="0" anchor="ctr"/>
                </a:tc>
                <a:extLst>
                  <a:ext uri="{0D108BD9-81ED-4DB2-BD59-A6C34878D82A}">
                    <a16:rowId xmlns:a16="http://schemas.microsoft.com/office/drawing/2014/main" val="2270683933"/>
                  </a:ext>
                </a:extLst>
              </a:tr>
              <a:tr h="810489">
                <a:tc vMerge="1">
                  <a:txBody>
                    <a:bodyPr/>
                    <a:lstStyle/>
                    <a:p>
                      <a:pPr rtl="1"/>
                      <a:endParaRPr lang="ar-SA"/>
                    </a:p>
                  </a:txBody>
                  <a:tcPr/>
                </a:tc>
                <a:tc>
                  <a:txBody>
                    <a:bodyPr/>
                    <a:lstStyle/>
                    <a:p>
                      <a:pPr marL="125730" algn="r" rtl="1">
                        <a:lnSpc>
                          <a:spcPct val="107000"/>
                        </a:lnSpc>
                        <a:buNone/>
                      </a:pPr>
                      <a:r>
                        <a:rPr lang="ar-SA" sz="800" b="1" kern="100">
                          <a:effectLst/>
                        </a:rPr>
                        <a:t>القضية (تربوية، سلوكية، مهارية، تعليمية مرتبطة بالمجتمع المدرسي)</a:t>
                      </a:r>
                      <a:endParaRPr lang="en-US" sz="800" b="1" kern="100">
                        <a:effectLst/>
                        <a:latin typeface="Aptos" panose="020B0004020202020204" pitchFamily="34" charset="0"/>
                        <a:ea typeface="Aptos" panose="020B0004020202020204" pitchFamily="34" charset="0"/>
                        <a:cs typeface="+mn-cs"/>
                      </a:endParaRPr>
                    </a:p>
                  </a:txBody>
                  <a:tcPr marL="32466" marR="32466" marT="0" marB="0" anchor="ctr"/>
                </a:tc>
                <a:tc vMerge="1">
                  <a:txBody>
                    <a:bodyPr/>
                    <a:lstStyle/>
                    <a:p>
                      <a:pPr rtl="1"/>
                      <a:endParaRPr lang="ar-SA"/>
                    </a:p>
                  </a:txBody>
                  <a:tcPr/>
                </a:tc>
                <a:tc vMerge="1">
                  <a:txBody>
                    <a:bodyPr/>
                    <a:lstStyle/>
                    <a:p>
                      <a:pPr rtl="1"/>
                      <a:endParaRPr lang="ar-SA"/>
                    </a:p>
                  </a:txBody>
                  <a:tcPr/>
                </a:tc>
                <a:tc vMerge="1">
                  <a:txBody>
                    <a:bodyPr/>
                    <a:lstStyle/>
                    <a:p>
                      <a:pPr rtl="1"/>
                      <a:endParaRPr lang="ar-SA"/>
                    </a:p>
                  </a:txBody>
                  <a:tcPr/>
                </a:tc>
                <a:extLst>
                  <a:ext uri="{0D108BD9-81ED-4DB2-BD59-A6C34878D82A}">
                    <a16:rowId xmlns:a16="http://schemas.microsoft.com/office/drawing/2014/main" val="2679152205"/>
                  </a:ext>
                </a:extLst>
              </a:tr>
              <a:tr h="1524242">
                <a:tc vMerge="1">
                  <a:txBody>
                    <a:bodyPr/>
                    <a:lstStyle/>
                    <a:p>
                      <a:pPr rtl="1"/>
                      <a:endParaRPr lang="ar-SA"/>
                    </a:p>
                  </a:txBody>
                  <a:tcPr/>
                </a:tc>
                <a:tc>
                  <a:txBody>
                    <a:bodyPr/>
                    <a:lstStyle/>
                    <a:p>
                      <a:pPr algn="r" rtl="1">
                        <a:lnSpc>
                          <a:spcPct val="107000"/>
                        </a:lnSpc>
                        <a:spcAft>
                          <a:spcPts val="800"/>
                        </a:spcAft>
                        <a:buNone/>
                      </a:pPr>
                      <a:r>
                        <a:rPr lang="ar-SA" sz="800" b="1" kern="100">
                          <a:effectLst/>
                        </a:rPr>
                        <a:t>المرحلة (تربوية، سلوكية، مهارية، تعليمية مرتبطة بالمرحلة الدراسية)</a:t>
                      </a:r>
                      <a:endParaRPr lang="en-US" sz="800" b="1" kern="100">
                        <a:effectLst/>
                      </a:endParaRPr>
                    </a:p>
                    <a:p>
                      <a:pPr algn="r" rtl="1">
                        <a:lnSpc>
                          <a:spcPct val="107000"/>
                        </a:lnSpc>
                        <a:spcAft>
                          <a:spcPts val="800"/>
                        </a:spcAft>
                        <a:buNone/>
                      </a:pPr>
                      <a:r>
                        <a:rPr lang="ar-SA" sz="800" b="1" kern="100">
                          <a:effectLst/>
                        </a:rPr>
                        <a:t>1/ث</a:t>
                      </a:r>
                      <a:endParaRPr lang="en-US" sz="800" b="1" kern="100">
                        <a:effectLst/>
                      </a:endParaRPr>
                    </a:p>
                    <a:p>
                      <a:pPr algn="r" rtl="1">
                        <a:lnSpc>
                          <a:spcPct val="107000"/>
                        </a:lnSpc>
                        <a:spcAft>
                          <a:spcPts val="800"/>
                        </a:spcAft>
                        <a:buNone/>
                      </a:pPr>
                      <a:r>
                        <a:rPr lang="ar-SA" sz="800" b="1" kern="100">
                          <a:effectLst/>
                        </a:rPr>
                        <a:t>2/ث</a:t>
                      </a:r>
                      <a:endParaRPr lang="en-US" sz="800" b="1" kern="100">
                        <a:effectLst/>
                      </a:endParaRPr>
                    </a:p>
                    <a:p>
                      <a:pPr algn="r" rtl="1">
                        <a:lnSpc>
                          <a:spcPct val="107000"/>
                        </a:lnSpc>
                        <a:spcAft>
                          <a:spcPts val="800"/>
                        </a:spcAft>
                        <a:buNone/>
                      </a:pPr>
                      <a:r>
                        <a:rPr lang="ar-SA" sz="800" b="1" kern="100">
                          <a:effectLst/>
                        </a:rPr>
                        <a:t>3/ث</a:t>
                      </a:r>
                      <a:endParaRPr lang="en-US" sz="800" b="1" kern="100">
                        <a:effectLst/>
                        <a:latin typeface="Aptos" panose="020B0004020202020204" pitchFamily="34" charset="0"/>
                        <a:ea typeface="Aptos" panose="020B0004020202020204" pitchFamily="34" charset="0"/>
                        <a:cs typeface="+mn-cs"/>
                      </a:endParaRPr>
                    </a:p>
                  </a:txBody>
                  <a:tcPr marL="32466" marR="32466" marT="0" marB="0" anchor="ctr"/>
                </a:tc>
                <a:tc vMerge="1">
                  <a:txBody>
                    <a:bodyPr/>
                    <a:lstStyle/>
                    <a:p>
                      <a:pPr rtl="1"/>
                      <a:endParaRPr lang="ar-SA"/>
                    </a:p>
                  </a:txBody>
                  <a:tcPr/>
                </a:tc>
                <a:tc vMerge="1">
                  <a:txBody>
                    <a:bodyPr/>
                    <a:lstStyle/>
                    <a:p>
                      <a:pPr rtl="1"/>
                      <a:endParaRPr lang="ar-SA"/>
                    </a:p>
                  </a:txBody>
                  <a:tcPr/>
                </a:tc>
                <a:tc vMerge="1">
                  <a:txBody>
                    <a:bodyPr/>
                    <a:lstStyle/>
                    <a:p>
                      <a:pPr rtl="1"/>
                      <a:endParaRPr lang="ar-SA"/>
                    </a:p>
                  </a:txBody>
                  <a:tcPr/>
                </a:tc>
                <a:extLst>
                  <a:ext uri="{0D108BD9-81ED-4DB2-BD59-A6C34878D82A}">
                    <a16:rowId xmlns:a16="http://schemas.microsoft.com/office/drawing/2014/main" val="1674186221"/>
                  </a:ext>
                </a:extLst>
              </a:tr>
              <a:tr h="1104736">
                <a:tc>
                  <a:txBody>
                    <a:bodyPr/>
                    <a:lstStyle/>
                    <a:p>
                      <a:pPr algn="ctr" rtl="1">
                        <a:lnSpc>
                          <a:spcPct val="107000"/>
                        </a:lnSpc>
                        <a:spcAft>
                          <a:spcPts val="800"/>
                        </a:spcAft>
                        <a:buNone/>
                      </a:pPr>
                      <a:r>
                        <a:rPr lang="ar-SA" sz="800" b="1" kern="100">
                          <a:effectLst/>
                        </a:rPr>
                        <a:t>المدرسة</a:t>
                      </a:r>
                      <a:endParaRPr lang="en-US" sz="800" b="1" kern="100">
                        <a:effectLst/>
                        <a:latin typeface="Aptos" panose="020B0004020202020204" pitchFamily="34" charset="0"/>
                        <a:ea typeface="Aptos" panose="020B0004020202020204" pitchFamily="34" charset="0"/>
                        <a:cs typeface="+mn-cs"/>
                      </a:endParaRPr>
                    </a:p>
                  </a:txBody>
                  <a:tcPr marL="32466" marR="32466" marT="0" marB="0" anchor="ctr"/>
                </a:tc>
                <a:tc>
                  <a:txBody>
                    <a:bodyPr/>
                    <a:lstStyle/>
                    <a:p>
                      <a:pPr algn="ctr" rtl="1">
                        <a:lnSpc>
                          <a:spcPct val="107000"/>
                        </a:lnSpc>
                        <a:spcAft>
                          <a:spcPts val="800"/>
                        </a:spcAft>
                        <a:buNone/>
                      </a:pPr>
                      <a:r>
                        <a:rPr lang="ar-SA" sz="800" b="1" kern="100">
                          <a:effectLst/>
                        </a:rPr>
                        <a:t>تطوير أداء المدرسة كفريق واحد وبشكل جماعي ومنظم</a:t>
                      </a:r>
                      <a:endParaRPr lang="en-US" sz="800" b="1" kern="100">
                        <a:effectLst/>
                        <a:latin typeface="Aptos" panose="020B0004020202020204" pitchFamily="34" charset="0"/>
                        <a:ea typeface="Aptos" panose="020B0004020202020204" pitchFamily="34" charset="0"/>
                        <a:cs typeface="+mn-cs"/>
                      </a:endParaRPr>
                    </a:p>
                  </a:txBody>
                  <a:tcPr marL="32466" marR="32466" marT="0" marB="0" anchor="ctr"/>
                </a:tc>
                <a:tc>
                  <a:txBody>
                    <a:bodyPr/>
                    <a:lstStyle/>
                    <a:p>
                      <a:pPr algn="r" rtl="1">
                        <a:lnSpc>
                          <a:spcPct val="107000"/>
                        </a:lnSpc>
                        <a:spcAft>
                          <a:spcPts val="800"/>
                        </a:spcAft>
                        <a:buNone/>
                      </a:pPr>
                      <a:r>
                        <a:rPr lang="ar-SA" sz="800" b="1" kern="100">
                          <a:effectLst/>
                        </a:rPr>
                        <a:t>تنفيذ لجميع منسوبات المدرسة:</a:t>
                      </a:r>
                      <a:endParaRPr lang="en-US" sz="800" b="1" kern="100">
                        <a:effectLst/>
                      </a:endParaRPr>
                    </a:p>
                    <a:p>
                      <a:pPr marL="342900" lvl="0" indent="-342900" algn="r" rtl="1">
                        <a:lnSpc>
                          <a:spcPct val="107000"/>
                        </a:lnSpc>
                        <a:buFont typeface="Courier New" panose="02070309020205020404" pitchFamily="49" charset="0"/>
                        <a:buChar char="o"/>
                      </a:pPr>
                      <a:r>
                        <a:rPr lang="ar-SA" sz="800" b="1" kern="100">
                          <a:effectLst/>
                        </a:rPr>
                        <a:t> اجتماعات</a:t>
                      </a:r>
                      <a:endParaRPr lang="en-US" sz="800" b="1" kern="100">
                        <a:effectLst/>
                      </a:endParaRPr>
                    </a:p>
                    <a:p>
                      <a:pPr marL="342900" lvl="0" indent="-342900" algn="r" rtl="1">
                        <a:lnSpc>
                          <a:spcPct val="107000"/>
                        </a:lnSpc>
                        <a:buFont typeface="Courier New" panose="02070309020205020404" pitchFamily="49" charset="0"/>
                        <a:buChar char="o"/>
                      </a:pPr>
                      <a:r>
                        <a:rPr lang="ar-SA" sz="800" b="1" kern="100">
                          <a:effectLst/>
                        </a:rPr>
                        <a:t>حلقات نقاش</a:t>
                      </a:r>
                      <a:endParaRPr lang="en-US" sz="800" b="1" kern="100">
                        <a:effectLst/>
                      </a:endParaRPr>
                    </a:p>
                    <a:p>
                      <a:pPr marL="342900" lvl="0" indent="-342900" algn="r" rtl="1">
                        <a:lnSpc>
                          <a:spcPct val="107000"/>
                        </a:lnSpc>
                        <a:buFont typeface="Courier New" panose="02070309020205020404" pitchFamily="49" charset="0"/>
                        <a:buChar char="o"/>
                      </a:pPr>
                      <a:r>
                        <a:rPr lang="ar-SA" sz="800" b="1" kern="100">
                          <a:effectLst/>
                        </a:rPr>
                        <a:t>درس تطبيقي</a:t>
                      </a:r>
                      <a:endParaRPr lang="en-US" sz="800" b="1" kern="100">
                        <a:effectLst/>
                      </a:endParaRPr>
                    </a:p>
                    <a:p>
                      <a:pPr marL="342900" lvl="0" indent="-342900" algn="r" rtl="1">
                        <a:lnSpc>
                          <a:spcPct val="107000"/>
                        </a:lnSpc>
                        <a:buFont typeface="Courier New" panose="02070309020205020404" pitchFamily="49" charset="0"/>
                        <a:buChar char="o"/>
                      </a:pPr>
                      <a:r>
                        <a:rPr lang="ar-SA" sz="800" b="1" kern="100">
                          <a:effectLst/>
                        </a:rPr>
                        <a:t>بحث اجرائي</a:t>
                      </a:r>
                      <a:endParaRPr lang="en-US" sz="800" b="1" kern="100">
                        <a:effectLst/>
                      </a:endParaRPr>
                    </a:p>
                    <a:p>
                      <a:pPr marL="342900" lvl="0" indent="-342900" algn="r" rtl="1">
                        <a:lnSpc>
                          <a:spcPct val="107000"/>
                        </a:lnSpc>
                        <a:buFont typeface="Courier New" panose="02070309020205020404" pitchFamily="49" charset="0"/>
                        <a:buChar char="o"/>
                      </a:pPr>
                      <a:r>
                        <a:rPr lang="ar-SA" sz="800" b="1" kern="100">
                          <a:effectLst/>
                        </a:rPr>
                        <a:t>مبادرات نوعية</a:t>
                      </a:r>
                      <a:endParaRPr lang="en-US" sz="800" b="1" kern="100">
                        <a:effectLst/>
                        <a:latin typeface="Aptos" panose="020B0004020202020204" pitchFamily="34" charset="0"/>
                        <a:ea typeface="Aptos" panose="020B0004020202020204" pitchFamily="34" charset="0"/>
                        <a:cs typeface="+mn-cs"/>
                      </a:endParaRPr>
                    </a:p>
                  </a:txBody>
                  <a:tcPr marL="32466" marR="32466" marT="0" marB="0" anchor="ctr"/>
                </a:tc>
                <a:tc>
                  <a:txBody>
                    <a:bodyPr/>
                    <a:lstStyle/>
                    <a:p>
                      <a:pPr marL="342900" lvl="0" indent="-342900" algn="r" rtl="1">
                        <a:lnSpc>
                          <a:spcPct val="107000"/>
                        </a:lnSpc>
                        <a:buFont typeface="Courier New" panose="02070309020205020404" pitchFamily="49" charset="0"/>
                        <a:buChar char="o"/>
                      </a:pPr>
                      <a:r>
                        <a:rPr lang="ar-SA" sz="800" b="1" kern="100">
                          <a:effectLst/>
                        </a:rPr>
                        <a:t>تقرير تنفيذ </a:t>
                      </a:r>
                      <a:endParaRPr lang="en-US" sz="800" b="1" kern="100">
                        <a:effectLst/>
                      </a:endParaRPr>
                    </a:p>
                    <a:p>
                      <a:pPr marL="342900" lvl="0" indent="-342900" algn="r" rtl="1">
                        <a:lnSpc>
                          <a:spcPct val="107000"/>
                        </a:lnSpc>
                        <a:buFont typeface="Courier New" panose="02070309020205020404" pitchFamily="49" charset="0"/>
                        <a:buChar char="o"/>
                      </a:pPr>
                      <a:r>
                        <a:rPr lang="ar-SA" sz="800" b="1" kern="100">
                          <a:effectLst/>
                        </a:rPr>
                        <a:t>ورشة </a:t>
                      </a:r>
                      <a:endParaRPr lang="en-US" sz="800" b="1" kern="100">
                        <a:effectLst/>
                      </a:endParaRPr>
                    </a:p>
                    <a:p>
                      <a:pPr marL="342900" lvl="0" indent="-342900" algn="r" rtl="1">
                        <a:lnSpc>
                          <a:spcPct val="107000"/>
                        </a:lnSpc>
                        <a:buFont typeface="Courier New" panose="02070309020205020404" pitchFamily="49" charset="0"/>
                        <a:buChar char="o"/>
                      </a:pPr>
                      <a:r>
                        <a:rPr lang="ar-SA" sz="800" b="1" kern="100">
                          <a:effectLst/>
                        </a:rPr>
                        <a:t>شهادة تنفيذ</a:t>
                      </a:r>
                      <a:endParaRPr lang="en-US" sz="800" b="1" kern="100">
                        <a:effectLst/>
                      </a:endParaRPr>
                    </a:p>
                    <a:p>
                      <a:pPr marL="342900" lvl="0" indent="-342900" algn="r" rtl="1">
                        <a:lnSpc>
                          <a:spcPct val="107000"/>
                        </a:lnSpc>
                        <a:spcAft>
                          <a:spcPts val="800"/>
                        </a:spcAft>
                        <a:buFont typeface="Courier New" panose="02070309020205020404" pitchFamily="49" charset="0"/>
                        <a:buChar char="o"/>
                      </a:pPr>
                      <a:r>
                        <a:rPr lang="ar-SA" sz="800" b="1" kern="100">
                          <a:effectLst/>
                        </a:rPr>
                        <a:t>بيان توقيع حضور</a:t>
                      </a:r>
                      <a:endParaRPr lang="en-US" sz="800" b="1" kern="100">
                        <a:effectLst/>
                        <a:latin typeface="Aptos" panose="020B0004020202020204" pitchFamily="34" charset="0"/>
                        <a:ea typeface="Aptos" panose="020B0004020202020204" pitchFamily="34" charset="0"/>
                        <a:cs typeface="+mn-cs"/>
                      </a:endParaRPr>
                    </a:p>
                  </a:txBody>
                  <a:tcPr marL="32466" marR="32466" marT="0" marB="0" anchor="ctr"/>
                </a:tc>
                <a:tc>
                  <a:txBody>
                    <a:bodyPr/>
                    <a:lstStyle/>
                    <a:p>
                      <a:pPr algn="ctr" rtl="1">
                        <a:lnSpc>
                          <a:spcPct val="107000"/>
                        </a:lnSpc>
                        <a:spcAft>
                          <a:spcPts val="800"/>
                        </a:spcAft>
                        <a:buNone/>
                      </a:pPr>
                      <a:r>
                        <a:rPr lang="ar-SA" sz="800" b="1" kern="100">
                          <a:effectLst/>
                        </a:rPr>
                        <a:t>يحدد كماً ونوعاً حسب نوع وهدف البرنامج</a:t>
                      </a:r>
                      <a:endParaRPr lang="en-US" sz="800" b="1" kern="100">
                        <a:effectLst/>
                        <a:latin typeface="Aptos" panose="020B0004020202020204" pitchFamily="34" charset="0"/>
                        <a:ea typeface="Aptos" panose="020B0004020202020204" pitchFamily="34" charset="0"/>
                        <a:cs typeface="+mn-cs"/>
                      </a:endParaRPr>
                    </a:p>
                  </a:txBody>
                  <a:tcPr marL="32466" marR="32466" marT="0" marB="0" anchor="ctr"/>
                </a:tc>
                <a:extLst>
                  <a:ext uri="{0D108BD9-81ED-4DB2-BD59-A6C34878D82A}">
                    <a16:rowId xmlns:a16="http://schemas.microsoft.com/office/drawing/2014/main" val="2096011619"/>
                  </a:ext>
                </a:extLst>
              </a:tr>
              <a:tr h="776732">
                <a:tc>
                  <a:txBody>
                    <a:bodyPr/>
                    <a:lstStyle/>
                    <a:p>
                      <a:pPr algn="ctr" rtl="1">
                        <a:lnSpc>
                          <a:spcPct val="107000"/>
                        </a:lnSpc>
                        <a:spcAft>
                          <a:spcPts val="800"/>
                        </a:spcAft>
                        <a:buNone/>
                      </a:pPr>
                      <a:r>
                        <a:rPr lang="ar-SA" sz="800" b="1" kern="100" dirty="0">
                          <a:effectLst/>
                        </a:rPr>
                        <a:t>المبادرات النوعية </a:t>
                      </a:r>
                      <a:r>
                        <a:rPr lang="ar-SA" sz="800" b="1" kern="100" dirty="0">
                          <a:solidFill>
                            <a:srgbClr val="C00000"/>
                          </a:solidFill>
                          <a:effectLst/>
                        </a:rPr>
                        <a:t>*</a:t>
                      </a:r>
                      <a:endParaRPr lang="en-US" sz="800" b="1" kern="100" dirty="0">
                        <a:solidFill>
                          <a:srgbClr val="C00000"/>
                        </a:solidFill>
                        <a:effectLst/>
                        <a:latin typeface="Aptos" panose="020B0004020202020204" pitchFamily="34" charset="0"/>
                        <a:ea typeface="Aptos" panose="020B0004020202020204" pitchFamily="34" charset="0"/>
                        <a:cs typeface="+mn-cs"/>
                      </a:endParaRPr>
                    </a:p>
                  </a:txBody>
                  <a:tcPr marL="32466" marR="32466" marT="0" marB="0" anchor="ctr"/>
                </a:tc>
                <a:tc>
                  <a:txBody>
                    <a:bodyPr/>
                    <a:lstStyle/>
                    <a:p>
                      <a:pPr algn="ctr" rtl="1">
                        <a:lnSpc>
                          <a:spcPct val="107000"/>
                        </a:lnSpc>
                        <a:spcAft>
                          <a:spcPts val="800"/>
                        </a:spcAft>
                        <a:buNone/>
                      </a:pPr>
                      <a:r>
                        <a:rPr lang="ar-SA" sz="800" b="1" kern="100">
                          <a:effectLst/>
                        </a:rPr>
                        <a:t>عرض التجارب الناجحة خارج نطاق المجتمع المدرسي</a:t>
                      </a:r>
                      <a:endParaRPr lang="en-US" sz="800" b="1" kern="100">
                        <a:effectLst/>
                        <a:latin typeface="Aptos" panose="020B0004020202020204" pitchFamily="34" charset="0"/>
                        <a:ea typeface="Aptos" panose="020B0004020202020204" pitchFamily="34" charset="0"/>
                        <a:cs typeface="+mn-cs"/>
                      </a:endParaRPr>
                    </a:p>
                  </a:txBody>
                  <a:tcPr marL="32466" marR="32466" marT="0" marB="0" anchor="ctr"/>
                </a:tc>
                <a:tc>
                  <a:txBody>
                    <a:bodyPr/>
                    <a:lstStyle/>
                    <a:p>
                      <a:pPr algn="r" rtl="1">
                        <a:lnSpc>
                          <a:spcPct val="107000"/>
                        </a:lnSpc>
                        <a:spcAft>
                          <a:spcPts val="800"/>
                        </a:spcAft>
                        <a:buNone/>
                      </a:pPr>
                      <a:r>
                        <a:rPr lang="ar-SA" sz="800" b="1" kern="100">
                          <a:effectLst/>
                        </a:rPr>
                        <a:t>اعداد وتنفيذ:</a:t>
                      </a:r>
                      <a:endParaRPr lang="en-US" sz="800" b="1" kern="100">
                        <a:effectLst/>
                      </a:endParaRPr>
                    </a:p>
                    <a:p>
                      <a:pPr marL="342900" lvl="0" indent="-342900" algn="r" rtl="1">
                        <a:lnSpc>
                          <a:spcPct val="107000"/>
                        </a:lnSpc>
                        <a:buFont typeface="Courier New" panose="02070309020205020404" pitchFamily="49" charset="0"/>
                        <a:buChar char="o"/>
                      </a:pPr>
                      <a:r>
                        <a:rPr lang="ar-SA" sz="800" b="1" kern="100">
                          <a:effectLst/>
                        </a:rPr>
                        <a:t>ورشة</a:t>
                      </a:r>
                      <a:endParaRPr lang="en-US" sz="800" b="1" kern="100">
                        <a:effectLst/>
                      </a:endParaRPr>
                    </a:p>
                    <a:p>
                      <a:pPr marL="342900" lvl="0" indent="-342900" algn="r" rtl="1">
                        <a:lnSpc>
                          <a:spcPct val="107000"/>
                        </a:lnSpc>
                        <a:buFont typeface="Courier New" panose="02070309020205020404" pitchFamily="49" charset="0"/>
                        <a:buChar char="o"/>
                      </a:pPr>
                      <a:r>
                        <a:rPr lang="ar-SA" sz="800" b="1" kern="100">
                          <a:effectLst/>
                        </a:rPr>
                        <a:t>موارد تعليمية</a:t>
                      </a:r>
                      <a:endParaRPr lang="en-US" sz="800" b="1" kern="100">
                        <a:effectLst/>
                      </a:endParaRPr>
                    </a:p>
                    <a:p>
                      <a:pPr marL="342900" lvl="0" indent="-342900" algn="r" rtl="1">
                        <a:lnSpc>
                          <a:spcPct val="107000"/>
                        </a:lnSpc>
                        <a:buFont typeface="Courier New" panose="02070309020205020404" pitchFamily="49" charset="0"/>
                        <a:buChar char="o"/>
                      </a:pPr>
                      <a:r>
                        <a:rPr lang="ar-SA" sz="800" b="1" kern="100">
                          <a:effectLst/>
                        </a:rPr>
                        <a:t>مبادرات تعليمية</a:t>
                      </a:r>
                      <a:endParaRPr lang="en-US" sz="800" b="1" kern="100">
                        <a:effectLst/>
                        <a:latin typeface="Aptos" panose="020B0004020202020204" pitchFamily="34" charset="0"/>
                        <a:ea typeface="Aptos" panose="020B0004020202020204" pitchFamily="34" charset="0"/>
                        <a:cs typeface="+mn-cs"/>
                      </a:endParaRPr>
                    </a:p>
                  </a:txBody>
                  <a:tcPr marL="32466" marR="32466" marT="0" marB="0" anchor="ctr"/>
                </a:tc>
                <a:tc>
                  <a:txBody>
                    <a:bodyPr/>
                    <a:lstStyle/>
                    <a:p>
                      <a:pPr marL="342900" lvl="0" indent="-342900" algn="r" rtl="1">
                        <a:lnSpc>
                          <a:spcPct val="107000"/>
                        </a:lnSpc>
                        <a:buFont typeface="Courier New" panose="02070309020205020404" pitchFamily="49" charset="0"/>
                        <a:buChar char="o"/>
                      </a:pPr>
                      <a:r>
                        <a:rPr lang="ar-SA" sz="800" b="1" kern="100">
                          <a:effectLst/>
                        </a:rPr>
                        <a:t>تقرير تنفيذ </a:t>
                      </a:r>
                      <a:endParaRPr lang="en-US" sz="800" b="1" kern="100">
                        <a:effectLst/>
                      </a:endParaRPr>
                    </a:p>
                    <a:p>
                      <a:pPr marL="342900" lvl="0" indent="-342900" algn="r" rtl="1">
                        <a:lnSpc>
                          <a:spcPct val="107000"/>
                        </a:lnSpc>
                        <a:buFont typeface="Courier New" panose="02070309020205020404" pitchFamily="49" charset="0"/>
                        <a:buChar char="o"/>
                      </a:pPr>
                      <a:r>
                        <a:rPr lang="ar-SA" sz="800" b="1" kern="100">
                          <a:effectLst/>
                        </a:rPr>
                        <a:t>ورشة </a:t>
                      </a:r>
                      <a:endParaRPr lang="en-US" sz="800" b="1" kern="100">
                        <a:effectLst/>
                      </a:endParaRPr>
                    </a:p>
                    <a:p>
                      <a:pPr marL="342900" lvl="0" indent="-342900" algn="r" rtl="1">
                        <a:lnSpc>
                          <a:spcPct val="107000"/>
                        </a:lnSpc>
                        <a:spcAft>
                          <a:spcPts val="800"/>
                        </a:spcAft>
                        <a:buFont typeface="Courier New" panose="02070309020205020404" pitchFamily="49" charset="0"/>
                        <a:buChar char="o"/>
                      </a:pPr>
                      <a:r>
                        <a:rPr lang="ar-SA" sz="800" b="1" kern="100">
                          <a:effectLst/>
                        </a:rPr>
                        <a:t>شهادة تنفيذ </a:t>
                      </a:r>
                      <a:endParaRPr lang="en-US" sz="800" b="1" kern="100">
                        <a:effectLst/>
                        <a:latin typeface="Aptos" panose="020B0004020202020204" pitchFamily="34" charset="0"/>
                        <a:ea typeface="Aptos" panose="020B0004020202020204" pitchFamily="34" charset="0"/>
                        <a:cs typeface="+mn-cs"/>
                      </a:endParaRPr>
                    </a:p>
                  </a:txBody>
                  <a:tcPr marL="32466" marR="32466" marT="0" marB="0" anchor="ctr"/>
                </a:tc>
                <a:tc>
                  <a:txBody>
                    <a:bodyPr/>
                    <a:lstStyle/>
                    <a:p>
                      <a:pPr algn="ctr" rtl="1">
                        <a:lnSpc>
                          <a:spcPct val="107000"/>
                        </a:lnSpc>
                        <a:spcAft>
                          <a:spcPts val="800"/>
                        </a:spcAft>
                        <a:buNone/>
                      </a:pPr>
                      <a:r>
                        <a:rPr lang="ar-SA" sz="800" b="1" kern="100" dirty="0">
                          <a:effectLst/>
                        </a:rPr>
                        <a:t>لا يوجد</a:t>
                      </a:r>
                      <a:endParaRPr lang="en-US" sz="800" b="1" kern="100" dirty="0">
                        <a:effectLst/>
                        <a:latin typeface="Aptos" panose="020B0004020202020204" pitchFamily="34" charset="0"/>
                        <a:ea typeface="Aptos" panose="020B0004020202020204" pitchFamily="34" charset="0"/>
                        <a:cs typeface="+mn-cs"/>
                      </a:endParaRPr>
                    </a:p>
                  </a:txBody>
                  <a:tcPr marL="32466" marR="32466" marT="0" marB="0" anchor="ctr"/>
                </a:tc>
                <a:extLst>
                  <a:ext uri="{0D108BD9-81ED-4DB2-BD59-A6C34878D82A}">
                    <a16:rowId xmlns:a16="http://schemas.microsoft.com/office/drawing/2014/main" val="3540850244"/>
                  </a:ext>
                </a:extLst>
              </a:tr>
            </a:tbl>
          </a:graphicData>
        </a:graphic>
      </p:graphicFrame>
      <p:sp>
        <p:nvSpPr>
          <p:cNvPr id="14" name="مربع نص 13">
            <a:extLst>
              <a:ext uri="{FF2B5EF4-FFF2-40B4-BE49-F238E27FC236}">
                <a16:creationId xmlns:a16="http://schemas.microsoft.com/office/drawing/2014/main" id="{FFD2D76E-6A8B-47FC-4AEF-EE30430AC6B6}"/>
              </a:ext>
            </a:extLst>
          </p:cNvPr>
          <p:cNvSpPr txBox="1"/>
          <p:nvPr/>
        </p:nvSpPr>
        <p:spPr>
          <a:xfrm>
            <a:off x="958850" y="9568122"/>
            <a:ext cx="6172200" cy="369332"/>
          </a:xfrm>
          <a:prstGeom prst="rect">
            <a:avLst/>
          </a:prstGeom>
          <a:noFill/>
        </p:spPr>
        <p:txBody>
          <a:bodyPr wrap="square" rtlCol="1">
            <a:spAutoFit/>
          </a:bodyPr>
          <a:lstStyle/>
          <a:p>
            <a:pPr algn="r" rtl="1"/>
            <a:r>
              <a:rPr lang="ar-SA" b="1" dirty="0">
                <a:solidFill>
                  <a:srgbClr val="C00000"/>
                </a:solidFill>
              </a:rPr>
              <a:t>*</a:t>
            </a:r>
            <a:r>
              <a:rPr lang="ar-SA" sz="1200" b="1" dirty="0"/>
              <a:t>تنفيذ مجتمع تعلم مهني على مستوى منطقة الرياض أو نشر انتاج معرفي</a:t>
            </a:r>
            <a:endParaRPr lang="en-US" sz="1200" b="1" dirty="0"/>
          </a:p>
        </p:txBody>
      </p:sp>
    </p:spTree>
    <p:extLst>
      <p:ext uri="{BB962C8B-B14F-4D97-AF65-F5344CB8AC3E}">
        <p14:creationId xmlns:p14="http://schemas.microsoft.com/office/powerpoint/2010/main" val="8396956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62C4B0"/>
        </a:solidFill>
        <a:effectLst/>
      </p:bgPr>
    </p:bg>
    <p:spTree>
      <p:nvGrpSpPr>
        <p:cNvPr id="1" name="">
          <a:extLst>
            <a:ext uri="{FF2B5EF4-FFF2-40B4-BE49-F238E27FC236}">
              <a16:creationId xmlns:a16="http://schemas.microsoft.com/office/drawing/2014/main" id="{E4B5C9BC-45BF-4208-4AA8-06404A3E6614}"/>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E4D3FF7A-A19C-27DA-76EC-389E6B7ED09E}"/>
              </a:ext>
            </a:extLst>
          </p:cNvPr>
          <p:cNvSpPr/>
          <p:nvPr/>
        </p:nvSpPr>
        <p:spPr>
          <a:xfrm>
            <a:off x="-251374" y="0"/>
            <a:ext cx="7872660" cy="10895551"/>
          </a:xfrm>
          <a:custGeom>
            <a:avLst/>
            <a:gdLst/>
            <a:ahLst/>
            <a:cxnLst/>
            <a:rect l="l" t="t" r="r" b="b"/>
            <a:pathLst>
              <a:path w="7758846" h="8416894">
                <a:moveTo>
                  <a:pt x="0" y="0"/>
                </a:moveTo>
                <a:lnTo>
                  <a:pt x="7758846" y="0"/>
                </a:lnTo>
                <a:lnTo>
                  <a:pt x="7758846" y="8416894"/>
                </a:lnTo>
                <a:lnTo>
                  <a:pt x="0" y="8416894"/>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ar-SA"/>
          </a:p>
        </p:txBody>
      </p:sp>
      <p:sp>
        <p:nvSpPr>
          <p:cNvPr id="4" name="Freeform 4">
            <a:extLst>
              <a:ext uri="{FF2B5EF4-FFF2-40B4-BE49-F238E27FC236}">
                <a16:creationId xmlns:a16="http://schemas.microsoft.com/office/drawing/2014/main" id="{B252D90D-A6E6-480C-7EF9-998979905E4F}"/>
              </a:ext>
            </a:extLst>
          </p:cNvPr>
          <p:cNvSpPr/>
          <p:nvPr/>
        </p:nvSpPr>
        <p:spPr>
          <a:xfrm>
            <a:off x="0" y="39592"/>
            <a:ext cx="5683250" cy="393700"/>
          </a:xfrm>
          <a:custGeom>
            <a:avLst/>
            <a:gdLst/>
            <a:ahLst/>
            <a:cxnLst/>
            <a:rect l="l" t="t" r="r" b="b"/>
            <a:pathLst>
              <a:path w="3308517" h="1467779">
                <a:moveTo>
                  <a:pt x="0" y="0"/>
                </a:moveTo>
                <a:lnTo>
                  <a:pt x="3308517" y="0"/>
                </a:lnTo>
                <a:lnTo>
                  <a:pt x="3308517" y="1467779"/>
                </a:lnTo>
                <a:lnTo>
                  <a:pt x="0" y="1467779"/>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ar-SA"/>
          </a:p>
        </p:txBody>
      </p:sp>
      <p:sp>
        <p:nvSpPr>
          <p:cNvPr id="5" name="Freeform 5">
            <a:extLst>
              <a:ext uri="{FF2B5EF4-FFF2-40B4-BE49-F238E27FC236}">
                <a16:creationId xmlns:a16="http://schemas.microsoft.com/office/drawing/2014/main" id="{BC0795A2-0275-28BC-4CB5-CDDBD0C11CF2}"/>
              </a:ext>
            </a:extLst>
          </p:cNvPr>
          <p:cNvSpPr/>
          <p:nvPr/>
        </p:nvSpPr>
        <p:spPr>
          <a:xfrm>
            <a:off x="2482849" y="9872363"/>
            <a:ext cx="2404213" cy="401273"/>
          </a:xfrm>
          <a:custGeom>
            <a:avLst/>
            <a:gdLst/>
            <a:ahLst/>
            <a:cxnLst/>
            <a:rect l="l" t="t" r="r" b="b"/>
            <a:pathLst>
              <a:path w="1973530" h="742765">
                <a:moveTo>
                  <a:pt x="0" y="0"/>
                </a:moveTo>
                <a:lnTo>
                  <a:pt x="1973530" y="0"/>
                </a:lnTo>
                <a:lnTo>
                  <a:pt x="1973530" y="742765"/>
                </a:lnTo>
                <a:lnTo>
                  <a:pt x="0" y="742765"/>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ar-SA"/>
          </a:p>
        </p:txBody>
      </p:sp>
      <p:sp>
        <p:nvSpPr>
          <p:cNvPr id="3" name="مربع نص 2">
            <a:extLst>
              <a:ext uri="{FF2B5EF4-FFF2-40B4-BE49-F238E27FC236}">
                <a16:creationId xmlns:a16="http://schemas.microsoft.com/office/drawing/2014/main" id="{C11A956D-B58D-6D0A-1083-CA64F1F5D6EE}"/>
              </a:ext>
            </a:extLst>
          </p:cNvPr>
          <p:cNvSpPr txBox="1"/>
          <p:nvPr/>
        </p:nvSpPr>
        <p:spPr>
          <a:xfrm>
            <a:off x="1187450" y="2755900"/>
            <a:ext cx="5943600" cy="4678204"/>
          </a:xfrm>
          <a:prstGeom prst="rect">
            <a:avLst/>
          </a:prstGeom>
          <a:noFill/>
        </p:spPr>
        <p:txBody>
          <a:bodyPr wrap="square" rtlCol="1">
            <a:spAutoFit/>
          </a:bodyPr>
          <a:lstStyle/>
          <a:p>
            <a:pPr algn="r" rtl="1"/>
            <a:r>
              <a:rPr lang="ar-SA" sz="2400" b="1" dirty="0">
                <a:solidFill>
                  <a:srgbClr val="C00000"/>
                </a:solidFill>
              </a:rPr>
              <a:t>مؤشرات تحقق الهدف من مجتمعات التعلم المهنية</a:t>
            </a:r>
            <a:r>
              <a:rPr lang="ar-SA" b="1" dirty="0"/>
              <a:t>:</a:t>
            </a:r>
            <a:endParaRPr lang="en-US" dirty="0"/>
          </a:p>
          <a:p>
            <a:pPr marL="457200" lvl="0" indent="-457200" algn="r" rtl="1">
              <a:buFont typeface="+mj-lt"/>
              <a:buAutoNum type="arabicParenR"/>
            </a:pPr>
            <a:r>
              <a:rPr lang="ar-SA" sz="2000" b="1" dirty="0"/>
              <a:t>تحسن نواتج التعلم (مرتفع، متوسط، منخفض)</a:t>
            </a:r>
            <a:endParaRPr lang="en-US" sz="2000" b="1" dirty="0"/>
          </a:p>
          <a:p>
            <a:pPr marL="457200" lvl="0" indent="-457200" algn="r" rtl="1">
              <a:buFont typeface="+mj-lt"/>
              <a:buAutoNum type="arabicParenR"/>
            </a:pPr>
            <a:r>
              <a:rPr lang="ar-SA" sz="2000" b="1" dirty="0"/>
              <a:t>تحسن الممارسات التدريسية وتطبيق استراتيجيات جديدة </a:t>
            </a:r>
            <a:endParaRPr lang="en-US" sz="2000" b="1" dirty="0"/>
          </a:p>
          <a:p>
            <a:pPr marL="457200" lvl="0" indent="-457200" algn="r" rtl="1">
              <a:buFont typeface="+mj-lt"/>
              <a:buAutoNum type="arabicParenR"/>
            </a:pPr>
            <a:r>
              <a:rPr lang="ar-SA" sz="2000" b="1" dirty="0"/>
              <a:t>تحسن البيئة التعليمية (مرتفع، متوسط، منخفض)</a:t>
            </a:r>
            <a:endParaRPr lang="en-US" sz="2000" b="1" dirty="0"/>
          </a:p>
          <a:p>
            <a:pPr marL="457200" lvl="0" indent="-457200" algn="r" rtl="1">
              <a:buFont typeface="+mj-lt"/>
              <a:buAutoNum type="arabicParenR"/>
            </a:pPr>
            <a:r>
              <a:rPr lang="ar-SA" sz="2000" b="1" dirty="0"/>
              <a:t>المبادرات النوعية (متوفرة، غير متوفرة)</a:t>
            </a:r>
            <a:endParaRPr lang="en-US" sz="2000" b="1" dirty="0"/>
          </a:p>
          <a:p>
            <a:pPr marL="457200" lvl="0" indent="-457200" algn="r" rtl="1">
              <a:buFont typeface="+mj-lt"/>
              <a:buAutoNum type="arabicParenR"/>
            </a:pPr>
            <a:r>
              <a:rPr lang="ar-SA" sz="2000" b="1" dirty="0"/>
              <a:t>ارتفاع نسبة رضا المستفيد (معلمات، طالبات، أولياء أمور)</a:t>
            </a:r>
          </a:p>
          <a:p>
            <a:pPr marL="457200" lvl="0" indent="-457200" algn="r" rtl="1">
              <a:buFont typeface="+mj-lt"/>
              <a:buAutoNum type="arabicParenR"/>
            </a:pPr>
            <a:endParaRPr lang="ar-SA" sz="2000" b="1" dirty="0"/>
          </a:p>
          <a:p>
            <a:pPr marL="457200" lvl="0" indent="-457200" algn="r" rtl="1">
              <a:buFont typeface="+mj-lt"/>
              <a:buAutoNum type="arabicParenR"/>
            </a:pPr>
            <a:endParaRPr lang="ar-SA" sz="2000" b="1" dirty="0"/>
          </a:p>
          <a:p>
            <a:pPr lvl="0" algn="r" rtl="1"/>
            <a:endParaRPr lang="en-US" sz="2000" b="1" dirty="0"/>
          </a:p>
          <a:p>
            <a:pPr algn="r" rtl="1"/>
            <a:r>
              <a:rPr lang="ar-SA" sz="2400" b="1" dirty="0">
                <a:solidFill>
                  <a:srgbClr val="C00000"/>
                </a:solidFill>
              </a:rPr>
              <a:t>مستويات تحقق الهدف من مجتمعات التعلم المهنية:</a:t>
            </a:r>
            <a:endParaRPr lang="en-US" sz="2400" dirty="0">
              <a:solidFill>
                <a:srgbClr val="C00000"/>
              </a:solidFill>
            </a:endParaRPr>
          </a:p>
          <a:p>
            <a:pPr lvl="0" algn="r" rtl="1"/>
            <a:r>
              <a:rPr lang="ar-SA" b="1" dirty="0">
                <a:solidFill>
                  <a:srgbClr val="698335"/>
                </a:solidFill>
              </a:rPr>
              <a:t>مرتفع</a:t>
            </a:r>
            <a:r>
              <a:rPr lang="ar-SA" b="1" dirty="0"/>
              <a:t>: تحقق بنسبة 80% فاكثر </a:t>
            </a:r>
            <a:endParaRPr lang="en-US" b="1" dirty="0"/>
          </a:p>
          <a:p>
            <a:pPr lvl="0" algn="r" rtl="1"/>
            <a:r>
              <a:rPr lang="ar-SA" b="1" dirty="0">
                <a:solidFill>
                  <a:schemeClr val="accent1"/>
                </a:solidFill>
              </a:rPr>
              <a:t>متوسط</a:t>
            </a:r>
            <a:r>
              <a:rPr lang="ar-SA" b="1" dirty="0"/>
              <a:t>: تحقق بنسبة بين 50%  -  79%</a:t>
            </a:r>
            <a:endParaRPr lang="en-US" b="1" dirty="0"/>
          </a:p>
          <a:p>
            <a:pPr lvl="0" algn="r" rtl="1"/>
            <a:r>
              <a:rPr lang="ar-SA" b="1" dirty="0">
                <a:solidFill>
                  <a:srgbClr val="C00000"/>
                </a:solidFill>
              </a:rPr>
              <a:t>منخفض</a:t>
            </a:r>
            <a:r>
              <a:rPr lang="ar-SA" b="1" dirty="0"/>
              <a:t>: تحقق أقل من 50%</a:t>
            </a:r>
            <a:endParaRPr lang="en-US" b="1" dirty="0"/>
          </a:p>
          <a:p>
            <a:pPr rtl="1"/>
            <a:r>
              <a:rPr lang="ar-SA" b="1" dirty="0"/>
              <a:t> </a:t>
            </a:r>
            <a:endParaRPr lang="en-US" dirty="0"/>
          </a:p>
          <a:p>
            <a:pPr algn="r" rtl="1"/>
            <a:endParaRPr lang="ar-SA" dirty="0"/>
          </a:p>
        </p:txBody>
      </p:sp>
      <p:pic>
        <p:nvPicPr>
          <p:cNvPr id="9" name="صورة 8">
            <a:extLst>
              <a:ext uri="{FF2B5EF4-FFF2-40B4-BE49-F238E27FC236}">
                <a16:creationId xmlns:a16="http://schemas.microsoft.com/office/drawing/2014/main" id="{D42A33F9-6B8D-8C95-DD6B-79323A1C377C}"/>
              </a:ext>
            </a:extLst>
          </p:cNvPr>
          <p:cNvPicPr>
            <a:picLocks noChangeAspect="1"/>
          </p:cNvPicPr>
          <p:nvPr/>
        </p:nvPicPr>
        <p:blipFill>
          <a:blip r:embed="rId6"/>
          <a:stretch>
            <a:fillRect/>
          </a:stretch>
        </p:blipFill>
        <p:spPr>
          <a:xfrm>
            <a:off x="1187450" y="6261100"/>
            <a:ext cx="1057329" cy="933498"/>
          </a:xfrm>
          <a:prstGeom prst="rect">
            <a:avLst/>
          </a:prstGeom>
        </p:spPr>
      </p:pic>
    </p:spTree>
    <p:extLst>
      <p:ext uri="{BB962C8B-B14F-4D97-AF65-F5344CB8AC3E}">
        <p14:creationId xmlns:p14="http://schemas.microsoft.com/office/powerpoint/2010/main" val="34488318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62C4B0"/>
        </a:solidFill>
        <a:effectLst/>
      </p:bgPr>
    </p:bg>
    <p:spTree>
      <p:nvGrpSpPr>
        <p:cNvPr id="1" name="">
          <a:extLst>
            <a:ext uri="{FF2B5EF4-FFF2-40B4-BE49-F238E27FC236}">
              <a16:creationId xmlns:a16="http://schemas.microsoft.com/office/drawing/2014/main" id="{26A19BF6-EC63-CD10-FCA2-9E995579C6FE}"/>
            </a:ext>
          </a:extLst>
        </p:cNvPr>
        <p:cNvGrpSpPr/>
        <p:nvPr/>
      </p:nvGrpSpPr>
      <p:grpSpPr>
        <a:xfrm>
          <a:off x="0" y="0"/>
          <a:ext cx="0" cy="0"/>
          <a:chOff x="0" y="0"/>
          <a:chExt cx="0" cy="0"/>
        </a:xfrm>
      </p:grpSpPr>
      <p:sp>
        <p:nvSpPr>
          <p:cNvPr id="3" name="Freeform 3">
            <a:extLst>
              <a:ext uri="{FF2B5EF4-FFF2-40B4-BE49-F238E27FC236}">
                <a16:creationId xmlns:a16="http://schemas.microsoft.com/office/drawing/2014/main" id="{4B214466-755C-5D75-842D-AAD7F54F2264}"/>
              </a:ext>
            </a:extLst>
          </p:cNvPr>
          <p:cNvSpPr/>
          <p:nvPr/>
        </p:nvSpPr>
        <p:spPr>
          <a:xfrm>
            <a:off x="6356098" y="9511291"/>
            <a:ext cx="1200402" cy="1200402"/>
          </a:xfrm>
          <a:custGeom>
            <a:avLst/>
            <a:gdLst/>
            <a:ahLst/>
            <a:cxnLst/>
            <a:rect l="l" t="t" r="r" b="b"/>
            <a:pathLst>
              <a:path w="1200402" h="1200402">
                <a:moveTo>
                  <a:pt x="0" y="0"/>
                </a:moveTo>
                <a:lnTo>
                  <a:pt x="1200402" y="0"/>
                </a:lnTo>
                <a:lnTo>
                  <a:pt x="1200402" y="1200402"/>
                </a:lnTo>
                <a:lnTo>
                  <a:pt x="0" y="1200402"/>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ar-SA"/>
          </a:p>
        </p:txBody>
      </p:sp>
      <p:sp>
        <p:nvSpPr>
          <p:cNvPr id="5" name="Freeform 5">
            <a:extLst>
              <a:ext uri="{FF2B5EF4-FFF2-40B4-BE49-F238E27FC236}">
                <a16:creationId xmlns:a16="http://schemas.microsoft.com/office/drawing/2014/main" id="{A8DE2C82-18D2-D730-8578-E4F808F012CD}"/>
              </a:ext>
            </a:extLst>
          </p:cNvPr>
          <p:cNvSpPr/>
          <p:nvPr/>
        </p:nvSpPr>
        <p:spPr>
          <a:xfrm flipH="1">
            <a:off x="33964" y="9492998"/>
            <a:ext cx="1200402" cy="1200402"/>
          </a:xfrm>
          <a:custGeom>
            <a:avLst/>
            <a:gdLst/>
            <a:ahLst/>
            <a:cxnLst/>
            <a:rect l="l" t="t" r="r" b="b"/>
            <a:pathLst>
              <a:path w="1200402" h="1200402">
                <a:moveTo>
                  <a:pt x="1200402" y="0"/>
                </a:moveTo>
                <a:lnTo>
                  <a:pt x="0" y="0"/>
                </a:lnTo>
                <a:lnTo>
                  <a:pt x="0" y="1200402"/>
                </a:lnTo>
                <a:lnTo>
                  <a:pt x="1200402" y="1200402"/>
                </a:lnTo>
                <a:lnTo>
                  <a:pt x="1200402"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ar-SA" dirty="0"/>
          </a:p>
        </p:txBody>
      </p:sp>
      <p:pic>
        <p:nvPicPr>
          <p:cNvPr id="8" name="صورة 7">
            <a:extLst>
              <a:ext uri="{FF2B5EF4-FFF2-40B4-BE49-F238E27FC236}">
                <a16:creationId xmlns:a16="http://schemas.microsoft.com/office/drawing/2014/main" id="{127B6A31-9C1B-3773-A6ED-0E77A8EC559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2080" y="176133"/>
            <a:ext cx="2011680" cy="1464806"/>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12" name="مربع نص 11">
            <a:extLst>
              <a:ext uri="{FF2B5EF4-FFF2-40B4-BE49-F238E27FC236}">
                <a16:creationId xmlns:a16="http://schemas.microsoft.com/office/drawing/2014/main" id="{08AEBA29-7104-4484-DF8A-04CA608A6C9A}"/>
              </a:ext>
            </a:extLst>
          </p:cNvPr>
          <p:cNvSpPr txBox="1"/>
          <p:nvPr/>
        </p:nvSpPr>
        <p:spPr>
          <a:xfrm>
            <a:off x="5251198" y="317500"/>
            <a:ext cx="2209800" cy="1323439"/>
          </a:xfrm>
          <a:prstGeom prst="rect">
            <a:avLst/>
          </a:prstGeom>
          <a:noFill/>
        </p:spPr>
        <p:txBody>
          <a:bodyPr wrap="square" rtlCol="1">
            <a:spAutoFit/>
          </a:bodyPr>
          <a:lstStyle/>
          <a:p>
            <a:pPr algn="ctr" rtl="1"/>
            <a:r>
              <a:rPr lang="ar-EG" sz="1600" b="1" dirty="0"/>
              <a:t>المملكة العربية السعودية</a:t>
            </a:r>
            <a:endParaRPr lang="en-US" sz="1600" b="1" dirty="0"/>
          </a:p>
          <a:p>
            <a:pPr algn="ctr" rtl="1"/>
            <a:r>
              <a:rPr lang="ar-EG" sz="1600" b="1" dirty="0"/>
              <a:t>وزارة التعليم</a:t>
            </a:r>
            <a:endParaRPr lang="en-US" sz="1600" b="1" dirty="0"/>
          </a:p>
          <a:p>
            <a:pPr algn="ctr" rtl="1"/>
            <a:r>
              <a:rPr lang="ar-EG" sz="1600" b="1" dirty="0"/>
              <a:t>الإدارة العامة للتعليم بمنطقة الرياض</a:t>
            </a:r>
            <a:endParaRPr lang="en-US" sz="1600" b="1" dirty="0"/>
          </a:p>
          <a:p>
            <a:pPr algn="ctr" rtl="1"/>
            <a:r>
              <a:rPr lang="ar-EG" sz="1600" b="1" dirty="0"/>
              <a:t>الثانوية  76  بالرياض</a:t>
            </a:r>
            <a:endParaRPr lang="ar-SA" sz="1600" b="1" dirty="0"/>
          </a:p>
        </p:txBody>
      </p:sp>
      <p:sp>
        <p:nvSpPr>
          <p:cNvPr id="13" name="مستطيل 12">
            <a:extLst>
              <a:ext uri="{FF2B5EF4-FFF2-40B4-BE49-F238E27FC236}">
                <a16:creationId xmlns:a16="http://schemas.microsoft.com/office/drawing/2014/main" id="{8491F7E0-FAA8-4201-8344-DBBDD55C4C1F}"/>
              </a:ext>
            </a:extLst>
          </p:cNvPr>
          <p:cNvSpPr/>
          <p:nvPr/>
        </p:nvSpPr>
        <p:spPr>
          <a:xfrm>
            <a:off x="495817" y="4203700"/>
            <a:ext cx="6357830" cy="1754326"/>
          </a:xfrm>
          <a:prstGeom prst="rect">
            <a:avLst/>
          </a:prstGeom>
          <a:noFill/>
        </p:spPr>
        <p:txBody>
          <a:bodyPr wrap="none" lIns="91440" tIns="45720" rIns="91440" bIns="45720">
            <a:spAutoFit/>
          </a:bodyPr>
          <a:lstStyle/>
          <a:p>
            <a:pPr algn="ctr"/>
            <a:r>
              <a:rPr lang="ar-SA" sz="5400" b="1" dirty="0">
                <a:ln w="0"/>
                <a:solidFill>
                  <a:schemeClr val="bg1">
                    <a:lumMod val="95000"/>
                  </a:schemeClr>
                </a:solidFill>
                <a:effectLst>
                  <a:outerShdw blurRad="38100" dist="19050" dir="2700000" algn="tl" rotWithShape="0">
                    <a:schemeClr val="dk1">
                      <a:alpha val="40000"/>
                    </a:schemeClr>
                  </a:outerShdw>
                </a:effectLst>
              </a:rPr>
              <a:t>نماذج تفعيل التطوير المهني</a:t>
            </a:r>
          </a:p>
          <a:p>
            <a:pPr algn="ctr"/>
            <a:r>
              <a:rPr lang="ar-SA" sz="5400" b="1" dirty="0">
                <a:ln w="0"/>
                <a:solidFill>
                  <a:schemeClr val="bg1">
                    <a:lumMod val="95000"/>
                  </a:schemeClr>
                </a:solidFill>
                <a:effectLst>
                  <a:outerShdw blurRad="38100" dist="19050" dir="2700000" algn="tl" rotWithShape="0">
                    <a:schemeClr val="dk1">
                      <a:alpha val="40000"/>
                    </a:schemeClr>
                  </a:outerShdw>
                </a:effectLst>
              </a:rPr>
              <a:t>(مستوى الفريق) </a:t>
            </a:r>
            <a:endParaRPr lang="ar-SA" sz="5400" b="1" cap="none" spc="0" dirty="0">
              <a:ln w="0"/>
              <a:solidFill>
                <a:schemeClr val="bg1">
                  <a:lumMod val="95000"/>
                </a:schemeClr>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27087340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62C4B0"/>
        </a:solidFill>
        <a:effectLst/>
      </p:bgPr>
    </p:bg>
    <p:spTree>
      <p:nvGrpSpPr>
        <p:cNvPr id="1" name="">
          <a:extLst>
            <a:ext uri="{FF2B5EF4-FFF2-40B4-BE49-F238E27FC236}">
              <a16:creationId xmlns:a16="http://schemas.microsoft.com/office/drawing/2014/main" id="{D3C49964-363A-CAFB-AECA-D00448055569}"/>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4D088480-8D80-15CC-82F7-86160CB1BBBC}"/>
              </a:ext>
            </a:extLst>
          </p:cNvPr>
          <p:cNvSpPr/>
          <p:nvPr/>
        </p:nvSpPr>
        <p:spPr>
          <a:xfrm>
            <a:off x="-251374" y="0"/>
            <a:ext cx="7872660" cy="10895551"/>
          </a:xfrm>
          <a:custGeom>
            <a:avLst/>
            <a:gdLst/>
            <a:ahLst/>
            <a:cxnLst/>
            <a:rect l="l" t="t" r="r" b="b"/>
            <a:pathLst>
              <a:path w="7758846" h="8416894">
                <a:moveTo>
                  <a:pt x="0" y="0"/>
                </a:moveTo>
                <a:lnTo>
                  <a:pt x="7758846" y="0"/>
                </a:lnTo>
                <a:lnTo>
                  <a:pt x="7758846" y="8416894"/>
                </a:lnTo>
                <a:lnTo>
                  <a:pt x="0" y="8416894"/>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ar-SA"/>
          </a:p>
        </p:txBody>
      </p:sp>
      <p:sp>
        <p:nvSpPr>
          <p:cNvPr id="4" name="Freeform 4">
            <a:extLst>
              <a:ext uri="{FF2B5EF4-FFF2-40B4-BE49-F238E27FC236}">
                <a16:creationId xmlns:a16="http://schemas.microsoft.com/office/drawing/2014/main" id="{CDC3FF32-3E28-A245-6ABB-36FC7A16B1A3}"/>
              </a:ext>
            </a:extLst>
          </p:cNvPr>
          <p:cNvSpPr/>
          <p:nvPr/>
        </p:nvSpPr>
        <p:spPr>
          <a:xfrm>
            <a:off x="0" y="39592"/>
            <a:ext cx="5683250" cy="393700"/>
          </a:xfrm>
          <a:custGeom>
            <a:avLst/>
            <a:gdLst/>
            <a:ahLst/>
            <a:cxnLst/>
            <a:rect l="l" t="t" r="r" b="b"/>
            <a:pathLst>
              <a:path w="3308517" h="1467779">
                <a:moveTo>
                  <a:pt x="0" y="0"/>
                </a:moveTo>
                <a:lnTo>
                  <a:pt x="3308517" y="0"/>
                </a:lnTo>
                <a:lnTo>
                  <a:pt x="3308517" y="1467779"/>
                </a:lnTo>
                <a:lnTo>
                  <a:pt x="0" y="1467779"/>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ar-SA"/>
          </a:p>
        </p:txBody>
      </p:sp>
      <p:sp>
        <p:nvSpPr>
          <p:cNvPr id="8" name="مربع نص 7">
            <a:extLst>
              <a:ext uri="{FF2B5EF4-FFF2-40B4-BE49-F238E27FC236}">
                <a16:creationId xmlns:a16="http://schemas.microsoft.com/office/drawing/2014/main" id="{59F70D3E-AE49-5485-06D4-CC08B048B94C}"/>
              </a:ext>
            </a:extLst>
          </p:cNvPr>
          <p:cNvSpPr txBox="1"/>
          <p:nvPr/>
        </p:nvSpPr>
        <p:spPr>
          <a:xfrm>
            <a:off x="682358" y="1917700"/>
            <a:ext cx="6005195" cy="369332"/>
          </a:xfrm>
          <a:prstGeom prst="rect">
            <a:avLst/>
          </a:prstGeom>
          <a:noFill/>
        </p:spPr>
        <p:txBody>
          <a:bodyPr wrap="square" rtlCol="1">
            <a:spAutoFit/>
          </a:bodyPr>
          <a:lstStyle/>
          <a:p>
            <a:pPr algn="r" rtl="1"/>
            <a:r>
              <a:rPr lang="ar-SA" b="1" dirty="0">
                <a:solidFill>
                  <a:srgbClr val="C00000"/>
                </a:solidFill>
              </a:rPr>
              <a:t>بيانات معلمات الفريق  على مستوى التخصص     (                              )                       </a:t>
            </a:r>
            <a:endParaRPr lang="en-US" dirty="0">
              <a:solidFill>
                <a:srgbClr val="C00000"/>
              </a:solidFill>
            </a:endParaRPr>
          </a:p>
        </p:txBody>
      </p:sp>
      <p:graphicFrame>
        <p:nvGraphicFramePr>
          <p:cNvPr id="11" name="جدول 10">
            <a:extLst>
              <a:ext uri="{FF2B5EF4-FFF2-40B4-BE49-F238E27FC236}">
                <a16:creationId xmlns:a16="http://schemas.microsoft.com/office/drawing/2014/main" id="{AC49AA44-331F-B779-3C7A-FB9815F94FDA}"/>
              </a:ext>
            </a:extLst>
          </p:cNvPr>
          <p:cNvGraphicFramePr>
            <a:graphicFrameLocks noGrp="1"/>
          </p:cNvGraphicFramePr>
          <p:nvPr>
            <p:extLst>
              <p:ext uri="{D42A27DB-BD31-4B8C-83A1-F6EECF244321}">
                <p14:modId xmlns:p14="http://schemas.microsoft.com/office/powerpoint/2010/main" val="4053966780"/>
              </p:ext>
            </p:extLst>
          </p:nvPr>
        </p:nvGraphicFramePr>
        <p:xfrm>
          <a:off x="806450" y="2666474"/>
          <a:ext cx="6081395" cy="5562602"/>
        </p:xfrm>
        <a:graphic>
          <a:graphicData uri="http://schemas.openxmlformats.org/drawingml/2006/table">
            <a:tbl>
              <a:tblPr rtl="1" firstRow="1" firstCol="1" bandRow="1">
                <a:tableStyleId>{5940675A-B579-460E-94D1-54222C63F5DA}</a:tableStyleId>
              </a:tblPr>
              <a:tblGrid>
                <a:gridCol w="1398381">
                  <a:extLst>
                    <a:ext uri="{9D8B030D-6E8A-4147-A177-3AD203B41FA5}">
                      <a16:colId xmlns:a16="http://schemas.microsoft.com/office/drawing/2014/main" val="881458115"/>
                    </a:ext>
                  </a:extLst>
                </a:gridCol>
                <a:gridCol w="1195558">
                  <a:extLst>
                    <a:ext uri="{9D8B030D-6E8A-4147-A177-3AD203B41FA5}">
                      <a16:colId xmlns:a16="http://schemas.microsoft.com/office/drawing/2014/main" val="2169718008"/>
                    </a:ext>
                  </a:extLst>
                </a:gridCol>
                <a:gridCol w="1162668">
                  <a:extLst>
                    <a:ext uri="{9D8B030D-6E8A-4147-A177-3AD203B41FA5}">
                      <a16:colId xmlns:a16="http://schemas.microsoft.com/office/drawing/2014/main" val="4243664491"/>
                    </a:ext>
                  </a:extLst>
                </a:gridCol>
                <a:gridCol w="1162120">
                  <a:extLst>
                    <a:ext uri="{9D8B030D-6E8A-4147-A177-3AD203B41FA5}">
                      <a16:colId xmlns:a16="http://schemas.microsoft.com/office/drawing/2014/main" val="3439716852"/>
                    </a:ext>
                  </a:extLst>
                </a:gridCol>
                <a:gridCol w="1162668">
                  <a:extLst>
                    <a:ext uri="{9D8B030D-6E8A-4147-A177-3AD203B41FA5}">
                      <a16:colId xmlns:a16="http://schemas.microsoft.com/office/drawing/2014/main" val="407204049"/>
                    </a:ext>
                  </a:extLst>
                </a:gridCol>
              </a:tblGrid>
              <a:tr h="253588">
                <a:tc>
                  <a:txBody>
                    <a:bodyPr/>
                    <a:lstStyle/>
                    <a:p>
                      <a:pPr algn="ctr" rtl="1">
                        <a:lnSpc>
                          <a:spcPct val="107000"/>
                        </a:lnSpc>
                        <a:spcAft>
                          <a:spcPts val="800"/>
                        </a:spcAft>
                        <a:buNone/>
                      </a:pPr>
                      <a:r>
                        <a:rPr lang="ar-SA" sz="1200" b="1" kern="100" dirty="0">
                          <a:effectLst/>
                          <a:cs typeface="+mn-cs"/>
                        </a:rPr>
                        <a:t>م</a:t>
                      </a:r>
                      <a:endParaRPr lang="en-US" sz="1200" b="1" kern="100" dirty="0">
                        <a:effectLst/>
                        <a:latin typeface="Aptos" panose="020B0004020202020204" pitchFamily="34" charset="0"/>
                        <a:ea typeface="Aptos" panose="020B0004020202020204" pitchFamily="34" charset="0"/>
                        <a:cs typeface="+mn-cs"/>
                      </a:endParaRPr>
                    </a:p>
                  </a:txBody>
                  <a:tcPr marL="68580" marR="68580" marT="0" marB="0"/>
                </a:tc>
                <a:tc>
                  <a:txBody>
                    <a:bodyPr/>
                    <a:lstStyle/>
                    <a:p>
                      <a:pPr algn="ctr" rtl="1">
                        <a:lnSpc>
                          <a:spcPct val="107000"/>
                        </a:lnSpc>
                        <a:spcAft>
                          <a:spcPts val="800"/>
                        </a:spcAft>
                        <a:buNone/>
                      </a:pPr>
                      <a:r>
                        <a:rPr lang="ar-SA" sz="1200" b="1" kern="100">
                          <a:effectLst/>
                          <a:cs typeface="+mn-cs"/>
                        </a:rPr>
                        <a:t>( 1 )  </a:t>
                      </a:r>
                      <a:endParaRPr lang="en-US" sz="1200" b="1" kern="100">
                        <a:effectLst/>
                        <a:latin typeface="Aptos" panose="020B0004020202020204" pitchFamily="34" charset="0"/>
                        <a:ea typeface="Aptos" panose="020B0004020202020204" pitchFamily="34" charset="0"/>
                        <a:cs typeface="+mn-cs"/>
                      </a:endParaRPr>
                    </a:p>
                  </a:txBody>
                  <a:tcPr marL="68580" marR="68580" marT="0" marB="0"/>
                </a:tc>
                <a:tc>
                  <a:txBody>
                    <a:bodyPr/>
                    <a:lstStyle/>
                    <a:p>
                      <a:pPr algn="ctr" rtl="1">
                        <a:lnSpc>
                          <a:spcPct val="107000"/>
                        </a:lnSpc>
                        <a:spcAft>
                          <a:spcPts val="800"/>
                        </a:spcAft>
                        <a:buNone/>
                      </a:pPr>
                      <a:r>
                        <a:rPr lang="ar-SA" sz="1200" b="1" kern="100" dirty="0">
                          <a:effectLst/>
                          <a:cs typeface="+mn-cs"/>
                        </a:rPr>
                        <a:t>( 2 )</a:t>
                      </a:r>
                      <a:endParaRPr lang="en-US" sz="1200" b="1" kern="100" dirty="0">
                        <a:effectLst/>
                        <a:latin typeface="Aptos" panose="020B0004020202020204" pitchFamily="34" charset="0"/>
                        <a:ea typeface="Aptos" panose="020B0004020202020204" pitchFamily="34" charset="0"/>
                        <a:cs typeface="+mn-cs"/>
                      </a:endParaRPr>
                    </a:p>
                  </a:txBody>
                  <a:tcPr marL="68580" marR="68580" marT="0" marB="0"/>
                </a:tc>
                <a:tc>
                  <a:txBody>
                    <a:bodyPr/>
                    <a:lstStyle/>
                    <a:p>
                      <a:pPr algn="ctr" rtl="1">
                        <a:lnSpc>
                          <a:spcPct val="107000"/>
                        </a:lnSpc>
                        <a:spcAft>
                          <a:spcPts val="800"/>
                        </a:spcAft>
                        <a:buNone/>
                      </a:pPr>
                      <a:r>
                        <a:rPr lang="ar-SA" sz="1200" b="1" kern="100">
                          <a:effectLst/>
                          <a:cs typeface="+mn-cs"/>
                        </a:rPr>
                        <a:t>( 3 )</a:t>
                      </a:r>
                      <a:endParaRPr lang="en-US" sz="1200" b="1" kern="100">
                        <a:effectLst/>
                        <a:latin typeface="Aptos" panose="020B0004020202020204" pitchFamily="34" charset="0"/>
                        <a:ea typeface="Aptos" panose="020B0004020202020204" pitchFamily="34" charset="0"/>
                        <a:cs typeface="+mn-cs"/>
                      </a:endParaRPr>
                    </a:p>
                  </a:txBody>
                  <a:tcPr marL="68580" marR="68580" marT="0" marB="0"/>
                </a:tc>
                <a:tc>
                  <a:txBody>
                    <a:bodyPr/>
                    <a:lstStyle/>
                    <a:p>
                      <a:pPr algn="ctr" rtl="1">
                        <a:lnSpc>
                          <a:spcPct val="107000"/>
                        </a:lnSpc>
                        <a:spcAft>
                          <a:spcPts val="800"/>
                        </a:spcAft>
                        <a:buNone/>
                      </a:pPr>
                      <a:r>
                        <a:rPr lang="ar-SA" sz="1200" b="1" kern="100">
                          <a:effectLst/>
                          <a:cs typeface="+mn-cs"/>
                        </a:rPr>
                        <a:t>( 4 )</a:t>
                      </a:r>
                      <a:endParaRPr lang="en-US" sz="1200" b="1" kern="100">
                        <a:effectLst/>
                        <a:latin typeface="Aptos" panose="020B0004020202020204" pitchFamily="34" charset="0"/>
                        <a:ea typeface="Aptos" panose="020B0004020202020204" pitchFamily="34" charset="0"/>
                        <a:cs typeface="+mn-cs"/>
                      </a:endParaRPr>
                    </a:p>
                  </a:txBody>
                  <a:tcPr marL="68580" marR="68580" marT="0" marB="0"/>
                </a:tc>
                <a:extLst>
                  <a:ext uri="{0D108BD9-81ED-4DB2-BD59-A6C34878D82A}">
                    <a16:rowId xmlns:a16="http://schemas.microsoft.com/office/drawing/2014/main" val="2050890583"/>
                  </a:ext>
                </a:extLst>
              </a:tr>
              <a:tr h="253588">
                <a:tc>
                  <a:txBody>
                    <a:bodyPr/>
                    <a:lstStyle/>
                    <a:p>
                      <a:pPr algn="ctr" rtl="1">
                        <a:lnSpc>
                          <a:spcPct val="107000"/>
                        </a:lnSpc>
                        <a:spcAft>
                          <a:spcPts val="800"/>
                        </a:spcAft>
                        <a:buNone/>
                      </a:pPr>
                      <a:r>
                        <a:rPr lang="ar-SA" sz="1200" b="1" kern="100">
                          <a:effectLst/>
                          <a:cs typeface="+mn-cs"/>
                        </a:rPr>
                        <a:t>اسم المعلمة</a:t>
                      </a:r>
                      <a:endParaRPr lang="en-US" sz="1200" b="1" kern="100">
                        <a:effectLst/>
                        <a:latin typeface="Aptos" panose="020B0004020202020204" pitchFamily="34" charset="0"/>
                        <a:ea typeface="Aptos" panose="020B0004020202020204" pitchFamily="34" charset="0"/>
                        <a:cs typeface="+mn-cs"/>
                      </a:endParaRPr>
                    </a:p>
                  </a:txBody>
                  <a:tcPr marL="68580" marR="68580" marT="0" marB="0"/>
                </a:tc>
                <a:tc>
                  <a:txBody>
                    <a:bodyPr/>
                    <a:lstStyle/>
                    <a:p>
                      <a:pPr algn="ctr" rtl="1">
                        <a:lnSpc>
                          <a:spcPct val="107000"/>
                        </a:lnSpc>
                        <a:spcAft>
                          <a:spcPts val="800"/>
                        </a:spcAft>
                        <a:buNone/>
                      </a:pPr>
                      <a:r>
                        <a:rPr lang="ar-SA" sz="1200" b="1" kern="100" dirty="0">
                          <a:effectLst/>
                          <a:cs typeface="+mn-cs"/>
                        </a:rPr>
                        <a:t> </a:t>
                      </a:r>
                      <a:endParaRPr lang="en-US" sz="1200" b="1" kern="100" dirty="0">
                        <a:effectLst/>
                        <a:latin typeface="Aptos" panose="020B0004020202020204" pitchFamily="34" charset="0"/>
                        <a:ea typeface="Aptos" panose="020B0004020202020204" pitchFamily="34" charset="0"/>
                        <a:cs typeface="+mn-cs"/>
                      </a:endParaRPr>
                    </a:p>
                  </a:txBody>
                  <a:tcPr marL="68580" marR="68580" marT="0" marB="0"/>
                </a:tc>
                <a:tc>
                  <a:txBody>
                    <a:bodyPr/>
                    <a:lstStyle/>
                    <a:p>
                      <a:pPr algn="ctr" rtl="1">
                        <a:lnSpc>
                          <a:spcPct val="107000"/>
                        </a:lnSpc>
                        <a:spcAft>
                          <a:spcPts val="800"/>
                        </a:spcAft>
                        <a:buNone/>
                      </a:pPr>
                      <a:r>
                        <a:rPr lang="ar-SA" sz="1200" b="1" kern="100" dirty="0">
                          <a:effectLst/>
                          <a:cs typeface="+mn-cs"/>
                        </a:rPr>
                        <a:t> </a:t>
                      </a:r>
                      <a:endParaRPr lang="en-US" sz="1200" b="1" kern="100" dirty="0">
                        <a:effectLst/>
                        <a:latin typeface="Aptos" panose="020B0004020202020204" pitchFamily="34" charset="0"/>
                        <a:ea typeface="Aptos" panose="020B0004020202020204" pitchFamily="34" charset="0"/>
                        <a:cs typeface="+mn-cs"/>
                      </a:endParaRPr>
                    </a:p>
                  </a:txBody>
                  <a:tcPr marL="68580" marR="68580" marT="0" marB="0"/>
                </a:tc>
                <a:tc>
                  <a:txBody>
                    <a:bodyPr/>
                    <a:lstStyle/>
                    <a:p>
                      <a:pPr algn="ctr" rtl="1">
                        <a:lnSpc>
                          <a:spcPct val="107000"/>
                        </a:lnSpc>
                        <a:spcAft>
                          <a:spcPts val="800"/>
                        </a:spcAft>
                        <a:buNone/>
                      </a:pPr>
                      <a:r>
                        <a:rPr lang="ar-SA" sz="1200" b="1" kern="100">
                          <a:effectLst/>
                          <a:cs typeface="+mn-cs"/>
                        </a:rPr>
                        <a:t> </a:t>
                      </a:r>
                      <a:endParaRPr lang="en-US" sz="1200" b="1" kern="100">
                        <a:effectLst/>
                        <a:latin typeface="Aptos" panose="020B0004020202020204" pitchFamily="34" charset="0"/>
                        <a:ea typeface="Aptos" panose="020B0004020202020204" pitchFamily="34" charset="0"/>
                        <a:cs typeface="+mn-cs"/>
                      </a:endParaRPr>
                    </a:p>
                  </a:txBody>
                  <a:tcPr marL="68580" marR="68580" marT="0" marB="0"/>
                </a:tc>
                <a:tc>
                  <a:txBody>
                    <a:bodyPr/>
                    <a:lstStyle/>
                    <a:p>
                      <a:pPr algn="ctr" rtl="1">
                        <a:lnSpc>
                          <a:spcPct val="107000"/>
                        </a:lnSpc>
                        <a:spcAft>
                          <a:spcPts val="800"/>
                        </a:spcAft>
                        <a:buNone/>
                      </a:pPr>
                      <a:r>
                        <a:rPr lang="ar-SA" sz="1200" b="1" kern="100">
                          <a:effectLst/>
                          <a:cs typeface="+mn-cs"/>
                        </a:rPr>
                        <a:t> </a:t>
                      </a:r>
                      <a:endParaRPr lang="en-US" sz="1200" b="1" kern="100">
                        <a:effectLst/>
                        <a:latin typeface="Aptos" panose="020B0004020202020204" pitchFamily="34" charset="0"/>
                        <a:ea typeface="Aptos" panose="020B0004020202020204" pitchFamily="34" charset="0"/>
                        <a:cs typeface="+mn-cs"/>
                      </a:endParaRPr>
                    </a:p>
                  </a:txBody>
                  <a:tcPr marL="68580" marR="68580" marT="0" marB="0"/>
                </a:tc>
                <a:extLst>
                  <a:ext uri="{0D108BD9-81ED-4DB2-BD59-A6C34878D82A}">
                    <a16:rowId xmlns:a16="http://schemas.microsoft.com/office/drawing/2014/main" val="475065529"/>
                  </a:ext>
                </a:extLst>
              </a:tr>
              <a:tr h="253588">
                <a:tc>
                  <a:txBody>
                    <a:bodyPr/>
                    <a:lstStyle/>
                    <a:p>
                      <a:pPr algn="ctr" rtl="1">
                        <a:lnSpc>
                          <a:spcPct val="107000"/>
                        </a:lnSpc>
                        <a:spcAft>
                          <a:spcPts val="800"/>
                        </a:spcAft>
                        <a:buNone/>
                      </a:pPr>
                      <a:r>
                        <a:rPr lang="ar-SA" sz="1200" b="1" kern="100">
                          <a:effectLst/>
                          <a:cs typeface="+mn-cs"/>
                        </a:rPr>
                        <a:t>المؤهل الدراسي</a:t>
                      </a:r>
                      <a:endParaRPr lang="en-US" sz="1200" b="1" kern="100">
                        <a:effectLst/>
                        <a:latin typeface="Aptos" panose="020B0004020202020204" pitchFamily="34" charset="0"/>
                        <a:ea typeface="Aptos" panose="020B0004020202020204" pitchFamily="34" charset="0"/>
                        <a:cs typeface="+mn-cs"/>
                      </a:endParaRPr>
                    </a:p>
                  </a:txBody>
                  <a:tcPr marL="68580" marR="68580" marT="0" marB="0"/>
                </a:tc>
                <a:tc>
                  <a:txBody>
                    <a:bodyPr/>
                    <a:lstStyle/>
                    <a:p>
                      <a:pPr algn="ctr" rtl="1">
                        <a:lnSpc>
                          <a:spcPct val="107000"/>
                        </a:lnSpc>
                        <a:spcAft>
                          <a:spcPts val="800"/>
                        </a:spcAft>
                        <a:buNone/>
                      </a:pPr>
                      <a:r>
                        <a:rPr lang="ar-SA" sz="1200" b="1" kern="100">
                          <a:effectLst/>
                          <a:cs typeface="+mn-cs"/>
                        </a:rPr>
                        <a:t> </a:t>
                      </a:r>
                      <a:endParaRPr lang="en-US" sz="1200" b="1" kern="100">
                        <a:effectLst/>
                        <a:latin typeface="Aptos" panose="020B0004020202020204" pitchFamily="34" charset="0"/>
                        <a:ea typeface="Aptos" panose="020B0004020202020204" pitchFamily="34" charset="0"/>
                        <a:cs typeface="+mn-cs"/>
                      </a:endParaRPr>
                    </a:p>
                  </a:txBody>
                  <a:tcPr marL="68580" marR="68580" marT="0" marB="0"/>
                </a:tc>
                <a:tc>
                  <a:txBody>
                    <a:bodyPr/>
                    <a:lstStyle/>
                    <a:p>
                      <a:pPr algn="ctr" rtl="1">
                        <a:lnSpc>
                          <a:spcPct val="107000"/>
                        </a:lnSpc>
                        <a:spcAft>
                          <a:spcPts val="800"/>
                        </a:spcAft>
                        <a:buNone/>
                      </a:pPr>
                      <a:r>
                        <a:rPr lang="ar-SA" sz="1200" b="1" kern="100" dirty="0">
                          <a:effectLst/>
                          <a:cs typeface="+mn-cs"/>
                        </a:rPr>
                        <a:t> </a:t>
                      </a:r>
                      <a:endParaRPr lang="en-US" sz="1200" b="1" kern="100" dirty="0">
                        <a:effectLst/>
                        <a:latin typeface="Aptos" panose="020B0004020202020204" pitchFamily="34" charset="0"/>
                        <a:ea typeface="Aptos" panose="020B0004020202020204" pitchFamily="34" charset="0"/>
                        <a:cs typeface="+mn-cs"/>
                      </a:endParaRPr>
                    </a:p>
                  </a:txBody>
                  <a:tcPr marL="68580" marR="68580" marT="0" marB="0"/>
                </a:tc>
                <a:tc>
                  <a:txBody>
                    <a:bodyPr/>
                    <a:lstStyle/>
                    <a:p>
                      <a:pPr algn="ctr" rtl="1">
                        <a:lnSpc>
                          <a:spcPct val="107000"/>
                        </a:lnSpc>
                        <a:spcAft>
                          <a:spcPts val="800"/>
                        </a:spcAft>
                        <a:buNone/>
                      </a:pPr>
                      <a:r>
                        <a:rPr lang="ar-SA" sz="1200" b="1" kern="100">
                          <a:effectLst/>
                          <a:cs typeface="+mn-cs"/>
                        </a:rPr>
                        <a:t> </a:t>
                      </a:r>
                      <a:endParaRPr lang="en-US" sz="1200" b="1" kern="100">
                        <a:effectLst/>
                        <a:latin typeface="Aptos" panose="020B0004020202020204" pitchFamily="34" charset="0"/>
                        <a:ea typeface="Aptos" panose="020B0004020202020204" pitchFamily="34" charset="0"/>
                        <a:cs typeface="+mn-cs"/>
                      </a:endParaRPr>
                    </a:p>
                  </a:txBody>
                  <a:tcPr marL="68580" marR="68580" marT="0" marB="0"/>
                </a:tc>
                <a:tc>
                  <a:txBody>
                    <a:bodyPr/>
                    <a:lstStyle/>
                    <a:p>
                      <a:pPr algn="ctr" rtl="1">
                        <a:lnSpc>
                          <a:spcPct val="107000"/>
                        </a:lnSpc>
                        <a:spcAft>
                          <a:spcPts val="800"/>
                        </a:spcAft>
                        <a:buNone/>
                      </a:pPr>
                      <a:r>
                        <a:rPr lang="ar-SA" sz="1200" b="1" kern="100">
                          <a:effectLst/>
                          <a:cs typeface="+mn-cs"/>
                        </a:rPr>
                        <a:t> </a:t>
                      </a:r>
                      <a:endParaRPr lang="en-US" sz="1200" b="1" kern="100">
                        <a:effectLst/>
                        <a:latin typeface="Aptos" panose="020B0004020202020204" pitchFamily="34" charset="0"/>
                        <a:ea typeface="Aptos" panose="020B0004020202020204" pitchFamily="34" charset="0"/>
                        <a:cs typeface="+mn-cs"/>
                      </a:endParaRPr>
                    </a:p>
                  </a:txBody>
                  <a:tcPr marL="68580" marR="68580" marT="0" marB="0"/>
                </a:tc>
                <a:extLst>
                  <a:ext uri="{0D108BD9-81ED-4DB2-BD59-A6C34878D82A}">
                    <a16:rowId xmlns:a16="http://schemas.microsoft.com/office/drawing/2014/main" val="3334178740"/>
                  </a:ext>
                </a:extLst>
              </a:tr>
              <a:tr h="253588">
                <a:tc>
                  <a:txBody>
                    <a:bodyPr/>
                    <a:lstStyle/>
                    <a:p>
                      <a:pPr algn="ctr" rtl="1">
                        <a:lnSpc>
                          <a:spcPct val="107000"/>
                        </a:lnSpc>
                        <a:spcAft>
                          <a:spcPts val="800"/>
                        </a:spcAft>
                        <a:buNone/>
                      </a:pPr>
                      <a:r>
                        <a:rPr lang="ar-SA" sz="1200" b="1" kern="100">
                          <a:effectLst/>
                          <a:cs typeface="+mn-cs"/>
                        </a:rPr>
                        <a:t>التخصص</a:t>
                      </a:r>
                      <a:endParaRPr lang="en-US" sz="1200" b="1" kern="100">
                        <a:effectLst/>
                        <a:latin typeface="Aptos" panose="020B0004020202020204" pitchFamily="34" charset="0"/>
                        <a:ea typeface="Aptos" panose="020B0004020202020204" pitchFamily="34" charset="0"/>
                        <a:cs typeface="+mn-cs"/>
                      </a:endParaRPr>
                    </a:p>
                  </a:txBody>
                  <a:tcPr marL="68580" marR="68580" marT="0" marB="0"/>
                </a:tc>
                <a:tc>
                  <a:txBody>
                    <a:bodyPr/>
                    <a:lstStyle/>
                    <a:p>
                      <a:pPr algn="ctr" rtl="1">
                        <a:lnSpc>
                          <a:spcPct val="107000"/>
                        </a:lnSpc>
                        <a:spcAft>
                          <a:spcPts val="800"/>
                        </a:spcAft>
                        <a:buNone/>
                      </a:pPr>
                      <a:r>
                        <a:rPr lang="ar-SA" sz="1200" b="1" kern="100">
                          <a:effectLst/>
                          <a:cs typeface="+mn-cs"/>
                        </a:rPr>
                        <a:t> </a:t>
                      </a:r>
                      <a:endParaRPr lang="en-US" sz="1200" b="1" kern="100">
                        <a:effectLst/>
                        <a:latin typeface="Aptos" panose="020B0004020202020204" pitchFamily="34" charset="0"/>
                        <a:ea typeface="Aptos" panose="020B0004020202020204" pitchFamily="34" charset="0"/>
                        <a:cs typeface="+mn-cs"/>
                      </a:endParaRPr>
                    </a:p>
                  </a:txBody>
                  <a:tcPr marL="68580" marR="68580" marT="0" marB="0"/>
                </a:tc>
                <a:tc>
                  <a:txBody>
                    <a:bodyPr/>
                    <a:lstStyle/>
                    <a:p>
                      <a:pPr algn="ctr" rtl="1">
                        <a:lnSpc>
                          <a:spcPct val="107000"/>
                        </a:lnSpc>
                        <a:spcAft>
                          <a:spcPts val="800"/>
                        </a:spcAft>
                        <a:buNone/>
                      </a:pPr>
                      <a:r>
                        <a:rPr lang="ar-SA" sz="1200" b="1" kern="100" dirty="0">
                          <a:effectLst/>
                          <a:cs typeface="+mn-cs"/>
                        </a:rPr>
                        <a:t> </a:t>
                      </a:r>
                      <a:endParaRPr lang="en-US" sz="1200" b="1" kern="100" dirty="0">
                        <a:effectLst/>
                        <a:latin typeface="Aptos" panose="020B0004020202020204" pitchFamily="34" charset="0"/>
                        <a:ea typeface="Aptos" panose="020B0004020202020204" pitchFamily="34" charset="0"/>
                        <a:cs typeface="+mn-cs"/>
                      </a:endParaRPr>
                    </a:p>
                  </a:txBody>
                  <a:tcPr marL="68580" marR="68580" marT="0" marB="0"/>
                </a:tc>
                <a:tc>
                  <a:txBody>
                    <a:bodyPr/>
                    <a:lstStyle/>
                    <a:p>
                      <a:pPr algn="ctr" rtl="1">
                        <a:lnSpc>
                          <a:spcPct val="107000"/>
                        </a:lnSpc>
                        <a:spcAft>
                          <a:spcPts val="800"/>
                        </a:spcAft>
                        <a:buNone/>
                      </a:pPr>
                      <a:r>
                        <a:rPr lang="ar-SA" sz="1200" b="1" kern="100">
                          <a:effectLst/>
                          <a:cs typeface="+mn-cs"/>
                        </a:rPr>
                        <a:t> </a:t>
                      </a:r>
                      <a:endParaRPr lang="en-US" sz="1200" b="1" kern="100">
                        <a:effectLst/>
                        <a:latin typeface="Aptos" panose="020B0004020202020204" pitchFamily="34" charset="0"/>
                        <a:ea typeface="Aptos" panose="020B0004020202020204" pitchFamily="34" charset="0"/>
                        <a:cs typeface="+mn-cs"/>
                      </a:endParaRPr>
                    </a:p>
                  </a:txBody>
                  <a:tcPr marL="68580" marR="68580" marT="0" marB="0"/>
                </a:tc>
                <a:tc>
                  <a:txBody>
                    <a:bodyPr/>
                    <a:lstStyle/>
                    <a:p>
                      <a:pPr algn="ctr" rtl="1">
                        <a:lnSpc>
                          <a:spcPct val="107000"/>
                        </a:lnSpc>
                        <a:spcAft>
                          <a:spcPts val="800"/>
                        </a:spcAft>
                        <a:buNone/>
                      </a:pPr>
                      <a:r>
                        <a:rPr lang="ar-SA" sz="1200" b="1" kern="100">
                          <a:effectLst/>
                          <a:cs typeface="+mn-cs"/>
                        </a:rPr>
                        <a:t> </a:t>
                      </a:r>
                      <a:endParaRPr lang="en-US" sz="1200" b="1" kern="100">
                        <a:effectLst/>
                        <a:latin typeface="Aptos" panose="020B0004020202020204" pitchFamily="34" charset="0"/>
                        <a:ea typeface="Aptos" panose="020B0004020202020204" pitchFamily="34" charset="0"/>
                        <a:cs typeface="+mn-cs"/>
                      </a:endParaRPr>
                    </a:p>
                  </a:txBody>
                  <a:tcPr marL="68580" marR="68580" marT="0" marB="0"/>
                </a:tc>
                <a:extLst>
                  <a:ext uri="{0D108BD9-81ED-4DB2-BD59-A6C34878D82A}">
                    <a16:rowId xmlns:a16="http://schemas.microsoft.com/office/drawing/2014/main" val="1494359354"/>
                  </a:ext>
                </a:extLst>
              </a:tr>
              <a:tr h="253588">
                <a:tc>
                  <a:txBody>
                    <a:bodyPr/>
                    <a:lstStyle/>
                    <a:p>
                      <a:pPr algn="ctr" rtl="1">
                        <a:lnSpc>
                          <a:spcPct val="107000"/>
                        </a:lnSpc>
                        <a:spcAft>
                          <a:spcPts val="800"/>
                        </a:spcAft>
                        <a:buNone/>
                      </a:pPr>
                      <a:r>
                        <a:rPr lang="ar-SA" sz="1200" b="1" kern="100">
                          <a:effectLst/>
                          <a:cs typeface="+mn-cs"/>
                        </a:rPr>
                        <a:t>عدد سنوات الخبرة</a:t>
                      </a:r>
                      <a:endParaRPr lang="en-US" sz="1200" b="1" kern="100">
                        <a:effectLst/>
                        <a:latin typeface="Aptos" panose="020B0004020202020204" pitchFamily="34" charset="0"/>
                        <a:ea typeface="Aptos" panose="020B0004020202020204" pitchFamily="34" charset="0"/>
                        <a:cs typeface="+mn-cs"/>
                      </a:endParaRPr>
                    </a:p>
                  </a:txBody>
                  <a:tcPr marL="68580" marR="68580" marT="0" marB="0"/>
                </a:tc>
                <a:tc>
                  <a:txBody>
                    <a:bodyPr/>
                    <a:lstStyle/>
                    <a:p>
                      <a:pPr algn="ctr" rtl="1">
                        <a:lnSpc>
                          <a:spcPct val="107000"/>
                        </a:lnSpc>
                        <a:spcAft>
                          <a:spcPts val="800"/>
                        </a:spcAft>
                        <a:buNone/>
                      </a:pPr>
                      <a:r>
                        <a:rPr lang="ar-SA" sz="1200" b="1" kern="100">
                          <a:effectLst/>
                          <a:cs typeface="+mn-cs"/>
                        </a:rPr>
                        <a:t> </a:t>
                      </a:r>
                      <a:endParaRPr lang="en-US" sz="1200" b="1" kern="100">
                        <a:effectLst/>
                        <a:latin typeface="Aptos" panose="020B0004020202020204" pitchFamily="34" charset="0"/>
                        <a:ea typeface="Aptos" panose="020B0004020202020204" pitchFamily="34" charset="0"/>
                        <a:cs typeface="+mn-cs"/>
                      </a:endParaRPr>
                    </a:p>
                  </a:txBody>
                  <a:tcPr marL="68580" marR="68580" marT="0" marB="0"/>
                </a:tc>
                <a:tc>
                  <a:txBody>
                    <a:bodyPr/>
                    <a:lstStyle/>
                    <a:p>
                      <a:pPr algn="ctr" rtl="1">
                        <a:lnSpc>
                          <a:spcPct val="107000"/>
                        </a:lnSpc>
                        <a:spcAft>
                          <a:spcPts val="800"/>
                        </a:spcAft>
                        <a:buNone/>
                      </a:pPr>
                      <a:r>
                        <a:rPr lang="ar-SA" sz="1200" b="1" kern="100" dirty="0">
                          <a:effectLst/>
                          <a:cs typeface="+mn-cs"/>
                        </a:rPr>
                        <a:t> </a:t>
                      </a:r>
                      <a:endParaRPr lang="en-US" sz="1200" b="1" kern="100" dirty="0">
                        <a:effectLst/>
                        <a:latin typeface="Aptos" panose="020B0004020202020204" pitchFamily="34" charset="0"/>
                        <a:ea typeface="Aptos" panose="020B0004020202020204" pitchFamily="34" charset="0"/>
                        <a:cs typeface="+mn-cs"/>
                      </a:endParaRPr>
                    </a:p>
                  </a:txBody>
                  <a:tcPr marL="68580" marR="68580" marT="0" marB="0"/>
                </a:tc>
                <a:tc>
                  <a:txBody>
                    <a:bodyPr/>
                    <a:lstStyle/>
                    <a:p>
                      <a:pPr algn="ctr" rtl="1">
                        <a:lnSpc>
                          <a:spcPct val="107000"/>
                        </a:lnSpc>
                        <a:spcAft>
                          <a:spcPts val="800"/>
                        </a:spcAft>
                        <a:buNone/>
                      </a:pPr>
                      <a:r>
                        <a:rPr lang="ar-SA" sz="1200" b="1" kern="100">
                          <a:effectLst/>
                          <a:cs typeface="+mn-cs"/>
                        </a:rPr>
                        <a:t> </a:t>
                      </a:r>
                      <a:endParaRPr lang="en-US" sz="1200" b="1" kern="100">
                        <a:effectLst/>
                        <a:latin typeface="Aptos" panose="020B0004020202020204" pitchFamily="34" charset="0"/>
                        <a:ea typeface="Aptos" panose="020B0004020202020204" pitchFamily="34" charset="0"/>
                        <a:cs typeface="+mn-cs"/>
                      </a:endParaRPr>
                    </a:p>
                  </a:txBody>
                  <a:tcPr marL="68580" marR="68580" marT="0" marB="0"/>
                </a:tc>
                <a:tc>
                  <a:txBody>
                    <a:bodyPr/>
                    <a:lstStyle/>
                    <a:p>
                      <a:pPr algn="ctr" rtl="1">
                        <a:lnSpc>
                          <a:spcPct val="107000"/>
                        </a:lnSpc>
                        <a:spcAft>
                          <a:spcPts val="800"/>
                        </a:spcAft>
                        <a:buNone/>
                      </a:pPr>
                      <a:r>
                        <a:rPr lang="ar-SA" sz="1200" b="1" kern="100">
                          <a:effectLst/>
                          <a:cs typeface="+mn-cs"/>
                        </a:rPr>
                        <a:t> </a:t>
                      </a:r>
                      <a:endParaRPr lang="en-US" sz="1200" b="1" kern="100">
                        <a:effectLst/>
                        <a:latin typeface="Aptos" panose="020B0004020202020204" pitchFamily="34" charset="0"/>
                        <a:ea typeface="Aptos" panose="020B0004020202020204" pitchFamily="34" charset="0"/>
                        <a:cs typeface="+mn-cs"/>
                      </a:endParaRPr>
                    </a:p>
                  </a:txBody>
                  <a:tcPr marL="68580" marR="68580" marT="0" marB="0"/>
                </a:tc>
                <a:extLst>
                  <a:ext uri="{0D108BD9-81ED-4DB2-BD59-A6C34878D82A}">
                    <a16:rowId xmlns:a16="http://schemas.microsoft.com/office/drawing/2014/main" val="1841952613"/>
                  </a:ext>
                </a:extLst>
              </a:tr>
              <a:tr h="253588">
                <a:tc>
                  <a:txBody>
                    <a:bodyPr/>
                    <a:lstStyle/>
                    <a:p>
                      <a:pPr algn="ctr" rtl="1">
                        <a:lnSpc>
                          <a:spcPct val="107000"/>
                        </a:lnSpc>
                        <a:spcAft>
                          <a:spcPts val="800"/>
                        </a:spcAft>
                        <a:buNone/>
                      </a:pPr>
                      <a:r>
                        <a:rPr lang="ar-SA" sz="1200" b="1" kern="100">
                          <a:effectLst/>
                          <a:cs typeface="+mn-cs"/>
                        </a:rPr>
                        <a:t>البريد الالكتروني</a:t>
                      </a:r>
                      <a:endParaRPr lang="en-US" sz="1200" b="1" kern="100">
                        <a:effectLst/>
                        <a:latin typeface="Aptos" panose="020B0004020202020204" pitchFamily="34" charset="0"/>
                        <a:ea typeface="Aptos" panose="020B0004020202020204" pitchFamily="34" charset="0"/>
                        <a:cs typeface="+mn-cs"/>
                      </a:endParaRPr>
                    </a:p>
                  </a:txBody>
                  <a:tcPr marL="68580" marR="68580" marT="0" marB="0"/>
                </a:tc>
                <a:tc>
                  <a:txBody>
                    <a:bodyPr/>
                    <a:lstStyle/>
                    <a:p>
                      <a:pPr algn="r" rtl="1">
                        <a:lnSpc>
                          <a:spcPct val="107000"/>
                        </a:lnSpc>
                        <a:spcAft>
                          <a:spcPts val="800"/>
                        </a:spcAft>
                        <a:buNone/>
                      </a:pPr>
                      <a:r>
                        <a:rPr lang="ar-SA" sz="1200" b="1" kern="100">
                          <a:effectLst/>
                          <a:cs typeface="+mn-cs"/>
                        </a:rPr>
                        <a:t> </a:t>
                      </a:r>
                      <a:endParaRPr lang="en-US" sz="1200" b="1" kern="100">
                        <a:effectLst/>
                        <a:latin typeface="Aptos" panose="020B0004020202020204" pitchFamily="34" charset="0"/>
                        <a:ea typeface="Aptos" panose="020B0004020202020204" pitchFamily="34" charset="0"/>
                        <a:cs typeface="+mn-cs"/>
                      </a:endParaRPr>
                    </a:p>
                  </a:txBody>
                  <a:tcPr marL="68580" marR="68580" marT="0" marB="0"/>
                </a:tc>
                <a:tc>
                  <a:txBody>
                    <a:bodyPr/>
                    <a:lstStyle/>
                    <a:p>
                      <a:pPr algn="ctr" rtl="1">
                        <a:lnSpc>
                          <a:spcPct val="107000"/>
                        </a:lnSpc>
                        <a:spcAft>
                          <a:spcPts val="800"/>
                        </a:spcAft>
                        <a:buNone/>
                      </a:pPr>
                      <a:r>
                        <a:rPr lang="ar-SA" sz="1200" b="1" kern="100" dirty="0">
                          <a:effectLst/>
                          <a:cs typeface="+mn-cs"/>
                        </a:rPr>
                        <a:t> </a:t>
                      </a:r>
                      <a:endParaRPr lang="en-US" sz="1200" b="1" kern="100" dirty="0">
                        <a:effectLst/>
                        <a:latin typeface="Aptos" panose="020B0004020202020204" pitchFamily="34" charset="0"/>
                        <a:ea typeface="Aptos" panose="020B0004020202020204" pitchFamily="34" charset="0"/>
                        <a:cs typeface="+mn-cs"/>
                      </a:endParaRPr>
                    </a:p>
                  </a:txBody>
                  <a:tcPr marL="68580" marR="68580" marT="0" marB="0"/>
                </a:tc>
                <a:tc>
                  <a:txBody>
                    <a:bodyPr/>
                    <a:lstStyle/>
                    <a:p>
                      <a:pPr algn="ctr" rtl="1">
                        <a:lnSpc>
                          <a:spcPct val="107000"/>
                        </a:lnSpc>
                        <a:spcAft>
                          <a:spcPts val="800"/>
                        </a:spcAft>
                        <a:buNone/>
                      </a:pPr>
                      <a:r>
                        <a:rPr lang="ar-SA" sz="1200" b="1" kern="100">
                          <a:effectLst/>
                          <a:cs typeface="+mn-cs"/>
                        </a:rPr>
                        <a:t> </a:t>
                      </a:r>
                      <a:endParaRPr lang="en-US" sz="1200" b="1" kern="100">
                        <a:effectLst/>
                        <a:latin typeface="Aptos" panose="020B0004020202020204" pitchFamily="34" charset="0"/>
                        <a:ea typeface="Aptos" panose="020B0004020202020204" pitchFamily="34" charset="0"/>
                        <a:cs typeface="+mn-cs"/>
                      </a:endParaRPr>
                    </a:p>
                  </a:txBody>
                  <a:tcPr marL="68580" marR="68580" marT="0" marB="0"/>
                </a:tc>
                <a:tc>
                  <a:txBody>
                    <a:bodyPr/>
                    <a:lstStyle/>
                    <a:p>
                      <a:pPr algn="ctr" rtl="1">
                        <a:lnSpc>
                          <a:spcPct val="107000"/>
                        </a:lnSpc>
                        <a:spcAft>
                          <a:spcPts val="800"/>
                        </a:spcAft>
                        <a:buNone/>
                      </a:pPr>
                      <a:r>
                        <a:rPr lang="ar-SA" sz="1200" b="1" kern="100">
                          <a:effectLst/>
                          <a:cs typeface="+mn-cs"/>
                        </a:rPr>
                        <a:t> </a:t>
                      </a:r>
                      <a:endParaRPr lang="en-US" sz="1200" b="1" kern="100">
                        <a:effectLst/>
                        <a:latin typeface="Aptos" panose="020B0004020202020204" pitchFamily="34" charset="0"/>
                        <a:ea typeface="Aptos" panose="020B0004020202020204" pitchFamily="34" charset="0"/>
                        <a:cs typeface="+mn-cs"/>
                      </a:endParaRPr>
                    </a:p>
                  </a:txBody>
                  <a:tcPr marL="68580" marR="68580" marT="0" marB="0"/>
                </a:tc>
                <a:extLst>
                  <a:ext uri="{0D108BD9-81ED-4DB2-BD59-A6C34878D82A}">
                    <a16:rowId xmlns:a16="http://schemas.microsoft.com/office/drawing/2014/main" val="2202527675"/>
                  </a:ext>
                </a:extLst>
              </a:tr>
              <a:tr h="253588">
                <a:tc>
                  <a:txBody>
                    <a:bodyPr/>
                    <a:lstStyle/>
                    <a:p>
                      <a:pPr algn="ctr" rtl="1">
                        <a:lnSpc>
                          <a:spcPct val="107000"/>
                        </a:lnSpc>
                        <a:spcAft>
                          <a:spcPts val="800"/>
                        </a:spcAft>
                        <a:buNone/>
                      </a:pPr>
                      <a:r>
                        <a:rPr lang="ar-SA" sz="1200" b="1" kern="100">
                          <a:effectLst/>
                          <a:cs typeface="+mn-cs"/>
                        </a:rPr>
                        <a:t>رقم الهاتف</a:t>
                      </a:r>
                      <a:endParaRPr lang="en-US" sz="1200" b="1" kern="100">
                        <a:effectLst/>
                        <a:latin typeface="Aptos" panose="020B0004020202020204" pitchFamily="34" charset="0"/>
                        <a:ea typeface="Aptos" panose="020B0004020202020204" pitchFamily="34" charset="0"/>
                        <a:cs typeface="+mn-cs"/>
                      </a:endParaRPr>
                    </a:p>
                  </a:txBody>
                  <a:tcPr marL="68580" marR="68580" marT="0" marB="0"/>
                </a:tc>
                <a:tc>
                  <a:txBody>
                    <a:bodyPr/>
                    <a:lstStyle/>
                    <a:p>
                      <a:pPr algn="ctr" rtl="1">
                        <a:lnSpc>
                          <a:spcPct val="107000"/>
                        </a:lnSpc>
                        <a:spcAft>
                          <a:spcPts val="800"/>
                        </a:spcAft>
                        <a:buNone/>
                      </a:pPr>
                      <a:r>
                        <a:rPr lang="ar-SA" sz="1200" b="1" kern="100">
                          <a:effectLst/>
                          <a:cs typeface="+mn-cs"/>
                        </a:rPr>
                        <a:t> </a:t>
                      </a:r>
                      <a:endParaRPr lang="en-US" sz="1200" b="1" kern="100">
                        <a:effectLst/>
                        <a:latin typeface="Aptos" panose="020B0004020202020204" pitchFamily="34" charset="0"/>
                        <a:ea typeface="Aptos" panose="020B0004020202020204" pitchFamily="34" charset="0"/>
                        <a:cs typeface="+mn-cs"/>
                      </a:endParaRPr>
                    </a:p>
                  </a:txBody>
                  <a:tcPr marL="68580" marR="68580" marT="0" marB="0"/>
                </a:tc>
                <a:tc>
                  <a:txBody>
                    <a:bodyPr/>
                    <a:lstStyle/>
                    <a:p>
                      <a:pPr algn="ctr" rtl="1">
                        <a:lnSpc>
                          <a:spcPct val="107000"/>
                        </a:lnSpc>
                        <a:spcAft>
                          <a:spcPts val="800"/>
                        </a:spcAft>
                        <a:buNone/>
                      </a:pPr>
                      <a:r>
                        <a:rPr lang="ar-SA" sz="1200" b="1" kern="100" dirty="0">
                          <a:effectLst/>
                          <a:cs typeface="+mn-cs"/>
                        </a:rPr>
                        <a:t> </a:t>
                      </a:r>
                      <a:endParaRPr lang="en-US" sz="1200" b="1" kern="100" dirty="0">
                        <a:effectLst/>
                        <a:latin typeface="Aptos" panose="020B0004020202020204" pitchFamily="34" charset="0"/>
                        <a:ea typeface="Aptos" panose="020B0004020202020204" pitchFamily="34" charset="0"/>
                        <a:cs typeface="+mn-cs"/>
                      </a:endParaRPr>
                    </a:p>
                  </a:txBody>
                  <a:tcPr marL="68580" marR="68580" marT="0" marB="0"/>
                </a:tc>
                <a:tc>
                  <a:txBody>
                    <a:bodyPr/>
                    <a:lstStyle/>
                    <a:p>
                      <a:pPr algn="ctr" rtl="1">
                        <a:lnSpc>
                          <a:spcPct val="107000"/>
                        </a:lnSpc>
                        <a:spcAft>
                          <a:spcPts val="800"/>
                        </a:spcAft>
                        <a:buNone/>
                      </a:pPr>
                      <a:r>
                        <a:rPr lang="ar-SA" sz="1200" b="1" kern="100">
                          <a:effectLst/>
                          <a:cs typeface="+mn-cs"/>
                        </a:rPr>
                        <a:t> </a:t>
                      </a:r>
                      <a:endParaRPr lang="en-US" sz="1200" b="1" kern="100">
                        <a:effectLst/>
                        <a:latin typeface="Aptos" panose="020B0004020202020204" pitchFamily="34" charset="0"/>
                        <a:ea typeface="Aptos" panose="020B0004020202020204" pitchFamily="34" charset="0"/>
                        <a:cs typeface="+mn-cs"/>
                      </a:endParaRPr>
                    </a:p>
                  </a:txBody>
                  <a:tcPr marL="68580" marR="68580" marT="0" marB="0"/>
                </a:tc>
                <a:tc>
                  <a:txBody>
                    <a:bodyPr/>
                    <a:lstStyle/>
                    <a:p>
                      <a:pPr algn="ctr" rtl="1">
                        <a:lnSpc>
                          <a:spcPct val="107000"/>
                        </a:lnSpc>
                        <a:spcAft>
                          <a:spcPts val="800"/>
                        </a:spcAft>
                        <a:buNone/>
                      </a:pPr>
                      <a:r>
                        <a:rPr lang="ar-SA" sz="1200" b="1" kern="100">
                          <a:effectLst/>
                          <a:cs typeface="+mn-cs"/>
                        </a:rPr>
                        <a:t> </a:t>
                      </a:r>
                      <a:endParaRPr lang="en-US" sz="1200" b="1" kern="100">
                        <a:effectLst/>
                        <a:latin typeface="Aptos" panose="020B0004020202020204" pitchFamily="34" charset="0"/>
                        <a:ea typeface="Aptos" panose="020B0004020202020204" pitchFamily="34" charset="0"/>
                        <a:cs typeface="+mn-cs"/>
                      </a:endParaRPr>
                    </a:p>
                  </a:txBody>
                  <a:tcPr marL="68580" marR="68580" marT="0" marB="0"/>
                </a:tc>
                <a:extLst>
                  <a:ext uri="{0D108BD9-81ED-4DB2-BD59-A6C34878D82A}">
                    <a16:rowId xmlns:a16="http://schemas.microsoft.com/office/drawing/2014/main" val="338444615"/>
                  </a:ext>
                </a:extLst>
              </a:tr>
              <a:tr h="253588">
                <a:tc>
                  <a:txBody>
                    <a:bodyPr/>
                    <a:lstStyle/>
                    <a:p>
                      <a:pPr algn="ctr" rtl="1">
                        <a:lnSpc>
                          <a:spcPct val="107000"/>
                        </a:lnSpc>
                        <a:spcAft>
                          <a:spcPts val="800"/>
                        </a:spcAft>
                        <a:buNone/>
                      </a:pPr>
                      <a:r>
                        <a:rPr lang="ar-SA" sz="1200" b="1" kern="100">
                          <a:effectLst/>
                          <a:cs typeface="+mn-cs"/>
                        </a:rPr>
                        <a:t>المواد التي تدرسها</a:t>
                      </a:r>
                      <a:endParaRPr lang="en-US" sz="1200" b="1" kern="100">
                        <a:effectLst/>
                        <a:latin typeface="Aptos" panose="020B0004020202020204" pitchFamily="34" charset="0"/>
                        <a:ea typeface="Aptos" panose="020B0004020202020204" pitchFamily="34" charset="0"/>
                        <a:cs typeface="+mn-cs"/>
                      </a:endParaRPr>
                    </a:p>
                  </a:txBody>
                  <a:tcPr marL="68580" marR="68580" marT="0" marB="0"/>
                </a:tc>
                <a:tc>
                  <a:txBody>
                    <a:bodyPr/>
                    <a:lstStyle/>
                    <a:p>
                      <a:pPr algn="ctr" rtl="1">
                        <a:lnSpc>
                          <a:spcPct val="107000"/>
                        </a:lnSpc>
                        <a:spcAft>
                          <a:spcPts val="800"/>
                        </a:spcAft>
                        <a:buNone/>
                      </a:pPr>
                      <a:r>
                        <a:rPr lang="ar-SA" sz="1200" b="1" kern="100">
                          <a:effectLst/>
                          <a:cs typeface="+mn-cs"/>
                        </a:rPr>
                        <a:t> </a:t>
                      </a:r>
                      <a:endParaRPr lang="en-US" sz="1200" b="1" kern="100">
                        <a:effectLst/>
                        <a:latin typeface="Aptos" panose="020B0004020202020204" pitchFamily="34" charset="0"/>
                        <a:ea typeface="Aptos" panose="020B0004020202020204" pitchFamily="34" charset="0"/>
                        <a:cs typeface="+mn-cs"/>
                      </a:endParaRPr>
                    </a:p>
                  </a:txBody>
                  <a:tcPr marL="68580" marR="68580" marT="0" marB="0"/>
                </a:tc>
                <a:tc>
                  <a:txBody>
                    <a:bodyPr/>
                    <a:lstStyle/>
                    <a:p>
                      <a:pPr algn="ctr" rtl="1">
                        <a:lnSpc>
                          <a:spcPct val="107000"/>
                        </a:lnSpc>
                        <a:spcAft>
                          <a:spcPts val="800"/>
                        </a:spcAft>
                        <a:buNone/>
                      </a:pPr>
                      <a:r>
                        <a:rPr lang="ar-SA" sz="1200" b="1" kern="100" dirty="0">
                          <a:effectLst/>
                          <a:cs typeface="+mn-cs"/>
                        </a:rPr>
                        <a:t> </a:t>
                      </a:r>
                      <a:endParaRPr lang="en-US" sz="1200" b="1" kern="100" dirty="0">
                        <a:effectLst/>
                        <a:latin typeface="Aptos" panose="020B0004020202020204" pitchFamily="34" charset="0"/>
                        <a:ea typeface="Aptos" panose="020B0004020202020204" pitchFamily="34" charset="0"/>
                        <a:cs typeface="+mn-cs"/>
                      </a:endParaRPr>
                    </a:p>
                  </a:txBody>
                  <a:tcPr marL="68580" marR="68580" marT="0" marB="0"/>
                </a:tc>
                <a:tc>
                  <a:txBody>
                    <a:bodyPr/>
                    <a:lstStyle/>
                    <a:p>
                      <a:pPr algn="ctr" rtl="1">
                        <a:lnSpc>
                          <a:spcPct val="107000"/>
                        </a:lnSpc>
                        <a:spcAft>
                          <a:spcPts val="800"/>
                        </a:spcAft>
                        <a:buNone/>
                      </a:pPr>
                      <a:r>
                        <a:rPr lang="ar-SA" sz="1200" b="1" kern="100">
                          <a:effectLst/>
                          <a:cs typeface="+mn-cs"/>
                        </a:rPr>
                        <a:t> </a:t>
                      </a:r>
                      <a:endParaRPr lang="en-US" sz="1200" b="1" kern="100">
                        <a:effectLst/>
                        <a:latin typeface="Aptos" panose="020B0004020202020204" pitchFamily="34" charset="0"/>
                        <a:ea typeface="Aptos" panose="020B0004020202020204" pitchFamily="34" charset="0"/>
                        <a:cs typeface="+mn-cs"/>
                      </a:endParaRPr>
                    </a:p>
                  </a:txBody>
                  <a:tcPr marL="68580" marR="68580" marT="0" marB="0"/>
                </a:tc>
                <a:tc>
                  <a:txBody>
                    <a:bodyPr/>
                    <a:lstStyle/>
                    <a:p>
                      <a:pPr algn="ctr" rtl="1">
                        <a:lnSpc>
                          <a:spcPct val="107000"/>
                        </a:lnSpc>
                        <a:spcAft>
                          <a:spcPts val="800"/>
                        </a:spcAft>
                        <a:buNone/>
                      </a:pPr>
                      <a:r>
                        <a:rPr lang="ar-SA" sz="1200" b="1" kern="100">
                          <a:effectLst/>
                          <a:cs typeface="+mn-cs"/>
                        </a:rPr>
                        <a:t> </a:t>
                      </a:r>
                      <a:endParaRPr lang="en-US" sz="1200" b="1" kern="100">
                        <a:effectLst/>
                        <a:latin typeface="Aptos" panose="020B0004020202020204" pitchFamily="34" charset="0"/>
                        <a:ea typeface="Aptos" panose="020B0004020202020204" pitchFamily="34" charset="0"/>
                        <a:cs typeface="+mn-cs"/>
                      </a:endParaRPr>
                    </a:p>
                  </a:txBody>
                  <a:tcPr marL="68580" marR="68580" marT="0" marB="0"/>
                </a:tc>
                <a:extLst>
                  <a:ext uri="{0D108BD9-81ED-4DB2-BD59-A6C34878D82A}">
                    <a16:rowId xmlns:a16="http://schemas.microsoft.com/office/drawing/2014/main" val="557383308"/>
                  </a:ext>
                </a:extLst>
              </a:tr>
              <a:tr h="253588">
                <a:tc>
                  <a:txBody>
                    <a:bodyPr/>
                    <a:lstStyle/>
                    <a:p>
                      <a:pPr algn="ctr" rtl="1">
                        <a:lnSpc>
                          <a:spcPct val="107000"/>
                        </a:lnSpc>
                        <a:spcAft>
                          <a:spcPts val="800"/>
                        </a:spcAft>
                        <a:buNone/>
                      </a:pPr>
                      <a:r>
                        <a:rPr lang="ar-SA" sz="1200" b="1" kern="100">
                          <a:effectLst/>
                          <a:cs typeface="+mn-cs"/>
                        </a:rPr>
                        <a:t>الصفوف التي تدرسها</a:t>
                      </a:r>
                      <a:endParaRPr lang="en-US" sz="1200" b="1" kern="100">
                        <a:effectLst/>
                        <a:latin typeface="Aptos" panose="020B0004020202020204" pitchFamily="34" charset="0"/>
                        <a:ea typeface="Aptos" panose="020B0004020202020204" pitchFamily="34" charset="0"/>
                        <a:cs typeface="+mn-cs"/>
                      </a:endParaRPr>
                    </a:p>
                  </a:txBody>
                  <a:tcPr marL="68580" marR="68580" marT="0" marB="0"/>
                </a:tc>
                <a:tc>
                  <a:txBody>
                    <a:bodyPr/>
                    <a:lstStyle/>
                    <a:p>
                      <a:pPr algn="ctr" rtl="1">
                        <a:lnSpc>
                          <a:spcPct val="107000"/>
                        </a:lnSpc>
                        <a:spcAft>
                          <a:spcPts val="800"/>
                        </a:spcAft>
                        <a:buNone/>
                      </a:pPr>
                      <a:r>
                        <a:rPr lang="ar-SA" sz="1200" b="1" kern="100">
                          <a:effectLst/>
                          <a:cs typeface="+mn-cs"/>
                        </a:rPr>
                        <a:t> </a:t>
                      </a:r>
                      <a:endParaRPr lang="en-US" sz="1200" b="1" kern="100">
                        <a:effectLst/>
                        <a:latin typeface="Aptos" panose="020B0004020202020204" pitchFamily="34" charset="0"/>
                        <a:ea typeface="Aptos" panose="020B0004020202020204" pitchFamily="34" charset="0"/>
                        <a:cs typeface="+mn-cs"/>
                      </a:endParaRPr>
                    </a:p>
                  </a:txBody>
                  <a:tcPr marL="68580" marR="68580" marT="0" marB="0"/>
                </a:tc>
                <a:tc>
                  <a:txBody>
                    <a:bodyPr/>
                    <a:lstStyle/>
                    <a:p>
                      <a:pPr algn="ctr" rtl="1">
                        <a:lnSpc>
                          <a:spcPct val="107000"/>
                        </a:lnSpc>
                        <a:spcAft>
                          <a:spcPts val="800"/>
                        </a:spcAft>
                        <a:buNone/>
                      </a:pPr>
                      <a:r>
                        <a:rPr lang="ar-SA" sz="1200" b="1" kern="100">
                          <a:effectLst/>
                          <a:cs typeface="+mn-cs"/>
                        </a:rPr>
                        <a:t> </a:t>
                      </a:r>
                      <a:endParaRPr lang="en-US" sz="1200" b="1" kern="100">
                        <a:effectLst/>
                        <a:latin typeface="Aptos" panose="020B0004020202020204" pitchFamily="34" charset="0"/>
                        <a:ea typeface="Aptos" panose="020B0004020202020204" pitchFamily="34" charset="0"/>
                        <a:cs typeface="+mn-cs"/>
                      </a:endParaRPr>
                    </a:p>
                  </a:txBody>
                  <a:tcPr marL="68580" marR="68580" marT="0" marB="0"/>
                </a:tc>
                <a:tc>
                  <a:txBody>
                    <a:bodyPr/>
                    <a:lstStyle/>
                    <a:p>
                      <a:pPr algn="ctr" rtl="1">
                        <a:lnSpc>
                          <a:spcPct val="107000"/>
                        </a:lnSpc>
                        <a:spcAft>
                          <a:spcPts val="800"/>
                        </a:spcAft>
                        <a:buNone/>
                      </a:pPr>
                      <a:r>
                        <a:rPr lang="ar-SA" sz="1200" b="1" kern="100" dirty="0">
                          <a:effectLst/>
                          <a:cs typeface="+mn-cs"/>
                        </a:rPr>
                        <a:t> </a:t>
                      </a:r>
                      <a:endParaRPr lang="en-US" sz="1200" b="1" kern="100" dirty="0">
                        <a:effectLst/>
                        <a:latin typeface="Aptos" panose="020B0004020202020204" pitchFamily="34" charset="0"/>
                        <a:ea typeface="Aptos" panose="020B0004020202020204" pitchFamily="34" charset="0"/>
                        <a:cs typeface="+mn-cs"/>
                      </a:endParaRPr>
                    </a:p>
                  </a:txBody>
                  <a:tcPr marL="68580" marR="68580" marT="0" marB="0"/>
                </a:tc>
                <a:tc>
                  <a:txBody>
                    <a:bodyPr/>
                    <a:lstStyle/>
                    <a:p>
                      <a:pPr algn="ctr" rtl="1">
                        <a:lnSpc>
                          <a:spcPct val="107000"/>
                        </a:lnSpc>
                        <a:spcAft>
                          <a:spcPts val="800"/>
                        </a:spcAft>
                        <a:buNone/>
                      </a:pPr>
                      <a:r>
                        <a:rPr lang="ar-SA" sz="1200" b="1" kern="100">
                          <a:effectLst/>
                          <a:cs typeface="+mn-cs"/>
                        </a:rPr>
                        <a:t> </a:t>
                      </a:r>
                      <a:endParaRPr lang="en-US" sz="1200" b="1" kern="100">
                        <a:effectLst/>
                        <a:latin typeface="Aptos" panose="020B0004020202020204" pitchFamily="34" charset="0"/>
                        <a:ea typeface="Aptos" panose="020B0004020202020204" pitchFamily="34" charset="0"/>
                        <a:cs typeface="+mn-cs"/>
                      </a:endParaRPr>
                    </a:p>
                  </a:txBody>
                  <a:tcPr marL="68580" marR="68580" marT="0" marB="0"/>
                </a:tc>
                <a:extLst>
                  <a:ext uri="{0D108BD9-81ED-4DB2-BD59-A6C34878D82A}">
                    <a16:rowId xmlns:a16="http://schemas.microsoft.com/office/drawing/2014/main" val="680560299"/>
                  </a:ext>
                </a:extLst>
              </a:tr>
              <a:tr h="253588">
                <a:tc>
                  <a:txBody>
                    <a:bodyPr/>
                    <a:lstStyle/>
                    <a:p>
                      <a:pPr algn="ctr" rtl="1">
                        <a:lnSpc>
                          <a:spcPct val="107000"/>
                        </a:lnSpc>
                        <a:spcAft>
                          <a:spcPts val="800"/>
                        </a:spcAft>
                        <a:buNone/>
                      </a:pPr>
                      <a:r>
                        <a:rPr lang="ar-SA" sz="1200" b="1" kern="100">
                          <a:effectLst/>
                          <a:cs typeface="+mn-cs"/>
                        </a:rPr>
                        <a:t>عدد الحصص</a:t>
                      </a:r>
                      <a:endParaRPr lang="en-US" sz="1200" b="1" kern="100">
                        <a:effectLst/>
                        <a:latin typeface="Aptos" panose="020B0004020202020204" pitchFamily="34" charset="0"/>
                        <a:ea typeface="Aptos" panose="020B0004020202020204" pitchFamily="34" charset="0"/>
                        <a:cs typeface="+mn-cs"/>
                      </a:endParaRPr>
                    </a:p>
                  </a:txBody>
                  <a:tcPr marL="68580" marR="68580" marT="0" marB="0"/>
                </a:tc>
                <a:tc>
                  <a:txBody>
                    <a:bodyPr/>
                    <a:lstStyle/>
                    <a:p>
                      <a:pPr algn="ctr" rtl="1">
                        <a:lnSpc>
                          <a:spcPct val="107000"/>
                        </a:lnSpc>
                        <a:spcAft>
                          <a:spcPts val="800"/>
                        </a:spcAft>
                        <a:buNone/>
                      </a:pPr>
                      <a:r>
                        <a:rPr lang="ar-SA" sz="1200" b="1" kern="100">
                          <a:effectLst/>
                          <a:cs typeface="+mn-cs"/>
                        </a:rPr>
                        <a:t> </a:t>
                      </a:r>
                      <a:endParaRPr lang="en-US" sz="1200" b="1" kern="100">
                        <a:effectLst/>
                        <a:latin typeface="Aptos" panose="020B0004020202020204" pitchFamily="34" charset="0"/>
                        <a:ea typeface="Aptos" panose="020B0004020202020204" pitchFamily="34" charset="0"/>
                        <a:cs typeface="+mn-cs"/>
                      </a:endParaRPr>
                    </a:p>
                  </a:txBody>
                  <a:tcPr marL="68580" marR="68580" marT="0" marB="0"/>
                </a:tc>
                <a:tc>
                  <a:txBody>
                    <a:bodyPr/>
                    <a:lstStyle/>
                    <a:p>
                      <a:pPr algn="ctr" rtl="1">
                        <a:lnSpc>
                          <a:spcPct val="107000"/>
                        </a:lnSpc>
                        <a:spcAft>
                          <a:spcPts val="800"/>
                        </a:spcAft>
                        <a:buNone/>
                      </a:pPr>
                      <a:r>
                        <a:rPr lang="ar-SA" sz="1200" b="1" kern="100">
                          <a:effectLst/>
                          <a:cs typeface="+mn-cs"/>
                        </a:rPr>
                        <a:t> </a:t>
                      </a:r>
                      <a:endParaRPr lang="en-US" sz="1200" b="1" kern="100">
                        <a:effectLst/>
                        <a:latin typeface="Aptos" panose="020B0004020202020204" pitchFamily="34" charset="0"/>
                        <a:ea typeface="Aptos" panose="020B0004020202020204" pitchFamily="34" charset="0"/>
                        <a:cs typeface="+mn-cs"/>
                      </a:endParaRPr>
                    </a:p>
                  </a:txBody>
                  <a:tcPr marL="68580" marR="68580" marT="0" marB="0"/>
                </a:tc>
                <a:tc>
                  <a:txBody>
                    <a:bodyPr/>
                    <a:lstStyle/>
                    <a:p>
                      <a:pPr algn="ctr" rtl="1">
                        <a:lnSpc>
                          <a:spcPct val="107000"/>
                        </a:lnSpc>
                        <a:spcAft>
                          <a:spcPts val="800"/>
                        </a:spcAft>
                        <a:buNone/>
                      </a:pPr>
                      <a:r>
                        <a:rPr lang="ar-SA" sz="1200" b="1" kern="100" dirty="0">
                          <a:effectLst/>
                          <a:cs typeface="+mn-cs"/>
                        </a:rPr>
                        <a:t> </a:t>
                      </a:r>
                      <a:endParaRPr lang="en-US" sz="1200" b="1" kern="100" dirty="0">
                        <a:effectLst/>
                        <a:latin typeface="Aptos" panose="020B0004020202020204" pitchFamily="34" charset="0"/>
                        <a:ea typeface="Aptos" panose="020B0004020202020204" pitchFamily="34" charset="0"/>
                        <a:cs typeface="+mn-cs"/>
                      </a:endParaRPr>
                    </a:p>
                  </a:txBody>
                  <a:tcPr marL="68580" marR="68580" marT="0" marB="0"/>
                </a:tc>
                <a:tc>
                  <a:txBody>
                    <a:bodyPr/>
                    <a:lstStyle/>
                    <a:p>
                      <a:pPr algn="ctr" rtl="1">
                        <a:lnSpc>
                          <a:spcPct val="107000"/>
                        </a:lnSpc>
                        <a:spcAft>
                          <a:spcPts val="800"/>
                        </a:spcAft>
                        <a:buNone/>
                      </a:pPr>
                      <a:r>
                        <a:rPr lang="ar-SA" sz="1200" b="1" kern="100">
                          <a:effectLst/>
                          <a:cs typeface="+mn-cs"/>
                        </a:rPr>
                        <a:t> </a:t>
                      </a:r>
                      <a:endParaRPr lang="en-US" sz="1200" b="1" kern="100">
                        <a:effectLst/>
                        <a:latin typeface="Aptos" panose="020B0004020202020204" pitchFamily="34" charset="0"/>
                        <a:ea typeface="Aptos" panose="020B0004020202020204" pitchFamily="34" charset="0"/>
                        <a:cs typeface="+mn-cs"/>
                      </a:endParaRPr>
                    </a:p>
                  </a:txBody>
                  <a:tcPr marL="68580" marR="68580" marT="0" marB="0"/>
                </a:tc>
                <a:extLst>
                  <a:ext uri="{0D108BD9-81ED-4DB2-BD59-A6C34878D82A}">
                    <a16:rowId xmlns:a16="http://schemas.microsoft.com/office/drawing/2014/main" val="2664242928"/>
                  </a:ext>
                </a:extLst>
              </a:tr>
              <a:tr h="253588">
                <a:tc>
                  <a:txBody>
                    <a:bodyPr/>
                    <a:lstStyle/>
                    <a:p>
                      <a:pPr algn="ctr" rtl="1">
                        <a:lnSpc>
                          <a:spcPct val="107000"/>
                        </a:lnSpc>
                        <a:spcAft>
                          <a:spcPts val="800"/>
                        </a:spcAft>
                        <a:buNone/>
                      </a:pPr>
                      <a:r>
                        <a:rPr lang="ar-SA" sz="1200" b="1" kern="100">
                          <a:effectLst/>
                          <a:cs typeface="+mn-cs"/>
                        </a:rPr>
                        <a:t>أهم الدورات لدي</a:t>
                      </a:r>
                      <a:endParaRPr lang="en-US" sz="1200" b="1" kern="100">
                        <a:effectLst/>
                        <a:latin typeface="Aptos" panose="020B0004020202020204" pitchFamily="34" charset="0"/>
                        <a:ea typeface="Aptos" panose="020B0004020202020204" pitchFamily="34" charset="0"/>
                        <a:cs typeface="+mn-cs"/>
                      </a:endParaRPr>
                    </a:p>
                  </a:txBody>
                  <a:tcPr marL="68580" marR="68580" marT="0" marB="0"/>
                </a:tc>
                <a:tc>
                  <a:txBody>
                    <a:bodyPr/>
                    <a:lstStyle/>
                    <a:p>
                      <a:pPr algn="ctr" rtl="1">
                        <a:lnSpc>
                          <a:spcPct val="107000"/>
                        </a:lnSpc>
                        <a:spcAft>
                          <a:spcPts val="800"/>
                        </a:spcAft>
                        <a:buNone/>
                      </a:pPr>
                      <a:r>
                        <a:rPr lang="ar-SA" sz="1200" b="1" kern="100">
                          <a:effectLst/>
                          <a:cs typeface="+mn-cs"/>
                        </a:rPr>
                        <a:t> </a:t>
                      </a:r>
                      <a:endParaRPr lang="en-US" sz="1200" b="1" kern="100">
                        <a:effectLst/>
                        <a:latin typeface="Aptos" panose="020B0004020202020204" pitchFamily="34" charset="0"/>
                        <a:ea typeface="Aptos" panose="020B0004020202020204" pitchFamily="34" charset="0"/>
                        <a:cs typeface="+mn-cs"/>
                      </a:endParaRPr>
                    </a:p>
                  </a:txBody>
                  <a:tcPr marL="68580" marR="68580" marT="0" marB="0"/>
                </a:tc>
                <a:tc>
                  <a:txBody>
                    <a:bodyPr/>
                    <a:lstStyle/>
                    <a:p>
                      <a:pPr algn="ctr" rtl="1">
                        <a:lnSpc>
                          <a:spcPct val="107000"/>
                        </a:lnSpc>
                        <a:spcAft>
                          <a:spcPts val="800"/>
                        </a:spcAft>
                        <a:buNone/>
                      </a:pPr>
                      <a:r>
                        <a:rPr lang="ar-SA" sz="1200" b="1" kern="100">
                          <a:effectLst/>
                          <a:cs typeface="+mn-cs"/>
                        </a:rPr>
                        <a:t> </a:t>
                      </a:r>
                      <a:endParaRPr lang="en-US" sz="1200" b="1" kern="100">
                        <a:effectLst/>
                        <a:latin typeface="Aptos" panose="020B0004020202020204" pitchFamily="34" charset="0"/>
                        <a:ea typeface="Aptos" panose="020B0004020202020204" pitchFamily="34" charset="0"/>
                        <a:cs typeface="+mn-cs"/>
                      </a:endParaRPr>
                    </a:p>
                  </a:txBody>
                  <a:tcPr marL="68580" marR="68580" marT="0" marB="0"/>
                </a:tc>
                <a:tc>
                  <a:txBody>
                    <a:bodyPr/>
                    <a:lstStyle/>
                    <a:p>
                      <a:pPr algn="ctr" rtl="1">
                        <a:lnSpc>
                          <a:spcPct val="107000"/>
                        </a:lnSpc>
                        <a:spcAft>
                          <a:spcPts val="800"/>
                        </a:spcAft>
                        <a:buNone/>
                      </a:pPr>
                      <a:r>
                        <a:rPr lang="ar-SA" sz="1200" b="1" kern="100" dirty="0">
                          <a:effectLst/>
                          <a:cs typeface="+mn-cs"/>
                        </a:rPr>
                        <a:t> </a:t>
                      </a:r>
                      <a:endParaRPr lang="en-US" sz="1200" b="1" kern="100" dirty="0">
                        <a:effectLst/>
                        <a:latin typeface="Aptos" panose="020B0004020202020204" pitchFamily="34" charset="0"/>
                        <a:ea typeface="Aptos" panose="020B0004020202020204" pitchFamily="34" charset="0"/>
                        <a:cs typeface="+mn-cs"/>
                      </a:endParaRPr>
                    </a:p>
                  </a:txBody>
                  <a:tcPr marL="68580" marR="68580" marT="0" marB="0"/>
                </a:tc>
                <a:tc>
                  <a:txBody>
                    <a:bodyPr/>
                    <a:lstStyle/>
                    <a:p>
                      <a:pPr algn="ctr" rtl="1">
                        <a:lnSpc>
                          <a:spcPct val="107000"/>
                        </a:lnSpc>
                        <a:spcAft>
                          <a:spcPts val="800"/>
                        </a:spcAft>
                        <a:buNone/>
                      </a:pPr>
                      <a:r>
                        <a:rPr lang="ar-SA" sz="1200" b="1" kern="100" dirty="0">
                          <a:effectLst/>
                          <a:cs typeface="+mn-cs"/>
                        </a:rPr>
                        <a:t> </a:t>
                      </a:r>
                      <a:endParaRPr lang="en-US" sz="1200" b="1" kern="100" dirty="0">
                        <a:effectLst/>
                        <a:latin typeface="Aptos" panose="020B0004020202020204" pitchFamily="34" charset="0"/>
                        <a:ea typeface="Aptos" panose="020B0004020202020204" pitchFamily="34" charset="0"/>
                        <a:cs typeface="+mn-cs"/>
                      </a:endParaRPr>
                    </a:p>
                  </a:txBody>
                  <a:tcPr marL="68580" marR="68580" marT="0" marB="0"/>
                </a:tc>
                <a:extLst>
                  <a:ext uri="{0D108BD9-81ED-4DB2-BD59-A6C34878D82A}">
                    <a16:rowId xmlns:a16="http://schemas.microsoft.com/office/drawing/2014/main" val="2022918715"/>
                  </a:ext>
                </a:extLst>
              </a:tr>
              <a:tr h="656062">
                <a:tc>
                  <a:txBody>
                    <a:bodyPr/>
                    <a:lstStyle/>
                    <a:p>
                      <a:pPr algn="ctr" rtl="1">
                        <a:lnSpc>
                          <a:spcPct val="107000"/>
                        </a:lnSpc>
                        <a:spcAft>
                          <a:spcPts val="800"/>
                        </a:spcAft>
                        <a:buNone/>
                      </a:pPr>
                      <a:r>
                        <a:rPr lang="ar-SA" sz="1200" b="1" kern="100">
                          <a:effectLst/>
                          <a:cs typeface="+mn-cs"/>
                        </a:rPr>
                        <a:t>المهارات التي أجيدها</a:t>
                      </a:r>
                      <a:endParaRPr lang="en-US" sz="1200" b="1" kern="100">
                        <a:effectLst/>
                        <a:latin typeface="Aptos" panose="020B0004020202020204" pitchFamily="34" charset="0"/>
                        <a:ea typeface="Aptos" panose="020B0004020202020204" pitchFamily="34" charset="0"/>
                        <a:cs typeface="+mn-cs"/>
                      </a:endParaRPr>
                    </a:p>
                  </a:txBody>
                  <a:tcPr marL="68580" marR="68580" marT="0" marB="0"/>
                </a:tc>
                <a:tc>
                  <a:txBody>
                    <a:bodyPr/>
                    <a:lstStyle/>
                    <a:p>
                      <a:pPr algn="r" rtl="1">
                        <a:lnSpc>
                          <a:spcPct val="107000"/>
                        </a:lnSpc>
                        <a:spcAft>
                          <a:spcPts val="800"/>
                        </a:spcAft>
                        <a:buNone/>
                      </a:pPr>
                      <a:r>
                        <a:rPr lang="ar-SA" sz="1200" b="1" kern="100">
                          <a:effectLst/>
                          <a:cs typeface="+mn-cs"/>
                        </a:rPr>
                        <a:t> </a:t>
                      </a:r>
                      <a:endParaRPr lang="en-US" sz="1200" b="1" kern="100">
                        <a:effectLst/>
                        <a:cs typeface="+mn-cs"/>
                      </a:endParaRPr>
                    </a:p>
                    <a:p>
                      <a:pPr algn="r" rtl="1">
                        <a:lnSpc>
                          <a:spcPct val="107000"/>
                        </a:lnSpc>
                        <a:spcAft>
                          <a:spcPts val="800"/>
                        </a:spcAft>
                        <a:buNone/>
                      </a:pPr>
                      <a:r>
                        <a:rPr lang="ar-SA" sz="1200" b="1" kern="100">
                          <a:effectLst/>
                          <a:cs typeface="+mn-cs"/>
                        </a:rPr>
                        <a:t> </a:t>
                      </a:r>
                      <a:endParaRPr lang="en-US" sz="1200" b="1" kern="100">
                        <a:effectLst/>
                        <a:latin typeface="Aptos" panose="020B0004020202020204" pitchFamily="34" charset="0"/>
                        <a:ea typeface="Aptos" panose="020B0004020202020204" pitchFamily="34" charset="0"/>
                        <a:cs typeface="+mn-cs"/>
                      </a:endParaRPr>
                    </a:p>
                  </a:txBody>
                  <a:tcPr marL="68580" marR="68580" marT="0" marB="0"/>
                </a:tc>
                <a:tc>
                  <a:txBody>
                    <a:bodyPr/>
                    <a:lstStyle/>
                    <a:p>
                      <a:pPr algn="ctr" rtl="1">
                        <a:lnSpc>
                          <a:spcPct val="107000"/>
                        </a:lnSpc>
                        <a:spcAft>
                          <a:spcPts val="800"/>
                        </a:spcAft>
                        <a:buNone/>
                      </a:pPr>
                      <a:r>
                        <a:rPr lang="ar-SA" sz="1200" b="1" kern="100">
                          <a:effectLst/>
                          <a:cs typeface="+mn-cs"/>
                        </a:rPr>
                        <a:t> </a:t>
                      </a:r>
                      <a:endParaRPr lang="en-US" sz="1200" b="1" kern="100">
                        <a:effectLst/>
                        <a:latin typeface="Aptos" panose="020B0004020202020204" pitchFamily="34" charset="0"/>
                        <a:ea typeface="Aptos" panose="020B0004020202020204" pitchFamily="34" charset="0"/>
                        <a:cs typeface="+mn-cs"/>
                      </a:endParaRPr>
                    </a:p>
                  </a:txBody>
                  <a:tcPr marL="68580" marR="68580" marT="0" marB="0"/>
                </a:tc>
                <a:tc>
                  <a:txBody>
                    <a:bodyPr/>
                    <a:lstStyle/>
                    <a:p>
                      <a:pPr algn="ctr" rtl="1">
                        <a:lnSpc>
                          <a:spcPct val="107000"/>
                        </a:lnSpc>
                        <a:spcAft>
                          <a:spcPts val="800"/>
                        </a:spcAft>
                        <a:buNone/>
                      </a:pPr>
                      <a:r>
                        <a:rPr lang="ar-SA" sz="1200" b="1" kern="100" dirty="0">
                          <a:effectLst/>
                          <a:cs typeface="+mn-cs"/>
                        </a:rPr>
                        <a:t> </a:t>
                      </a:r>
                      <a:endParaRPr lang="en-US" sz="1200" b="1" kern="100" dirty="0">
                        <a:effectLst/>
                        <a:latin typeface="Aptos" panose="020B0004020202020204" pitchFamily="34" charset="0"/>
                        <a:ea typeface="Aptos" panose="020B0004020202020204" pitchFamily="34" charset="0"/>
                        <a:cs typeface="+mn-cs"/>
                      </a:endParaRPr>
                    </a:p>
                  </a:txBody>
                  <a:tcPr marL="68580" marR="68580" marT="0" marB="0"/>
                </a:tc>
                <a:tc>
                  <a:txBody>
                    <a:bodyPr/>
                    <a:lstStyle/>
                    <a:p>
                      <a:pPr algn="ctr" rtl="1">
                        <a:lnSpc>
                          <a:spcPct val="107000"/>
                        </a:lnSpc>
                        <a:spcAft>
                          <a:spcPts val="800"/>
                        </a:spcAft>
                        <a:buNone/>
                      </a:pPr>
                      <a:r>
                        <a:rPr lang="ar-SA" sz="1200" b="1" kern="100" dirty="0">
                          <a:effectLst/>
                          <a:cs typeface="+mn-cs"/>
                        </a:rPr>
                        <a:t> </a:t>
                      </a:r>
                      <a:endParaRPr lang="en-US" sz="1200" b="1" kern="100" dirty="0">
                        <a:effectLst/>
                        <a:latin typeface="Aptos" panose="020B0004020202020204" pitchFamily="34" charset="0"/>
                        <a:ea typeface="Aptos" panose="020B0004020202020204" pitchFamily="34" charset="0"/>
                        <a:cs typeface="+mn-cs"/>
                      </a:endParaRPr>
                    </a:p>
                  </a:txBody>
                  <a:tcPr marL="68580" marR="68580" marT="0" marB="0"/>
                </a:tc>
                <a:extLst>
                  <a:ext uri="{0D108BD9-81ED-4DB2-BD59-A6C34878D82A}">
                    <a16:rowId xmlns:a16="http://schemas.microsoft.com/office/drawing/2014/main" val="3167939045"/>
                  </a:ext>
                </a:extLst>
              </a:tr>
              <a:tr h="1058536">
                <a:tc>
                  <a:txBody>
                    <a:bodyPr/>
                    <a:lstStyle/>
                    <a:p>
                      <a:pPr algn="ctr" rtl="1">
                        <a:lnSpc>
                          <a:spcPct val="107000"/>
                        </a:lnSpc>
                        <a:spcAft>
                          <a:spcPts val="800"/>
                        </a:spcAft>
                        <a:buNone/>
                      </a:pPr>
                      <a:r>
                        <a:rPr lang="ar-SA" sz="1200" b="1" kern="100">
                          <a:effectLst/>
                          <a:cs typeface="+mn-cs"/>
                        </a:rPr>
                        <a:t>المهارات التي أستهدفها</a:t>
                      </a:r>
                      <a:endParaRPr lang="en-US" sz="1200" b="1" kern="100">
                        <a:effectLst/>
                        <a:latin typeface="Aptos" panose="020B0004020202020204" pitchFamily="34" charset="0"/>
                        <a:ea typeface="Aptos" panose="020B0004020202020204" pitchFamily="34" charset="0"/>
                        <a:cs typeface="+mn-cs"/>
                      </a:endParaRPr>
                    </a:p>
                  </a:txBody>
                  <a:tcPr marL="68580" marR="68580" marT="0" marB="0"/>
                </a:tc>
                <a:tc>
                  <a:txBody>
                    <a:bodyPr/>
                    <a:lstStyle/>
                    <a:p>
                      <a:pPr marL="228600" algn="r" rtl="1">
                        <a:lnSpc>
                          <a:spcPct val="107000"/>
                        </a:lnSpc>
                        <a:spcAft>
                          <a:spcPts val="800"/>
                        </a:spcAft>
                        <a:buNone/>
                      </a:pPr>
                      <a:r>
                        <a:rPr lang="ar-SA" sz="1200" b="1" kern="100">
                          <a:effectLst/>
                          <a:cs typeface="+mn-cs"/>
                        </a:rPr>
                        <a:t> </a:t>
                      </a:r>
                      <a:endParaRPr lang="en-US" sz="1200" b="1" kern="100">
                        <a:effectLst/>
                        <a:cs typeface="+mn-cs"/>
                      </a:endParaRPr>
                    </a:p>
                    <a:p>
                      <a:pPr algn="ctr" rtl="1">
                        <a:lnSpc>
                          <a:spcPct val="107000"/>
                        </a:lnSpc>
                        <a:spcAft>
                          <a:spcPts val="800"/>
                        </a:spcAft>
                        <a:buNone/>
                      </a:pPr>
                      <a:r>
                        <a:rPr lang="ar-SA" sz="1200" b="1" kern="100">
                          <a:effectLst/>
                          <a:cs typeface="+mn-cs"/>
                        </a:rPr>
                        <a:t> </a:t>
                      </a:r>
                      <a:endParaRPr lang="en-US" sz="1200" b="1" kern="100">
                        <a:effectLst/>
                        <a:cs typeface="+mn-cs"/>
                      </a:endParaRPr>
                    </a:p>
                    <a:p>
                      <a:pPr algn="ctr" rtl="1">
                        <a:lnSpc>
                          <a:spcPct val="107000"/>
                        </a:lnSpc>
                        <a:spcAft>
                          <a:spcPts val="800"/>
                        </a:spcAft>
                        <a:buNone/>
                      </a:pPr>
                      <a:r>
                        <a:rPr lang="ar-SA" sz="1200" b="1" kern="100">
                          <a:effectLst/>
                          <a:cs typeface="+mn-cs"/>
                        </a:rPr>
                        <a:t> </a:t>
                      </a:r>
                      <a:endParaRPr lang="en-US" sz="1200" b="1" kern="100">
                        <a:effectLst/>
                        <a:latin typeface="Aptos" panose="020B0004020202020204" pitchFamily="34" charset="0"/>
                        <a:ea typeface="Aptos" panose="020B0004020202020204" pitchFamily="34" charset="0"/>
                        <a:cs typeface="+mn-cs"/>
                      </a:endParaRPr>
                    </a:p>
                  </a:txBody>
                  <a:tcPr marL="68580" marR="68580" marT="0" marB="0"/>
                </a:tc>
                <a:tc>
                  <a:txBody>
                    <a:bodyPr/>
                    <a:lstStyle/>
                    <a:p>
                      <a:pPr algn="ctr" rtl="1">
                        <a:lnSpc>
                          <a:spcPct val="107000"/>
                        </a:lnSpc>
                        <a:spcAft>
                          <a:spcPts val="800"/>
                        </a:spcAft>
                        <a:buNone/>
                      </a:pPr>
                      <a:r>
                        <a:rPr lang="ar-SA" sz="1200" b="1" kern="100">
                          <a:effectLst/>
                          <a:cs typeface="+mn-cs"/>
                        </a:rPr>
                        <a:t> </a:t>
                      </a:r>
                      <a:endParaRPr lang="en-US" sz="1200" b="1" kern="100">
                        <a:effectLst/>
                        <a:latin typeface="Aptos" panose="020B0004020202020204" pitchFamily="34" charset="0"/>
                        <a:ea typeface="Aptos" panose="020B0004020202020204" pitchFamily="34" charset="0"/>
                        <a:cs typeface="+mn-cs"/>
                      </a:endParaRPr>
                    </a:p>
                  </a:txBody>
                  <a:tcPr marL="68580" marR="68580" marT="0" marB="0"/>
                </a:tc>
                <a:tc>
                  <a:txBody>
                    <a:bodyPr/>
                    <a:lstStyle/>
                    <a:p>
                      <a:pPr algn="ctr" rtl="1">
                        <a:lnSpc>
                          <a:spcPct val="107000"/>
                        </a:lnSpc>
                        <a:spcAft>
                          <a:spcPts val="800"/>
                        </a:spcAft>
                        <a:buNone/>
                      </a:pPr>
                      <a:r>
                        <a:rPr lang="ar-SA" sz="1200" b="1" kern="100">
                          <a:effectLst/>
                          <a:cs typeface="+mn-cs"/>
                        </a:rPr>
                        <a:t> </a:t>
                      </a:r>
                      <a:endParaRPr lang="en-US" sz="1200" b="1" kern="100">
                        <a:effectLst/>
                        <a:latin typeface="Aptos" panose="020B0004020202020204" pitchFamily="34" charset="0"/>
                        <a:ea typeface="Aptos" panose="020B0004020202020204" pitchFamily="34" charset="0"/>
                        <a:cs typeface="+mn-cs"/>
                      </a:endParaRPr>
                    </a:p>
                  </a:txBody>
                  <a:tcPr marL="68580" marR="68580" marT="0" marB="0"/>
                </a:tc>
                <a:tc>
                  <a:txBody>
                    <a:bodyPr/>
                    <a:lstStyle/>
                    <a:p>
                      <a:pPr algn="ctr" rtl="1">
                        <a:lnSpc>
                          <a:spcPct val="107000"/>
                        </a:lnSpc>
                        <a:spcAft>
                          <a:spcPts val="800"/>
                        </a:spcAft>
                        <a:buNone/>
                      </a:pPr>
                      <a:r>
                        <a:rPr lang="ar-SA" sz="1200" b="1" kern="100">
                          <a:effectLst/>
                          <a:cs typeface="+mn-cs"/>
                        </a:rPr>
                        <a:t> </a:t>
                      </a:r>
                      <a:endParaRPr lang="en-US" sz="1200" b="1" kern="100">
                        <a:effectLst/>
                        <a:latin typeface="Aptos" panose="020B0004020202020204" pitchFamily="34" charset="0"/>
                        <a:ea typeface="Aptos" panose="020B0004020202020204" pitchFamily="34" charset="0"/>
                        <a:cs typeface="+mn-cs"/>
                      </a:endParaRPr>
                    </a:p>
                  </a:txBody>
                  <a:tcPr marL="68580" marR="68580" marT="0" marB="0"/>
                </a:tc>
                <a:extLst>
                  <a:ext uri="{0D108BD9-81ED-4DB2-BD59-A6C34878D82A}">
                    <a16:rowId xmlns:a16="http://schemas.microsoft.com/office/drawing/2014/main" val="3925743285"/>
                  </a:ext>
                </a:extLst>
              </a:tr>
              <a:tr h="1058536">
                <a:tc>
                  <a:txBody>
                    <a:bodyPr/>
                    <a:lstStyle/>
                    <a:p>
                      <a:pPr algn="ctr" rtl="1">
                        <a:lnSpc>
                          <a:spcPct val="107000"/>
                        </a:lnSpc>
                        <a:spcAft>
                          <a:spcPts val="800"/>
                        </a:spcAft>
                        <a:buNone/>
                      </a:pPr>
                      <a:r>
                        <a:rPr lang="ar-SA" sz="1200" b="1" kern="100">
                          <a:effectLst/>
                          <a:cs typeface="+mn-cs"/>
                        </a:rPr>
                        <a:t>انشطة أشرف عليها </a:t>
                      </a:r>
                      <a:endParaRPr lang="en-US" sz="1200" b="1" kern="100">
                        <a:effectLst/>
                        <a:cs typeface="+mn-cs"/>
                      </a:endParaRPr>
                    </a:p>
                    <a:p>
                      <a:pPr algn="ctr" rtl="1">
                        <a:lnSpc>
                          <a:spcPct val="107000"/>
                        </a:lnSpc>
                        <a:spcAft>
                          <a:spcPts val="800"/>
                        </a:spcAft>
                        <a:buNone/>
                      </a:pPr>
                      <a:r>
                        <a:rPr lang="ar-SA" sz="1200" b="1" kern="100">
                          <a:effectLst/>
                          <a:cs typeface="+mn-cs"/>
                        </a:rPr>
                        <a:t> </a:t>
                      </a:r>
                      <a:endParaRPr lang="en-US" sz="1200" b="1" kern="100">
                        <a:effectLst/>
                        <a:latin typeface="Aptos" panose="020B0004020202020204" pitchFamily="34" charset="0"/>
                        <a:ea typeface="Aptos" panose="020B0004020202020204" pitchFamily="34" charset="0"/>
                        <a:cs typeface="+mn-cs"/>
                      </a:endParaRPr>
                    </a:p>
                  </a:txBody>
                  <a:tcPr marL="68580" marR="68580" marT="0" marB="0"/>
                </a:tc>
                <a:tc>
                  <a:txBody>
                    <a:bodyPr/>
                    <a:lstStyle/>
                    <a:p>
                      <a:pPr marL="228600" algn="r" rtl="1">
                        <a:lnSpc>
                          <a:spcPct val="107000"/>
                        </a:lnSpc>
                        <a:spcAft>
                          <a:spcPts val="800"/>
                        </a:spcAft>
                        <a:buNone/>
                      </a:pPr>
                      <a:r>
                        <a:rPr lang="ar-SA" sz="1200" b="1" kern="100">
                          <a:effectLst/>
                          <a:cs typeface="+mn-cs"/>
                        </a:rPr>
                        <a:t> </a:t>
                      </a:r>
                      <a:endParaRPr lang="en-US" sz="1200" b="1" kern="100">
                        <a:effectLst/>
                        <a:cs typeface="+mn-cs"/>
                      </a:endParaRPr>
                    </a:p>
                    <a:p>
                      <a:pPr marL="228600" algn="ctr" rtl="1">
                        <a:lnSpc>
                          <a:spcPct val="107000"/>
                        </a:lnSpc>
                        <a:spcAft>
                          <a:spcPts val="800"/>
                        </a:spcAft>
                        <a:buNone/>
                      </a:pPr>
                      <a:r>
                        <a:rPr lang="ar-SA" sz="1200" b="1" kern="100">
                          <a:effectLst/>
                          <a:cs typeface="+mn-cs"/>
                        </a:rPr>
                        <a:t> </a:t>
                      </a:r>
                      <a:endParaRPr lang="en-US" sz="1200" b="1" kern="100">
                        <a:effectLst/>
                        <a:cs typeface="+mn-cs"/>
                      </a:endParaRPr>
                    </a:p>
                    <a:p>
                      <a:pPr marL="228600" algn="ctr" rtl="1">
                        <a:lnSpc>
                          <a:spcPct val="107000"/>
                        </a:lnSpc>
                        <a:spcAft>
                          <a:spcPts val="800"/>
                        </a:spcAft>
                        <a:buNone/>
                      </a:pPr>
                      <a:r>
                        <a:rPr lang="ar-SA" sz="1200" b="1" kern="100">
                          <a:effectLst/>
                          <a:cs typeface="+mn-cs"/>
                        </a:rPr>
                        <a:t> </a:t>
                      </a:r>
                      <a:endParaRPr lang="en-US" sz="1200" b="1" kern="100">
                        <a:effectLst/>
                        <a:latin typeface="Aptos" panose="020B0004020202020204" pitchFamily="34" charset="0"/>
                        <a:ea typeface="Aptos" panose="020B0004020202020204" pitchFamily="34" charset="0"/>
                        <a:cs typeface="+mn-cs"/>
                      </a:endParaRPr>
                    </a:p>
                  </a:txBody>
                  <a:tcPr marL="68580" marR="68580" marT="0" marB="0"/>
                </a:tc>
                <a:tc>
                  <a:txBody>
                    <a:bodyPr/>
                    <a:lstStyle/>
                    <a:p>
                      <a:pPr algn="ctr" rtl="1">
                        <a:lnSpc>
                          <a:spcPct val="107000"/>
                        </a:lnSpc>
                        <a:spcAft>
                          <a:spcPts val="800"/>
                        </a:spcAft>
                        <a:buNone/>
                      </a:pPr>
                      <a:r>
                        <a:rPr lang="ar-SA" sz="1200" b="1" kern="100">
                          <a:effectLst/>
                          <a:cs typeface="+mn-cs"/>
                        </a:rPr>
                        <a:t> </a:t>
                      </a:r>
                      <a:endParaRPr lang="en-US" sz="1200" b="1" kern="100">
                        <a:effectLst/>
                        <a:cs typeface="+mn-cs"/>
                      </a:endParaRPr>
                    </a:p>
                    <a:p>
                      <a:pPr algn="ctr" rtl="1">
                        <a:lnSpc>
                          <a:spcPct val="107000"/>
                        </a:lnSpc>
                        <a:spcAft>
                          <a:spcPts val="800"/>
                        </a:spcAft>
                        <a:buNone/>
                      </a:pPr>
                      <a:r>
                        <a:rPr lang="ar-SA" sz="1200" b="1" kern="100">
                          <a:effectLst/>
                          <a:cs typeface="+mn-cs"/>
                        </a:rPr>
                        <a:t> </a:t>
                      </a:r>
                      <a:endParaRPr lang="en-US" sz="1200" b="1" kern="100">
                        <a:effectLst/>
                        <a:latin typeface="Aptos" panose="020B0004020202020204" pitchFamily="34" charset="0"/>
                        <a:ea typeface="Aptos" panose="020B0004020202020204" pitchFamily="34" charset="0"/>
                        <a:cs typeface="+mn-cs"/>
                      </a:endParaRPr>
                    </a:p>
                  </a:txBody>
                  <a:tcPr marL="68580" marR="68580" marT="0" marB="0"/>
                </a:tc>
                <a:tc>
                  <a:txBody>
                    <a:bodyPr/>
                    <a:lstStyle/>
                    <a:p>
                      <a:pPr algn="ctr" rtl="1">
                        <a:lnSpc>
                          <a:spcPct val="107000"/>
                        </a:lnSpc>
                        <a:spcAft>
                          <a:spcPts val="800"/>
                        </a:spcAft>
                        <a:buNone/>
                      </a:pPr>
                      <a:r>
                        <a:rPr lang="ar-SA" sz="1200" b="1" kern="100">
                          <a:effectLst/>
                          <a:cs typeface="+mn-cs"/>
                        </a:rPr>
                        <a:t> </a:t>
                      </a:r>
                      <a:endParaRPr lang="en-US" sz="1200" b="1" kern="100">
                        <a:effectLst/>
                        <a:latin typeface="Aptos" panose="020B0004020202020204" pitchFamily="34" charset="0"/>
                        <a:ea typeface="Aptos" panose="020B0004020202020204" pitchFamily="34" charset="0"/>
                        <a:cs typeface="+mn-cs"/>
                      </a:endParaRPr>
                    </a:p>
                  </a:txBody>
                  <a:tcPr marL="68580" marR="68580" marT="0" marB="0"/>
                </a:tc>
                <a:tc>
                  <a:txBody>
                    <a:bodyPr/>
                    <a:lstStyle/>
                    <a:p>
                      <a:pPr algn="r" rtl="1">
                        <a:lnSpc>
                          <a:spcPct val="107000"/>
                        </a:lnSpc>
                        <a:spcAft>
                          <a:spcPts val="800"/>
                        </a:spcAft>
                        <a:buNone/>
                      </a:pPr>
                      <a:r>
                        <a:rPr lang="ar-SA" sz="1200" b="1" kern="100" dirty="0">
                          <a:effectLst/>
                          <a:cs typeface="+mn-cs"/>
                        </a:rPr>
                        <a:t> </a:t>
                      </a:r>
                      <a:endParaRPr lang="en-US" sz="1200" b="1" kern="100" dirty="0">
                        <a:effectLst/>
                        <a:latin typeface="Aptos" panose="020B0004020202020204" pitchFamily="34" charset="0"/>
                        <a:ea typeface="Aptos" panose="020B0004020202020204" pitchFamily="34" charset="0"/>
                        <a:cs typeface="+mn-cs"/>
                      </a:endParaRPr>
                    </a:p>
                  </a:txBody>
                  <a:tcPr marL="68580" marR="68580" marT="0" marB="0"/>
                </a:tc>
                <a:extLst>
                  <a:ext uri="{0D108BD9-81ED-4DB2-BD59-A6C34878D82A}">
                    <a16:rowId xmlns:a16="http://schemas.microsoft.com/office/drawing/2014/main" val="191832965"/>
                  </a:ext>
                </a:extLst>
              </a:tr>
            </a:tbl>
          </a:graphicData>
        </a:graphic>
      </p:graphicFrame>
      <p:sp>
        <p:nvSpPr>
          <p:cNvPr id="13" name="مربع نص 12">
            <a:extLst>
              <a:ext uri="{FF2B5EF4-FFF2-40B4-BE49-F238E27FC236}">
                <a16:creationId xmlns:a16="http://schemas.microsoft.com/office/drawing/2014/main" id="{FDDF3F1C-06CA-7E8A-4E26-1FC08A16BFCF}"/>
              </a:ext>
            </a:extLst>
          </p:cNvPr>
          <p:cNvSpPr txBox="1"/>
          <p:nvPr/>
        </p:nvSpPr>
        <p:spPr>
          <a:xfrm>
            <a:off x="539750" y="8382681"/>
            <a:ext cx="6477000" cy="307777"/>
          </a:xfrm>
          <a:prstGeom prst="rect">
            <a:avLst/>
          </a:prstGeom>
          <a:noFill/>
        </p:spPr>
        <p:txBody>
          <a:bodyPr wrap="square" rtlCol="1">
            <a:spAutoFit/>
          </a:bodyPr>
          <a:lstStyle/>
          <a:p>
            <a:pPr algn="r" rtl="1"/>
            <a:r>
              <a:rPr lang="ar-SA" sz="1400" b="1" dirty="0"/>
              <a:t>مديرة المدرسة / جيهان محمد علي بنا                                                          الختم</a:t>
            </a:r>
            <a:endParaRPr lang="en-US" sz="1400" dirty="0"/>
          </a:p>
        </p:txBody>
      </p:sp>
    </p:spTree>
    <p:extLst>
      <p:ext uri="{BB962C8B-B14F-4D97-AF65-F5344CB8AC3E}">
        <p14:creationId xmlns:p14="http://schemas.microsoft.com/office/powerpoint/2010/main" val="22610052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62C4B0"/>
        </a:solidFill>
        <a:effectLst/>
      </p:bgPr>
    </p:bg>
    <p:spTree>
      <p:nvGrpSpPr>
        <p:cNvPr id="1" name="">
          <a:extLst>
            <a:ext uri="{FF2B5EF4-FFF2-40B4-BE49-F238E27FC236}">
              <a16:creationId xmlns:a16="http://schemas.microsoft.com/office/drawing/2014/main" id="{421E448A-A8D3-03DB-4547-764DD3C9B4BC}"/>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1BFED484-7899-225A-28DB-80550B51DF4A}"/>
              </a:ext>
            </a:extLst>
          </p:cNvPr>
          <p:cNvSpPr/>
          <p:nvPr/>
        </p:nvSpPr>
        <p:spPr>
          <a:xfrm>
            <a:off x="-251374" y="0"/>
            <a:ext cx="7872660" cy="10895551"/>
          </a:xfrm>
          <a:custGeom>
            <a:avLst/>
            <a:gdLst/>
            <a:ahLst/>
            <a:cxnLst/>
            <a:rect l="l" t="t" r="r" b="b"/>
            <a:pathLst>
              <a:path w="7758846" h="8416894">
                <a:moveTo>
                  <a:pt x="0" y="0"/>
                </a:moveTo>
                <a:lnTo>
                  <a:pt x="7758846" y="0"/>
                </a:lnTo>
                <a:lnTo>
                  <a:pt x="7758846" y="8416894"/>
                </a:lnTo>
                <a:lnTo>
                  <a:pt x="0" y="8416894"/>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ar-SA"/>
          </a:p>
        </p:txBody>
      </p:sp>
      <p:sp>
        <p:nvSpPr>
          <p:cNvPr id="4" name="Freeform 4">
            <a:extLst>
              <a:ext uri="{FF2B5EF4-FFF2-40B4-BE49-F238E27FC236}">
                <a16:creationId xmlns:a16="http://schemas.microsoft.com/office/drawing/2014/main" id="{F227B67A-7068-BB65-16A5-2525BAFCA87E}"/>
              </a:ext>
            </a:extLst>
          </p:cNvPr>
          <p:cNvSpPr/>
          <p:nvPr/>
        </p:nvSpPr>
        <p:spPr>
          <a:xfrm>
            <a:off x="0" y="39592"/>
            <a:ext cx="5683250" cy="393700"/>
          </a:xfrm>
          <a:custGeom>
            <a:avLst/>
            <a:gdLst/>
            <a:ahLst/>
            <a:cxnLst/>
            <a:rect l="l" t="t" r="r" b="b"/>
            <a:pathLst>
              <a:path w="3308517" h="1467779">
                <a:moveTo>
                  <a:pt x="0" y="0"/>
                </a:moveTo>
                <a:lnTo>
                  <a:pt x="3308517" y="0"/>
                </a:lnTo>
                <a:lnTo>
                  <a:pt x="3308517" y="1467779"/>
                </a:lnTo>
                <a:lnTo>
                  <a:pt x="0" y="1467779"/>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ar-SA"/>
          </a:p>
        </p:txBody>
      </p:sp>
      <p:sp>
        <p:nvSpPr>
          <p:cNvPr id="8" name="مربع نص 7">
            <a:extLst>
              <a:ext uri="{FF2B5EF4-FFF2-40B4-BE49-F238E27FC236}">
                <a16:creationId xmlns:a16="http://schemas.microsoft.com/office/drawing/2014/main" id="{8CC262EF-4BE8-2A2A-3B18-7115D28B644C}"/>
              </a:ext>
            </a:extLst>
          </p:cNvPr>
          <p:cNvSpPr txBox="1"/>
          <p:nvPr/>
        </p:nvSpPr>
        <p:spPr>
          <a:xfrm>
            <a:off x="682358" y="1917700"/>
            <a:ext cx="6005195" cy="369332"/>
          </a:xfrm>
          <a:prstGeom prst="rect">
            <a:avLst/>
          </a:prstGeom>
          <a:noFill/>
        </p:spPr>
        <p:txBody>
          <a:bodyPr wrap="square" rtlCol="1">
            <a:spAutoFit/>
          </a:bodyPr>
          <a:lstStyle/>
          <a:p>
            <a:pPr algn="r" rtl="1"/>
            <a:r>
              <a:rPr lang="ar-SA" b="1" dirty="0">
                <a:solidFill>
                  <a:srgbClr val="C00000"/>
                </a:solidFill>
              </a:rPr>
              <a:t>بيانات معلمات الفريق  على مستوى المرحلة      (                              )                       </a:t>
            </a:r>
            <a:endParaRPr lang="en-US" dirty="0">
              <a:solidFill>
                <a:srgbClr val="C00000"/>
              </a:solidFill>
            </a:endParaRPr>
          </a:p>
        </p:txBody>
      </p:sp>
      <p:graphicFrame>
        <p:nvGraphicFramePr>
          <p:cNvPr id="11" name="جدول 10">
            <a:extLst>
              <a:ext uri="{FF2B5EF4-FFF2-40B4-BE49-F238E27FC236}">
                <a16:creationId xmlns:a16="http://schemas.microsoft.com/office/drawing/2014/main" id="{248EFEA1-1CD8-F0E9-70BF-5DED2CCC2D8F}"/>
              </a:ext>
            </a:extLst>
          </p:cNvPr>
          <p:cNvGraphicFramePr>
            <a:graphicFrameLocks noGrp="1"/>
          </p:cNvGraphicFramePr>
          <p:nvPr/>
        </p:nvGraphicFramePr>
        <p:xfrm>
          <a:off x="806450" y="2666474"/>
          <a:ext cx="6081395" cy="5562602"/>
        </p:xfrm>
        <a:graphic>
          <a:graphicData uri="http://schemas.openxmlformats.org/drawingml/2006/table">
            <a:tbl>
              <a:tblPr rtl="1" firstRow="1" firstCol="1" bandRow="1">
                <a:tableStyleId>{5940675A-B579-460E-94D1-54222C63F5DA}</a:tableStyleId>
              </a:tblPr>
              <a:tblGrid>
                <a:gridCol w="1398381">
                  <a:extLst>
                    <a:ext uri="{9D8B030D-6E8A-4147-A177-3AD203B41FA5}">
                      <a16:colId xmlns:a16="http://schemas.microsoft.com/office/drawing/2014/main" val="881458115"/>
                    </a:ext>
                  </a:extLst>
                </a:gridCol>
                <a:gridCol w="1195558">
                  <a:extLst>
                    <a:ext uri="{9D8B030D-6E8A-4147-A177-3AD203B41FA5}">
                      <a16:colId xmlns:a16="http://schemas.microsoft.com/office/drawing/2014/main" val="2169718008"/>
                    </a:ext>
                  </a:extLst>
                </a:gridCol>
                <a:gridCol w="1162668">
                  <a:extLst>
                    <a:ext uri="{9D8B030D-6E8A-4147-A177-3AD203B41FA5}">
                      <a16:colId xmlns:a16="http://schemas.microsoft.com/office/drawing/2014/main" val="4243664491"/>
                    </a:ext>
                  </a:extLst>
                </a:gridCol>
                <a:gridCol w="1162120">
                  <a:extLst>
                    <a:ext uri="{9D8B030D-6E8A-4147-A177-3AD203B41FA5}">
                      <a16:colId xmlns:a16="http://schemas.microsoft.com/office/drawing/2014/main" val="3439716852"/>
                    </a:ext>
                  </a:extLst>
                </a:gridCol>
                <a:gridCol w="1162668">
                  <a:extLst>
                    <a:ext uri="{9D8B030D-6E8A-4147-A177-3AD203B41FA5}">
                      <a16:colId xmlns:a16="http://schemas.microsoft.com/office/drawing/2014/main" val="407204049"/>
                    </a:ext>
                  </a:extLst>
                </a:gridCol>
              </a:tblGrid>
              <a:tr h="253588">
                <a:tc>
                  <a:txBody>
                    <a:bodyPr/>
                    <a:lstStyle/>
                    <a:p>
                      <a:pPr algn="ctr" rtl="1">
                        <a:lnSpc>
                          <a:spcPct val="107000"/>
                        </a:lnSpc>
                        <a:spcAft>
                          <a:spcPts val="800"/>
                        </a:spcAft>
                        <a:buNone/>
                      </a:pPr>
                      <a:r>
                        <a:rPr lang="ar-SA" sz="1200" b="1" kern="100" dirty="0">
                          <a:effectLst/>
                          <a:cs typeface="+mn-cs"/>
                        </a:rPr>
                        <a:t>م</a:t>
                      </a:r>
                      <a:endParaRPr lang="en-US" sz="1200" b="1" kern="100" dirty="0">
                        <a:effectLst/>
                        <a:latin typeface="Aptos" panose="020B0004020202020204" pitchFamily="34" charset="0"/>
                        <a:ea typeface="Aptos" panose="020B0004020202020204" pitchFamily="34" charset="0"/>
                        <a:cs typeface="+mn-cs"/>
                      </a:endParaRPr>
                    </a:p>
                  </a:txBody>
                  <a:tcPr marL="68580" marR="68580" marT="0" marB="0"/>
                </a:tc>
                <a:tc>
                  <a:txBody>
                    <a:bodyPr/>
                    <a:lstStyle/>
                    <a:p>
                      <a:pPr algn="ctr" rtl="1">
                        <a:lnSpc>
                          <a:spcPct val="107000"/>
                        </a:lnSpc>
                        <a:spcAft>
                          <a:spcPts val="800"/>
                        </a:spcAft>
                        <a:buNone/>
                      </a:pPr>
                      <a:r>
                        <a:rPr lang="ar-SA" sz="1200" b="1" kern="100">
                          <a:effectLst/>
                          <a:cs typeface="+mn-cs"/>
                        </a:rPr>
                        <a:t>( 1 )  </a:t>
                      </a:r>
                      <a:endParaRPr lang="en-US" sz="1200" b="1" kern="100">
                        <a:effectLst/>
                        <a:latin typeface="Aptos" panose="020B0004020202020204" pitchFamily="34" charset="0"/>
                        <a:ea typeface="Aptos" panose="020B0004020202020204" pitchFamily="34" charset="0"/>
                        <a:cs typeface="+mn-cs"/>
                      </a:endParaRPr>
                    </a:p>
                  </a:txBody>
                  <a:tcPr marL="68580" marR="68580" marT="0" marB="0"/>
                </a:tc>
                <a:tc>
                  <a:txBody>
                    <a:bodyPr/>
                    <a:lstStyle/>
                    <a:p>
                      <a:pPr algn="ctr" rtl="1">
                        <a:lnSpc>
                          <a:spcPct val="107000"/>
                        </a:lnSpc>
                        <a:spcAft>
                          <a:spcPts val="800"/>
                        </a:spcAft>
                        <a:buNone/>
                      </a:pPr>
                      <a:r>
                        <a:rPr lang="ar-SA" sz="1200" b="1" kern="100" dirty="0">
                          <a:effectLst/>
                          <a:cs typeface="+mn-cs"/>
                        </a:rPr>
                        <a:t>( 2 )</a:t>
                      </a:r>
                      <a:endParaRPr lang="en-US" sz="1200" b="1" kern="100" dirty="0">
                        <a:effectLst/>
                        <a:latin typeface="Aptos" panose="020B0004020202020204" pitchFamily="34" charset="0"/>
                        <a:ea typeface="Aptos" panose="020B0004020202020204" pitchFamily="34" charset="0"/>
                        <a:cs typeface="+mn-cs"/>
                      </a:endParaRPr>
                    </a:p>
                  </a:txBody>
                  <a:tcPr marL="68580" marR="68580" marT="0" marB="0"/>
                </a:tc>
                <a:tc>
                  <a:txBody>
                    <a:bodyPr/>
                    <a:lstStyle/>
                    <a:p>
                      <a:pPr algn="ctr" rtl="1">
                        <a:lnSpc>
                          <a:spcPct val="107000"/>
                        </a:lnSpc>
                        <a:spcAft>
                          <a:spcPts val="800"/>
                        </a:spcAft>
                        <a:buNone/>
                      </a:pPr>
                      <a:r>
                        <a:rPr lang="ar-SA" sz="1200" b="1" kern="100">
                          <a:effectLst/>
                          <a:cs typeface="+mn-cs"/>
                        </a:rPr>
                        <a:t>( 3 )</a:t>
                      </a:r>
                      <a:endParaRPr lang="en-US" sz="1200" b="1" kern="100">
                        <a:effectLst/>
                        <a:latin typeface="Aptos" panose="020B0004020202020204" pitchFamily="34" charset="0"/>
                        <a:ea typeface="Aptos" panose="020B0004020202020204" pitchFamily="34" charset="0"/>
                        <a:cs typeface="+mn-cs"/>
                      </a:endParaRPr>
                    </a:p>
                  </a:txBody>
                  <a:tcPr marL="68580" marR="68580" marT="0" marB="0"/>
                </a:tc>
                <a:tc>
                  <a:txBody>
                    <a:bodyPr/>
                    <a:lstStyle/>
                    <a:p>
                      <a:pPr algn="ctr" rtl="1">
                        <a:lnSpc>
                          <a:spcPct val="107000"/>
                        </a:lnSpc>
                        <a:spcAft>
                          <a:spcPts val="800"/>
                        </a:spcAft>
                        <a:buNone/>
                      </a:pPr>
                      <a:r>
                        <a:rPr lang="ar-SA" sz="1200" b="1" kern="100">
                          <a:effectLst/>
                          <a:cs typeface="+mn-cs"/>
                        </a:rPr>
                        <a:t>( 4 )</a:t>
                      </a:r>
                      <a:endParaRPr lang="en-US" sz="1200" b="1" kern="100">
                        <a:effectLst/>
                        <a:latin typeface="Aptos" panose="020B0004020202020204" pitchFamily="34" charset="0"/>
                        <a:ea typeface="Aptos" panose="020B0004020202020204" pitchFamily="34" charset="0"/>
                        <a:cs typeface="+mn-cs"/>
                      </a:endParaRPr>
                    </a:p>
                  </a:txBody>
                  <a:tcPr marL="68580" marR="68580" marT="0" marB="0"/>
                </a:tc>
                <a:extLst>
                  <a:ext uri="{0D108BD9-81ED-4DB2-BD59-A6C34878D82A}">
                    <a16:rowId xmlns:a16="http://schemas.microsoft.com/office/drawing/2014/main" val="2050890583"/>
                  </a:ext>
                </a:extLst>
              </a:tr>
              <a:tr h="253588">
                <a:tc>
                  <a:txBody>
                    <a:bodyPr/>
                    <a:lstStyle/>
                    <a:p>
                      <a:pPr algn="ctr" rtl="1">
                        <a:lnSpc>
                          <a:spcPct val="107000"/>
                        </a:lnSpc>
                        <a:spcAft>
                          <a:spcPts val="800"/>
                        </a:spcAft>
                        <a:buNone/>
                      </a:pPr>
                      <a:r>
                        <a:rPr lang="ar-SA" sz="1200" b="1" kern="100">
                          <a:effectLst/>
                          <a:cs typeface="+mn-cs"/>
                        </a:rPr>
                        <a:t>اسم المعلمة</a:t>
                      </a:r>
                      <a:endParaRPr lang="en-US" sz="1200" b="1" kern="100">
                        <a:effectLst/>
                        <a:latin typeface="Aptos" panose="020B0004020202020204" pitchFamily="34" charset="0"/>
                        <a:ea typeface="Aptos" panose="020B0004020202020204" pitchFamily="34" charset="0"/>
                        <a:cs typeface="+mn-cs"/>
                      </a:endParaRPr>
                    </a:p>
                  </a:txBody>
                  <a:tcPr marL="68580" marR="68580" marT="0" marB="0"/>
                </a:tc>
                <a:tc>
                  <a:txBody>
                    <a:bodyPr/>
                    <a:lstStyle/>
                    <a:p>
                      <a:pPr algn="ctr" rtl="1">
                        <a:lnSpc>
                          <a:spcPct val="107000"/>
                        </a:lnSpc>
                        <a:spcAft>
                          <a:spcPts val="800"/>
                        </a:spcAft>
                        <a:buNone/>
                      </a:pPr>
                      <a:r>
                        <a:rPr lang="ar-SA" sz="1200" b="1" kern="100" dirty="0">
                          <a:effectLst/>
                          <a:cs typeface="+mn-cs"/>
                        </a:rPr>
                        <a:t> </a:t>
                      </a:r>
                      <a:endParaRPr lang="en-US" sz="1200" b="1" kern="100" dirty="0">
                        <a:effectLst/>
                        <a:latin typeface="Aptos" panose="020B0004020202020204" pitchFamily="34" charset="0"/>
                        <a:ea typeface="Aptos" panose="020B0004020202020204" pitchFamily="34" charset="0"/>
                        <a:cs typeface="+mn-cs"/>
                      </a:endParaRPr>
                    </a:p>
                  </a:txBody>
                  <a:tcPr marL="68580" marR="68580" marT="0" marB="0"/>
                </a:tc>
                <a:tc>
                  <a:txBody>
                    <a:bodyPr/>
                    <a:lstStyle/>
                    <a:p>
                      <a:pPr algn="ctr" rtl="1">
                        <a:lnSpc>
                          <a:spcPct val="107000"/>
                        </a:lnSpc>
                        <a:spcAft>
                          <a:spcPts val="800"/>
                        </a:spcAft>
                        <a:buNone/>
                      </a:pPr>
                      <a:r>
                        <a:rPr lang="ar-SA" sz="1200" b="1" kern="100" dirty="0">
                          <a:effectLst/>
                          <a:cs typeface="+mn-cs"/>
                        </a:rPr>
                        <a:t> </a:t>
                      </a:r>
                      <a:endParaRPr lang="en-US" sz="1200" b="1" kern="100" dirty="0">
                        <a:effectLst/>
                        <a:latin typeface="Aptos" panose="020B0004020202020204" pitchFamily="34" charset="0"/>
                        <a:ea typeface="Aptos" panose="020B0004020202020204" pitchFamily="34" charset="0"/>
                        <a:cs typeface="+mn-cs"/>
                      </a:endParaRPr>
                    </a:p>
                  </a:txBody>
                  <a:tcPr marL="68580" marR="68580" marT="0" marB="0"/>
                </a:tc>
                <a:tc>
                  <a:txBody>
                    <a:bodyPr/>
                    <a:lstStyle/>
                    <a:p>
                      <a:pPr algn="ctr" rtl="1">
                        <a:lnSpc>
                          <a:spcPct val="107000"/>
                        </a:lnSpc>
                        <a:spcAft>
                          <a:spcPts val="800"/>
                        </a:spcAft>
                        <a:buNone/>
                      </a:pPr>
                      <a:r>
                        <a:rPr lang="ar-SA" sz="1200" b="1" kern="100">
                          <a:effectLst/>
                          <a:cs typeface="+mn-cs"/>
                        </a:rPr>
                        <a:t> </a:t>
                      </a:r>
                      <a:endParaRPr lang="en-US" sz="1200" b="1" kern="100">
                        <a:effectLst/>
                        <a:latin typeface="Aptos" panose="020B0004020202020204" pitchFamily="34" charset="0"/>
                        <a:ea typeface="Aptos" panose="020B0004020202020204" pitchFamily="34" charset="0"/>
                        <a:cs typeface="+mn-cs"/>
                      </a:endParaRPr>
                    </a:p>
                  </a:txBody>
                  <a:tcPr marL="68580" marR="68580" marT="0" marB="0"/>
                </a:tc>
                <a:tc>
                  <a:txBody>
                    <a:bodyPr/>
                    <a:lstStyle/>
                    <a:p>
                      <a:pPr algn="ctr" rtl="1">
                        <a:lnSpc>
                          <a:spcPct val="107000"/>
                        </a:lnSpc>
                        <a:spcAft>
                          <a:spcPts val="800"/>
                        </a:spcAft>
                        <a:buNone/>
                      </a:pPr>
                      <a:r>
                        <a:rPr lang="ar-SA" sz="1200" b="1" kern="100">
                          <a:effectLst/>
                          <a:cs typeface="+mn-cs"/>
                        </a:rPr>
                        <a:t> </a:t>
                      </a:r>
                      <a:endParaRPr lang="en-US" sz="1200" b="1" kern="100">
                        <a:effectLst/>
                        <a:latin typeface="Aptos" panose="020B0004020202020204" pitchFamily="34" charset="0"/>
                        <a:ea typeface="Aptos" panose="020B0004020202020204" pitchFamily="34" charset="0"/>
                        <a:cs typeface="+mn-cs"/>
                      </a:endParaRPr>
                    </a:p>
                  </a:txBody>
                  <a:tcPr marL="68580" marR="68580" marT="0" marB="0"/>
                </a:tc>
                <a:extLst>
                  <a:ext uri="{0D108BD9-81ED-4DB2-BD59-A6C34878D82A}">
                    <a16:rowId xmlns:a16="http://schemas.microsoft.com/office/drawing/2014/main" val="475065529"/>
                  </a:ext>
                </a:extLst>
              </a:tr>
              <a:tr h="253588">
                <a:tc>
                  <a:txBody>
                    <a:bodyPr/>
                    <a:lstStyle/>
                    <a:p>
                      <a:pPr algn="ctr" rtl="1">
                        <a:lnSpc>
                          <a:spcPct val="107000"/>
                        </a:lnSpc>
                        <a:spcAft>
                          <a:spcPts val="800"/>
                        </a:spcAft>
                        <a:buNone/>
                      </a:pPr>
                      <a:r>
                        <a:rPr lang="ar-SA" sz="1200" b="1" kern="100">
                          <a:effectLst/>
                          <a:cs typeface="+mn-cs"/>
                        </a:rPr>
                        <a:t>المؤهل الدراسي</a:t>
                      </a:r>
                      <a:endParaRPr lang="en-US" sz="1200" b="1" kern="100">
                        <a:effectLst/>
                        <a:latin typeface="Aptos" panose="020B0004020202020204" pitchFamily="34" charset="0"/>
                        <a:ea typeface="Aptos" panose="020B0004020202020204" pitchFamily="34" charset="0"/>
                        <a:cs typeface="+mn-cs"/>
                      </a:endParaRPr>
                    </a:p>
                  </a:txBody>
                  <a:tcPr marL="68580" marR="68580" marT="0" marB="0"/>
                </a:tc>
                <a:tc>
                  <a:txBody>
                    <a:bodyPr/>
                    <a:lstStyle/>
                    <a:p>
                      <a:pPr algn="ctr" rtl="1">
                        <a:lnSpc>
                          <a:spcPct val="107000"/>
                        </a:lnSpc>
                        <a:spcAft>
                          <a:spcPts val="800"/>
                        </a:spcAft>
                        <a:buNone/>
                      </a:pPr>
                      <a:r>
                        <a:rPr lang="ar-SA" sz="1200" b="1" kern="100">
                          <a:effectLst/>
                          <a:cs typeface="+mn-cs"/>
                        </a:rPr>
                        <a:t> </a:t>
                      </a:r>
                      <a:endParaRPr lang="en-US" sz="1200" b="1" kern="100">
                        <a:effectLst/>
                        <a:latin typeface="Aptos" panose="020B0004020202020204" pitchFamily="34" charset="0"/>
                        <a:ea typeface="Aptos" panose="020B0004020202020204" pitchFamily="34" charset="0"/>
                        <a:cs typeface="+mn-cs"/>
                      </a:endParaRPr>
                    </a:p>
                  </a:txBody>
                  <a:tcPr marL="68580" marR="68580" marT="0" marB="0"/>
                </a:tc>
                <a:tc>
                  <a:txBody>
                    <a:bodyPr/>
                    <a:lstStyle/>
                    <a:p>
                      <a:pPr algn="ctr" rtl="1">
                        <a:lnSpc>
                          <a:spcPct val="107000"/>
                        </a:lnSpc>
                        <a:spcAft>
                          <a:spcPts val="800"/>
                        </a:spcAft>
                        <a:buNone/>
                      </a:pPr>
                      <a:r>
                        <a:rPr lang="ar-SA" sz="1200" b="1" kern="100" dirty="0">
                          <a:effectLst/>
                          <a:cs typeface="+mn-cs"/>
                        </a:rPr>
                        <a:t> </a:t>
                      </a:r>
                      <a:endParaRPr lang="en-US" sz="1200" b="1" kern="100" dirty="0">
                        <a:effectLst/>
                        <a:latin typeface="Aptos" panose="020B0004020202020204" pitchFamily="34" charset="0"/>
                        <a:ea typeface="Aptos" panose="020B0004020202020204" pitchFamily="34" charset="0"/>
                        <a:cs typeface="+mn-cs"/>
                      </a:endParaRPr>
                    </a:p>
                  </a:txBody>
                  <a:tcPr marL="68580" marR="68580" marT="0" marB="0"/>
                </a:tc>
                <a:tc>
                  <a:txBody>
                    <a:bodyPr/>
                    <a:lstStyle/>
                    <a:p>
                      <a:pPr algn="ctr" rtl="1">
                        <a:lnSpc>
                          <a:spcPct val="107000"/>
                        </a:lnSpc>
                        <a:spcAft>
                          <a:spcPts val="800"/>
                        </a:spcAft>
                        <a:buNone/>
                      </a:pPr>
                      <a:r>
                        <a:rPr lang="ar-SA" sz="1200" b="1" kern="100">
                          <a:effectLst/>
                          <a:cs typeface="+mn-cs"/>
                        </a:rPr>
                        <a:t> </a:t>
                      </a:r>
                      <a:endParaRPr lang="en-US" sz="1200" b="1" kern="100">
                        <a:effectLst/>
                        <a:latin typeface="Aptos" panose="020B0004020202020204" pitchFamily="34" charset="0"/>
                        <a:ea typeface="Aptos" panose="020B0004020202020204" pitchFamily="34" charset="0"/>
                        <a:cs typeface="+mn-cs"/>
                      </a:endParaRPr>
                    </a:p>
                  </a:txBody>
                  <a:tcPr marL="68580" marR="68580" marT="0" marB="0"/>
                </a:tc>
                <a:tc>
                  <a:txBody>
                    <a:bodyPr/>
                    <a:lstStyle/>
                    <a:p>
                      <a:pPr algn="ctr" rtl="1">
                        <a:lnSpc>
                          <a:spcPct val="107000"/>
                        </a:lnSpc>
                        <a:spcAft>
                          <a:spcPts val="800"/>
                        </a:spcAft>
                        <a:buNone/>
                      </a:pPr>
                      <a:r>
                        <a:rPr lang="ar-SA" sz="1200" b="1" kern="100">
                          <a:effectLst/>
                          <a:cs typeface="+mn-cs"/>
                        </a:rPr>
                        <a:t> </a:t>
                      </a:r>
                      <a:endParaRPr lang="en-US" sz="1200" b="1" kern="100">
                        <a:effectLst/>
                        <a:latin typeface="Aptos" panose="020B0004020202020204" pitchFamily="34" charset="0"/>
                        <a:ea typeface="Aptos" panose="020B0004020202020204" pitchFamily="34" charset="0"/>
                        <a:cs typeface="+mn-cs"/>
                      </a:endParaRPr>
                    </a:p>
                  </a:txBody>
                  <a:tcPr marL="68580" marR="68580" marT="0" marB="0"/>
                </a:tc>
                <a:extLst>
                  <a:ext uri="{0D108BD9-81ED-4DB2-BD59-A6C34878D82A}">
                    <a16:rowId xmlns:a16="http://schemas.microsoft.com/office/drawing/2014/main" val="3334178740"/>
                  </a:ext>
                </a:extLst>
              </a:tr>
              <a:tr h="253588">
                <a:tc>
                  <a:txBody>
                    <a:bodyPr/>
                    <a:lstStyle/>
                    <a:p>
                      <a:pPr algn="ctr" rtl="1">
                        <a:lnSpc>
                          <a:spcPct val="107000"/>
                        </a:lnSpc>
                        <a:spcAft>
                          <a:spcPts val="800"/>
                        </a:spcAft>
                        <a:buNone/>
                      </a:pPr>
                      <a:r>
                        <a:rPr lang="ar-SA" sz="1200" b="1" kern="100">
                          <a:effectLst/>
                          <a:cs typeface="+mn-cs"/>
                        </a:rPr>
                        <a:t>التخصص</a:t>
                      </a:r>
                      <a:endParaRPr lang="en-US" sz="1200" b="1" kern="100">
                        <a:effectLst/>
                        <a:latin typeface="Aptos" panose="020B0004020202020204" pitchFamily="34" charset="0"/>
                        <a:ea typeface="Aptos" panose="020B0004020202020204" pitchFamily="34" charset="0"/>
                        <a:cs typeface="+mn-cs"/>
                      </a:endParaRPr>
                    </a:p>
                  </a:txBody>
                  <a:tcPr marL="68580" marR="68580" marT="0" marB="0"/>
                </a:tc>
                <a:tc>
                  <a:txBody>
                    <a:bodyPr/>
                    <a:lstStyle/>
                    <a:p>
                      <a:pPr algn="ctr" rtl="1">
                        <a:lnSpc>
                          <a:spcPct val="107000"/>
                        </a:lnSpc>
                        <a:spcAft>
                          <a:spcPts val="800"/>
                        </a:spcAft>
                        <a:buNone/>
                      </a:pPr>
                      <a:r>
                        <a:rPr lang="ar-SA" sz="1200" b="1" kern="100">
                          <a:effectLst/>
                          <a:cs typeface="+mn-cs"/>
                        </a:rPr>
                        <a:t> </a:t>
                      </a:r>
                      <a:endParaRPr lang="en-US" sz="1200" b="1" kern="100">
                        <a:effectLst/>
                        <a:latin typeface="Aptos" panose="020B0004020202020204" pitchFamily="34" charset="0"/>
                        <a:ea typeface="Aptos" panose="020B0004020202020204" pitchFamily="34" charset="0"/>
                        <a:cs typeface="+mn-cs"/>
                      </a:endParaRPr>
                    </a:p>
                  </a:txBody>
                  <a:tcPr marL="68580" marR="68580" marT="0" marB="0"/>
                </a:tc>
                <a:tc>
                  <a:txBody>
                    <a:bodyPr/>
                    <a:lstStyle/>
                    <a:p>
                      <a:pPr algn="ctr" rtl="1">
                        <a:lnSpc>
                          <a:spcPct val="107000"/>
                        </a:lnSpc>
                        <a:spcAft>
                          <a:spcPts val="800"/>
                        </a:spcAft>
                        <a:buNone/>
                      </a:pPr>
                      <a:r>
                        <a:rPr lang="ar-SA" sz="1200" b="1" kern="100" dirty="0">
                          <a:effectLst/>
                          <a:cs typeface="+mn-cs"/>
                        </a:rPr>
                        <a:t> </a:t>
                      </a:r>
                      <a:endParaRPr lang="en-US" sz="1200" b="1" kern="100" dirty="0">
                        <a:effectLst/>
                        <a:latin typeface="Aptos" panose="020B0004020202020204" pitchFamily="34" charset="0"/>
                        <a:ea typeface="Aptos" panose="020B0004020202020204" pitchFamily="34" charset="0"/>
                        <a:cs typeface="+mn-cs"/>
                      </a:endParaRPr>
                    </a:p>
                  </a:txBody>
                  <a:tcPr marL="68580" marR="68580" marT="0" marB="0"/>
                </a:tc>
                <a:tc>
                  <a:txBody>
                    <a:bodyPr/>
                    <a:lstStyle/>
                    <a:p>
                      <a:pPr algn="ctr" rtl="1">
                        <a:lnSpc>
                          <a:spcPct val="107000"/>
                        </a:lnSpc>
                        <a:spcAft>
                          <a:spcPts val="800"/>
                        </a:spcAft>
                        <a:buNone/>
                      </a:pPr>
                      <a:r>
                        <a:rPr lang="ar-SA" sz="1200" b="1" kern="100">
                          <a:effectLst/>
                          <a:cs typeface="+mn-cs"/>
                        </a:rPr>
                        <a:t> </a:t>
                      </a:r>
                      <a:endParaRPr lang="en-US" sz="1200" b="1" kern="100">
                        <a:effectLst/>
                        <a:latin typeface="Aptos" panose="020B0004020202020204" pitchFamily="34" charset="0"/>
                        <a:ea typeface="Aptos" panose="020B0004020202020204" pitchFamily="34" charset="0"/>
                        <a:cs typeface="+mn-cs"/>
                      </a:endParaRPr>
                    </a:p>
                  </a:txBody>
                  <a:tcPr marL="68580" marR="68580" marT="0" marB="0"/>
                </a:tc>
                <a:tc>
                  <a:txBody>
                    <a:bodyPr/>
                    <a:lstStyle/>
                    <a:p>
                      <a:pPr algn="ctr" rtl="1">
                        <a:lnSpc>
                          <a:spcPct val="107000"/>
                        </a:lnSpc>
                        <a:spcAft>
                          <a:spcPts val="800"/>
                        </a:spcAft>
                        <a:buNone/>
                      </a:pPr>
                      <a:r>
                        <a:rPr lang="ar-SA" sz="1200" b="1" kern="100">
                          <a:effectLst/>
                          <a:cs typeface="+mn-cs"/>
                        </a:rPr>
                        <a:t> </a:t>
                      </a:r>
                      <a:endParaRPr lang="en-US" sz="1200" b="1" kern="100">
                        <a:effectLst/>
                        <a:latin typeface="Aptos" panose="020B0004020202020204" pitchFamily="34" charset="0"/>
                        <a:ea typeface="Aptos" panose="020B0004020202020204" pitchFamily="34" charset="0"/>
                        <a:cs typeface="+mn-cs"/>
                      </a:endParaRPr>
                    </a:p>
                  </a:txBody>
                  <a:tcPr marL="68580" marR="68580" marT="0" marB="0"/>
                </a:tc>
                <a:extLst>
                  <a:ext uri="{0D108BD9-81ED-4DB2-BD59-A6C34878D82A}">
                    <a16:rowId xmlns:a16="http://schemas.microsoft.com/office/drawing/2014/main" val="1494359354"/>
                  </a:ext>
                </a:extLst>
              </a:tr>
              <a:tr h="253588">
                <a:tc>
                  <a:txBody>
                    <a:bodyPr/>
                    <a:lstStyle/>
                    <a:p>
                      <a:pPr algn="ctr" rtl="1">
                        <a:lnSpc>
                          <a:spcPct val="107000"/>
                        </a:lnSpc>
                        <a:spcAft>
                          <a:spcPts val="800"/>
                        </a:spcAft>
                        <a:buNone/>
                      </a:pPr>
                      <a:r>
                        <a:rPr lang="ar-SA" sz="1200" b="1" kern="100">
                          <a:effectLst/>
                          <a:cs typeface="+mn-cs"/>
                        </a:rPr>
                        <a:t>عدد سنوات الخبرة</a:t>
                      </a:r>
                      <a:endParaRPr lang="en-US" sz="1200" b="1" kern="100">
                        <a:effectLst/>
                        <a:latin typeface="Aptos" panose="020B0004020202020204" pitchFamily="34" charset="0"/>
                        <a:ea typeface="Aptos" panose="020B0004020202020204" pitchFamily="34" charset="0"/>
                        <a:cs typeface="+mn-cs"/>
                      </a:endParaRPr>
                    </a:p>
                  </a:txBody>
                  <a:tcPr marL="68580" marR="68580" marT="0" marB="0"/>
                </a:tc>
                <a:tc>
                  <a:txBody>
                    <a:bodyPr/>
                    <a:lstStyle/>
                    <a:p>
                      <a:pPr algn="ctr" rtl="1">
                        <a:lnSpc>
                          <a:spcPct val="107000"/>
                        </a:lnSpc>
                        <a:spcAft>
                          <a:spcPts val="800"/>
                        </a:spcAft>
                        <a:buNone/>
                      </a:pPr>
                      <a:r>
                        <a:rPr lang="ar-SA" sz="1200" b="1" kern="100">
                          <a:effectLst/>
                          <a:cs typeface="+mn-cs"/>
                        </a:rPr>
                        <a:t> </a:t>
                      </a:r>
                      <a:endParaRPr lang="en-US" sz="1200" b="1" kern="100">
                        <a:effectLst/>
                        <a:latin typeface="Aptos" panose="020B0004020202020204" pitchFamily="34" charset="0"/>
                        <a:ea typeface="Aptos" panose="020B0004020202020204" pitchFamily="34" charset="0"/>
                        <a:cs typeface="+mn-cs"/>
                      </a:endParaRPr>
                    </a:p>
                  </a:txBody>
                  <a:tcPr marL="68580" marR="68580" marT="0" marB="0"/>
                </a:tc>
                <a:tc>
                  <a:txBody>
                    <a:bodyPr/>
                    <a:lstStyle/>
                    <a:p>
                      <a:pPr algn="ctr" rtl="1">
                        <a:lnSpc>
                          <a:spcPct val="107000"/>
                        </a:lnSpc>
                        <a:spcAft>
                          <a:spcPts val="800"/>
                        </a:spcAft>
                        <a:buNone/>
                      </a:pPr>
                      <a:r>
                        <a:rPr lang="ar-SA" sz="1200" b="1" kern="100" dirty="0">
                          <a:effectLst/>
                          <a:cs typeface="+mn-cs"/>
                        </a:rPr>
                        <a:t> </a:t>
                      </a:r>
                      <a:endParaRPr lang="en-US" sz="1200" b="1" kern="100" dirty="0">
                        <a:effectLst/>
                        <a:latin typeface="Aptos" panose="020B0004020202020204" pitchFamily="34" charset="0"/>
                        <a:ea typeface="Aptos" panose="020B0004020202020204" pitchFamily="34" charset="0"/>
                        <a:cs typeface="+mn-cs"/>
                      </a:endParaRPr>
                    </a:p>
                  </a:txBody>
                  <a:tcPr marL="68580" marR="68580" marT="0" marB="0"/>
                </a:tc>
                <a:tc>
                  <a:txBody>
                    <a:bodyPr/>
                    <a:lstStyle/>
                    <a:p>
                      <a:pPr algn="ctr" rtl="1">
                        <a:lnSpc>
                          <a:spcPct val="107000"/>
                        </a:lnSpc>
                        <a:spcAft>
                          <a:spcPts val="800"/>
                        </a:spcAft>
                        <a:buNone/>
                      </a:pPr>
                      <a:r>
                        <a:rPr lang="ar-SA" sz="1200" b="1" kern="100">
                          <a:effectLst/>
                          <a:cs typeface="+mn-cs"/>
                        </a:rPr>
                        <a:t> </a:t>
                      </a:r>
                      <a:endParaRPr lang="en-US" sz="1200" b="1" kern="100">
                        <a:effectLst/>
                        <a:latin typeface="Aptos" panose="020B0004020202020204" pitchFamily="34" charset="0"/>
                        <a:ea typeface="Aptos" panose="020B0004020202020204" pitchFamily="34" charset="0"/>
                        <a:cs typeface="+mn-cs"/>
                      </a:endParaRPr>
                    </a:p>
                  </a:txBody>
                  <a:tcPr marL="68580" marR="68580" marT="0" marB="0"/>
                </a:tc>
                <a:tc>
                  <a:txBody>
                    <a:bodyPr/>
                    <a:lstStyle/>
                    <a:p>
                      <a:pPr algn="ctr" rtl="1">
                        <a:lnSpc>
                          <a:spcPct val="107000"/>
                        </a:lnSpc>
                        <a:spcAft>
                          <a:spcPts val="800"/>
                        </a:spcAft>
                        <a:buNone/>
                      </a:pPr>
                      <a:r>
                        <a:rPr lang="ar-SA" sz="1200" b="1" kern="100">
                          <a:effectLst/>
                          <a:cs typeface="+mn-cs"/>
                        </a:rPr>
                        <a:t> </a:t>
                      </a:r>
                      <a:endParaRPr lang="en-US" sz="1200" b="1" kern="100">
                        <a:effectLst/>
                        <a:latin typeface="Aptos" panose="020B0004020202020204" pitchFamily="34" charset="0"/>
                        <a:ea typeface="Aptos" panose="020B0004020202020204" pitchFamily="34" charset="0"/>
                        <a:cs typeface="+mn-cs"/>
                      </a:endParaRPr>
                    </a:p>
                  </a:txBody>
                  <a:tcPr marL="68580" marR="68580" marT="0" marB="0"/>
                </a:tc>
                <a:extLst>
                  <a:ext uri="{0D108BD9-81ED-4DB2-BD59-A6C34878D82A}">
                    <a16:rowId xmlns:a16="http://schemas.microsoft.com/office/drawing/2014/main" val="1841952613"/>
                  </a:ext>
                </a:extLst>
              </a:tr>
              <a:tr h="253588">
                <a:tc>
                  <a:txBody>
                    <a:bodyPr/>
                    <a:lstStyle/>
                    <a:p>
                      <a:pPr algn="ctr" rtl="1">
                        <a:lnSpc>
                          <a:spcPct val="107000"/>
                        </a:lnSpc>
                        <a:spcAft>
                          <a:spcPts val="800"/>
                        </a:spcAft>
                        <a:buNone/>
                      </a:pPr>
                      <a:r>
                        <a:rPr lang="ar-SA" sz="1200" b="1" kern="100">
                          <a:effectLst/>
                          <a:cs typeface="+mn-cs"/>
                        </a:rPr>
                        <a:t>البريد الالكتروني</a:t>
                      </a:r>
                      <a:endParaRPr lang="en-US" sz="1200" b="1" kern="100">
                        <a:effectLst/>
                        <a:latin typeface="Aptos" panose="020B0004020202020204" pitchFamily="34" charset="0"/>
                        <a:ea typeface="Aptos" panose="020B0004020202020204" pitchFamily="34" charset="0"/>
                        <a:cs typeface="+mn-cs"/>
                      </a:endParaRPr>
                    </a:p>
                  </a:txBody>
                  <a:tcPr marL="68580" marR="68580" marT="0" marB="0"/>
                </a:tc>
                <a:tc>
                  <a:txBody>
                    <a:bodyPr/>
                    <a:lstStyle/>
                    <a:p>
                      <a:pPr algn="r" rtl="1">
                        <a:lnSpc>
                          <a:spcPct val="107000"/>
                        </a:lnSpc>
                        <a:spcAft>
                          <a:spcPts val="800"/>
                        </a:spcAft>
                        <a:buNone/>
                      </a:pPr>
                      <a:r>
                        <a:rPr lang="ar-SA" sz="1200" b="1" kern="100">
                          <a:effectLst/>
                          <a:cs typeface="+mn-cs"/>
                        </a:rPr>
                        <a:t> </a:t>
                      </a:r>
                      <a:endParaRPr lang="en-US" sz="1200" b="1" kern="100">
                        <a:effectLst/>
                        <a:latin typeface="Aptos" panose="020B0004020202020204" pitchFamily="34" charset="0"/>
                        <a:ea typeface="Aptos" panose="020B0004020202020204" pitchFamily="34" charset="0"/>
                        <a:cs typeface="+mn-cs"/>
                      </a:endParaRPr>
                    </a:p>
                  </a:txBody>
                  <a:tcPr marL="68580" marR="68580" marT="0" marB="0"/>
                </a:tc>
                <a:tc>
                  <a:txBody>
                    <a:bodyPr/>
                    <a:lstStyle/>
                    <a:p>
                      <a:pPr algn="ctr" rtl="1">
                        <a:lnSpc>
                          <a:spcPct val="107000"/>
                        </a:lnSpc>
                        <a:spcAft>
                          <a:spcPts val="800"/>
                        </a:spcAft>
                        <a:buNone/>
                      </a:pPr>
                      <a:r>
                        <a:rPr lang="ar-SA" sz="1200" b="1" kern="100" dirty="0">
                          <a:effectLst/>
                          <a:cs typeface="+mn-cs"/>
                        </a:rPr>
                        <a:t> </a:t>
                      </a:r>
                      <a:endParaRPr lang="en-US" sz="1200" b="1" kern="100" dirty="0">
                        <a:effectLst/>
                        <a:latin typeface="Aptos" panose="020B0004020202020204" pitchFamily="34" charset="0"/>
                        <a:ea typeface="Aptos" panose="020B0004020202020204" pitchFamily="34" charset="0"/>
                        <a:cs typeface="+mn-cs"/>
                      </a:endParaRPr>
                    </a:p>
                  </a:txBody>
                  <a:tcPr marL="68580" marR="68580" marT="0" marB="0"/>
                </a:tc>
                <a:tc>
                  <a:txBody>
                    <a:bodyPr/>
                    <a:lstStyle/>
                    <a:p>
                      <a:pPr algn="ctr" rtl="1">
                        <a:lnSpc>
                          <a:spcPct val="107000"/>
                        </a:lnSpc>
                        <a:spcAft>
                          <a:spcPts val="800"/>
                        </a:spcAft>
                        <a:buNone/>
                      </a:pPr>
                      <a:r>
                        <a:rPr lang="ar-SA" sz="1200" b="1" kern="100">
                          <a:effectLst/>
                          <a:cs typeface="+mn-cs"/>
                        </a:rPr>
                        <a:t> </a:t>
                      </a:r>
                      <a:endParaRPr lang="en-US" sz="1200" b="1" kern="100">
                        <a:effectLst/>
                        <a:latin typeface="Aptos" panose="020B0004020202020204" pitchFamily="34" charset="0"/>
                        <a:ea typeface="Aptos" panose="020B0004020202020204" pitchFamily="34" charset="0"/>
                        <a:cs typeface="+mn-cs"/>
                      </a:endParaRPr>
                    </a:p>
                  </a:txBody>
                  <a:tcPr marL="68580" marR="68580" marT="0" marB="0"/>
                </a:tc>
                <a:tc>
                  <a:txBody>
                    <a:bodyPr/>
                    <a:lstStyle/>
                    <a:p>
                      <a:pPr algn="ctr" rtl="1">
                        <a:lnSpc>
                          <a:spcPct val="107000"/>
                        </a:lnSpc>
                        <a:spcAft>
                          <a:spcPts val="800"/>
                        </a:spcAft>
                        <a:buNone/>
                      </a:pPr>
                      <a:r>
                        <a:rPr lang="ar-SA" sz="1200" b="1" kern="100">
                          <a:effectLst/>
                          <a:cs typeface="+mn-cs"/>
                        </a:rPr>
                        <a:t> </a:t>
                      </a:r>
                      <a:endParaRPr lang="en-US" sz="1200" b="1" kern="100">
                        <a:effectLst/>
                        <a:latin typeface="Aptos" panose="020B0004020202020204" pitchFamily="34" charset="0"/>
                        <a:ea typeface="Aptos" panose="020B0004020202020204" pitchFamily="34" charset="0"/>
                        <a:cs typeface="+mn-cs"/>
                      </a:endParaRPr>
                    </a:p>
                  </a:txBody>
                  <a:tcPr marL="68580" marR="68580" marT="0" marB="0"/>
                </a:tc>
                <a:extLst>
                  <a:ext uri="{0D108BD9-81ED-4DB2-BD59-A6C34878D82A}">
                    <a16:rowId xmlns:a16="http://schemas.microsoft.com/office/drawing/2014/main" val="2202527675"/>
                  </a:ext>
                </a:extLst>
              </a:tr>
              <a:tr h="253588">
                <a:tc>
                  <a:txBody>
                    <a:bodyPr/>
                    <a:lstStyle/>
                    <a:p>
                      <a:pPr algn="ctr" rtl="1">
                        <a:lnSpc>
                          <a:spcPct val="107000"/>
                        </a:lnSpc>
                        <a:spcAft>
                          <a:spcPts val="800"/>
                        </a:spcAft>
                        <a:buNone/>
                      </a:pPr>
                      <a:r>
                        <a:rPr lang="ar-SA" sz="1200" b="1" kern="100">
                          <a:effectLst/>
                          <a:cs typeface="+mn-cs"/>
                        </a:rPr>
                        <a:t>رقم الهاتف</a:t>
                      </a:r>
                      <a:endParaRPr lang="en-US" sz="1200" b="1" kern="100">
                        <a:effectLst/>
                        <a:latin typeface="Aptos" panose="020B0004020202020204" pitchFamily="34" charset="0"/>
                        <a:ea typeface="Aptos" panose="020B0004020202020204" pitchFamily="34" charset="0"/>
                        <a:cs typeface="+mn-cs"/>
                      </a:endParaRPr>
                    </a:p>
                  </a:txBody>
                  <a:tcPr marL="68580" marR="68580" marT="0" marB="0"/>
                </a:tc>
                <a:tc>
                  <a:txBody>
                    <a:bodyPr/>
                    <a:lstStyle/>
                    <a:p>
                      <a:pPr algn="ctr" rtl="1">
                        <a:lnSpc>
                          <a:spcPct val="107000"/>
                        </a:lnSpc>
                        <a:spcAft>
                          <a:spcPts val="800"/>
                        </a:spcAft>
                        <a:buNone/>
                      </a:pPr>
                      <a:r>
                        <a:rPr lang="ar-SA" sz="1200" b="1" kern="100">
                          <a:effectLst/>
                          <a:cs typeface="+mn-cs"/>
                        </a:rPr>
                        <a:t> </a:t>
                      </a:r>
                      <a:endParaRPr lang="en-US" sz="1200" b="1" kern="100">
                        <a:effectLst/>
                        <a:latin typeface="Aptos" panose="020B0004020202020204" pitchFamily="34" charset="0"/>
                        <a:ea typeface="Aptos" panose="020B0004020202020204" pitchFamily="34" charset="0"/>
                        <a:cs typeface="+mn-cs"/>
                      </a:endParaRPr>
                    </a:p>
                  </a:txBody>
                  <a:tcPr marL="68580" marR="68580" marT="0" marB="0"/>
                </a:tc>
                <a:tc>
                  <a:txBody>
                    <a:bodyPr/>
                    <a:lstStyle/>
                    <a:p>
                      <a:pPr algn="ctr" rtl="1">
                        <a:lnSpc>
                          <a:spcPct val="107000"/>
                        </a:lnSpc>
                        <a:spcAft>
                          <a:spcPts val="800"/>
                        </a:spcAft>
                        <a:buNone/>
                      </a:pPr>
                      <a:r>
                        <a:rPr lang="ar-SA" sz="1200" b="1" kern="100" dirty="0">
                          <a:effectLst/>
                          <a:cs typeface="+mn-cs"/>
                        </a:rPr>
                        <a:t> </a:t>
                      </a:r>
                      <a:endParaRPr lang="en-US" sz="1200" b="1" kern="100" dirty="0">
                        <a:effectLst/>
                        <a:latin typeface="Aptos" panose="020B0004020202020204" pitchFamily="34" charset="0"/>
                        <a:ea typeface="Aptos" panose="020B0004020202020204" pitchFamily="34" charset="0"/>
                        <a:cs typeface="+mn-cs"/>
                      </a:endParaRPr>
                    </a:p>
                  </a:txBody>
                  <a:tcPr marL="68580" marR="68580" marT="0" marB="0"/>
                </a:tc>
                <a:tc>
                  <a:txBody>
                    <a:bodyPr/>
                    <a:lstStyle/>
                    <a:p>
                      <a:pPr algn="ctr" rtl="1">
                        <a:lnSpc>
                          <a:spcPct val="107000"/>
                        </a:lnSpc>
                        <a:spcAft>
                          <a:spcPts val="800"/>
                        </a:spcAft>
                        <a:buNone/>
                      </a:pPr>
                      <a:r>
                        <a:rPr lang="ar-SA" sz="1200" b="1" kern="100">
                          <a:effectLst/>
                          <a:cs typeface="+mn-cs"/>
                        </a:rPr>
                        <a:t> </a:t>
                      </a:r>
                      <a:endParaRPr lang="en-US" sz="1200" b="1" kern="100">
                        <a:effectLst/>
                        <a:latin typeface="Aptos" panose="020B0004020202020204" pitchFamily="34" charset="0"/>
                        <a:ea typeface="Aptos" panose="020B0004020202020204" pitchFamily="34" charset="0"/>
                        <a:cs typeface="+mn-cs"/>
                      </a:endParaRPr>
                    </a:p>
                  </a:txBody>
                  <a:tcPr marL="68580" marR="68580" marT="0" marB="0"/>
                </a:tc>
                <a:tc>
                  <a:txBody>
                    <a:bodyPr/>
                    <a:lstStyle/>
                    <a:p>
                      <a:pPr algn="ctr" rtl="1">
                        <a:lnSpc>
                          <a:spcPct val="107000"/>
                        </a:lnSpc>
                        <a:spcAft>
                          <a:spcPts val="800"/>
                        </a:spcAft>
                        <a:buNone/>
                      </a:pPr>
                      <a:r>
                        <a:rPr lang="ar-SA" sz="1200" b="1" kern="100">
                          <a:effectLst/>
                          <a:cs typeface="+mn-cs"/>
                        </a:rPr>
                        <a:t> </a:t>
                      </a:r>
                      <a:endParaRPr lang="en-US" sz="1200" b="1" kern="100">
                        <a:effectLst/>
                        <a:latin typeface="Aptos" panose="020B0004020202020204" pitchFamily="34" charset="0"/>
                        <a:ea typeface="Aptos" panose="020B0004020202020204" pitchFamily="34" charset="0"/>
                        <a:cs typeface="+mn-cs"/>
                      </a:endParaRPr>
                    </a:p>
                  </a:txBody>
                  <a:tcPr marL="68580" marR="68580" marT="0" marB="0"/>
                </a:tc>
                <a:extLst>
                  <a:ext uri="{0D108BD9-81ED-4DB2-BD59-A6C34878D82A}">
                    <a16:rowId xmlns:a16="http://schemas.microsoft.com/office/drawing/2014/main" val="338444615"/>
                  </a:ext>
                </a:extLst>
              </a:tr>
              <a:tr h="253588">
                <a:tc>
                  <a:txBody>
                    <a:bodyPr/>
                    <a:lstStyle/>
                    <a:p>
                      <a:pPr algn="ctr" rtl="1">
                        <a:lnSpc>
                          <a:spcPct val="107000"/>
                        </a:lnSpc>
                        <a:spcAft>
                          <a:spcPts val="800"/>
                        </a:spcAft>
                        <a:buNone/>
                      </a:pPr>
                      <a:r>
                        <a:rPr lang="ar-SA" sz="1200" b="1" kern="100">
                          <a:effectLst/>
                          <a:cs typeface="+mn-cs"/>
                        </a:rPr>
                        <a:t>المواد التي تدرسها</a:t>
                      </a:r>
                      <a:endParaRPr lang="en-US" sz="1200" b="1" kern="100">
                        <a:effectLst/>
                        <a:latin typeface="Aptos" panose="020B0004020202020204" pitchFamily="34" charset="0"/>
                        <a:ea typeface="Aptos" panose="020B0004020202020204" pitchFamily="34" charset="0"/>
                        <a:cs typeface="+mn-cs"/>
                      </a:endParaRPr>
                    </a:p>
                  </a:txBody>
                  <a:tcPr marL="68580" marR="68580" marT="0" marB="0"/>
                </a:tc>
                <a:tc>
                  <a:txBody>
                    <a:bodyPr/>
                    <a:lstStyle/>
                    <a:p>
                      <a:pPr algn="ctr" rtl="1">
                        <a:lnSpc>
                          <a:spcPct val="107000"/>
                        </a:lnSpc>
                        <a:spcAft>
                          <a:spcPts val="800"/>
                        </a:spcAft>
                        <a:buNone/>
                      </a:pPr>
                      <a:r>
                        <a:rPr lang="ar-SA" sz="1200" b="1" kern="100">
                          <a:effectLst/>
                          <a:cs typeface="+mn-cs"/>
                        </a:rPr>
                        <a:t> </a:t>
                      </a:r>
                      <a:endParaRPr lang="en-US" sz="1200" b="1" kern="100">
                        <a:effectLst/>
                        <a:latin typeface="Aptos" panose="020B0004020202020204" pitchFamily="34" charset="0"/>
                        <a:ea typeface="Aptos" panose="020B0004020202020204" pitchFamily="34" charset="0"/>
                        <a:cs typeface="+mn-cs"/>
                      </a:endParaRPr>
                    </a:p>
                  </a:txBody>
                  <a:tcPr marL="68580" marR="68580" marT="0" marB="0"/>
                </a:tc>
                <a:tc>
                  <a:txBody>
                    <a:bodyPr/>
                    <a:lstStyle/>
                    <a:p>
                      <a:pPr algn="ctr" rtl="1">
                        <a:lnSpc>
                          <a:spcPct val="107000"/>
                        </a:lnSpc>
                        <a:spcAft>
                          <a:spcPts val="800"/>
                        </a:spcAft>
                        <a:buNone/>
                      </a:pPr>
                      <a:r>
                        <a:rPr lang="ar-SA" sz="1200" b="1" kern="100" dirty="0">
                          <a:effectLst/>
                          <a:cs typeface="+mn-cs"/>
                        </a:rPr>
                        <a:t> </a:t>
                      </a:r>
                      <a:endParaRPr lang="en-US" sz="1200" b="1" kern="100" dirty="0">
                        <a:effectLst/>
                        <a:latin typeface="Aptos" panose="020B0004020202020204" pitchFamily="34" charset="0"/>
                        <a:ea typeface="Aptos" panose="020B0004020202020204" pitchFamily="34" charset="0"/>
                        <a:cs typeface="+mn-cs"/>
                      </a:endParaRPr>
                    </a:p>
                  </a:txBody>
                  <a:tcPr marL="68580" marR="68580" marT="0" marB="0"/>
                </a:tc>
                <a:tc>
                  <a:txBody>
                    <a:bodyPr/>
                    <a:lstStyle/>
                    <a:p>
                      <a:pPr algn="ctr" rtl="1">
                        <a:lnSpc>
                          <a:spcPct val="107000"/>
                        </a:lnSpc>
                        <a:spcAft>
                          <a:spcPts val="800"/>
                        </a:spcAft>
                        <a:buNone/>
                      </a:pPr>
                      <a:r>
                        <a:rPr lang="ar-SA" sz="1200" b="1" kern="100">
                          <a:effectLst/>
                          <a:cs typeface="+mn-cs"/>
                        </a:rPr>
                        <a:t> </a:t>
                      </a:r>
                      <a:endParaRPr lang="en-US" sz="1200" b="1" kern="100">
                        <a:effectLst/>
                        <a:latin typeface="Aptos" panose="020B0004020202020204" pitchFamily="34" charset="0"/>
                        <a:ea typeface="Aptos" panose="020B0004020202020204" pitchFamily="34" charset="0"/>
                        <a:cs typeface="+mn-cs"/>
                      </a:endParaRPr>
                    </a:p>
                  </a:txBody>
                  <a:tcPr marL="68580" marR="68580" marT="0" marB="0"/>
                </a:tc>
                <a:tc>
                  <a:txBody>
                    <a:bodyPr/>
                    <a:lstStyle/>
                    <a:p>
                      <a:pPr algn="ctr" rtl="1">
                        <a:lnSpc>
                          <a:spcPct val="107000"/>
                        </a:lnSpc>
                        <a:spcAft>
                          <a:spcPts val="800"/>
                        </a:spcAft>
                        <a:buNone/>
                      </a:pPr>
                      <a:r>
                        <a:rPr lang="ar-SA" sz="1200" b="1" kern="100">
                          <a:effectLst/>
                          <a:cs typeface="+mn-cs"/>
                        </a:rPr>
                        <a:t> </a:t>
                      </a:r>
                      <a:endParaRPr lang="en-US" sz="1200" b="1" kern="100">
                        <a:effectLst/>
                        <a:latin typeface="Aptos" panose="020B0004020202020204" pitchFamily="34" charset="0"/>
                        <a:ea typeface="Aptos" panose="020B0004020202020204" pitchFamily="34" charset="0"/>
                        <a:cs typeface="+mn-cs"/>
                      </a:endParaRPr>
                    </a:p>
                  </a:txBody>
                  <a:tcPr marL="68580" marR="68580" marT="0" marB="0"/>
                </a:tc>
                <a:extLst>
                  <a:ext uri="{0D108BD9-81ED-4DB2-BD59-A6C34878D82A}">
                    <a16:rowId xmlns:a16="http://schemas.microsoft.com/office/drawing/2014/main" val="557383308"/>
                  </a:ext>
                </a:extLst>
              </a:tr>
              <a:tr h="253588">
                <a:tc>
                  <a:txBody>
                    <a:bodyPr/>
                    <a:lstStyle/>
                    <a:p>
                      <a:pPr algn="ctr" rtl="1">
                        <a:lnSpc>
                          <a:spcPct val="107000"/>
                        </a:lnSpc>
                        <a:spcAft>
                          <a:spcPts val="800"/>
                        </a:spcAft>
                        <a:buNone/>
                      </a:pPr>
                      <a:r>
                        <a:rPr lang="ar-SA" sz="1200" b="1" kern="100">
                          <a:effectLst/>
                          <a:cs typeface="+mn-cs"/>
                        </a:rPr>
                        <a:t>الصفوف التي تدرسها</a:t>
                      </a:r>
                      <a:endParaRPr lang="en-US" sz="1200" b="1" kern="100">
                        <a:effectLst/>
                        <a:latin typeface="Aptos" panose="020B0004020202020204" pitchFamily="34" charset="0"/>
                        <a:ea typeface="Aptos" panose="020B0004020202020204" pitchFamily="34" charset="0"/>
                        <a:cs typeface="+mn-cs"/>
                      </a:endParaRPr>
                    </a:p>
                  </a:txBody>
                  <a:tcPr marL="68580" marR="68580" marT="0" marB="0"/>
                </a:tc>
                <a:tc>
                  <a:txBody>
                    <a:bodyPr/>
                    <a:lstStyle/>
                    <a:p>
                      <a:pPr algn="ctr" rtl="1">
                        <a:lnSpc>
                          <a:spcPct val="107000"/>
                        </a:lnSpc>
                        <a:spcAft>
                          <a:spcPts val="800"/>
                        </a:spcAft>
                        <a:buNone/>
                      </a:pPr>
                      <a:r>
                        <a:rPr lang="ar-SA" sz="1200" b="1" kern="100">
                          <a:effectLst/>
                          <a:cs typeface="+mn-cs"/>
                        </a:rPr>
                        <a:t> </a:t>
                      </a:r>
                      <a:endParaRPr lang="en-US" sz="1200" b="1" kern="100">
                        <a:effectLst/>
                        <a:latin typeface="Aptos" panose="020B0004020202020204" pitchFamily="34" charset="0"/>
                        <a:ea typeface="Aptos" panose="020B0004020202020204" pitchFamily="34" charset="0"/>
                        <a:cs typeface="+mn-cs"/>
                      </a:endParaRPr>
                    </a:p>
                  </a:txBody>
                  <a:tcPr marL="68580" marR="68580" marT="0" marB="0"/>
                </a:tc>
                <a:tc>
                  <a:txBody>
                    <a:bodyPr/>
                    <a:lstStyle/>
                    <a:p>
                      <a:pPr algn="ctr" rtl="1">
                        <a:lnSpc>
                          <a:spcPct val="107000"/>
                        </a:lnSpc>
                        <a:spcAft>
                          <a:spcPts val="800"/>
                        </a:spcAft>
                        <a:buNone/>
                      </a:pPr>
                      <a:r>
                        <a:rPr lang="ar-SA" sz="1200" b="1" kern="100">
                          <a:effectLst/>
                          <a:cs typeface="+mn-cs"/>
                        </a:rPr>
                        <a:t> </a:t>
                      </a:r>
                      <a:endParaRPr lang="en-US" sz="1200" b="1" kern="100">
                        <a:effectLst/>
                        <a:latin typeface="Aptos" panose="020B0004020202020204" pitchFamily="34" charset="0"/>
                        <a:ea typeface="Aptos" panose="020B0004020202020204" pitchFamily="34" charset="0"/>
                        <a:cs typeface="+mn-cs"/>
                      </a:endParaRPr>
                    </a:p>
                  </a:txBody>
                  <a:tcPr marL="68580" marR="68580" marT="0" marB="0"/>
                </a:tc>
                <a:tc>
                  <a:txBody>
                    <a:bodyPr/>
                    <a:lstStyle/>
                    <a:p>
                      <a:pPr algn="ctr" rtl="1">
                        <a:lnSpc>
                          <a:spcPct val="107000"/>
                        </a:lnSpc>
                        <a:spcAft>
                          <a:spcPts val="800"/>
                        </a:spcAft>
                        <a:buNone/>
                      </a:pPr>
                      <a:r>
                        <a:rPr lang="ar-SA" sz="1200" b="1" kern="100" dirty="0">
                          <a:effectLst/>
                          <a:cs typeface="+mn-cs"/>
                        </a:rPr>
                        <a:t> </a:t>
                      </a:r>
                      <a:endParaRPr lang="en-US" sz="1200" b="1" kern="100" dirty="0">
                        <a:effectLst/>
                        <a:latin typeface="Aptos" panose="020B0004020202020204" pitchFamily="34" charset="0"/>
                        <a:ea typeface="Aptos" panose="020B0004020202020204" pitchFamily="34" charset="0"/>
                        <a:cs typeface="+mn-cs"/>
                      </a:endParaRPr>
                    </a:p>
                  </a:txBody>
                  <a:tcPr marL="68580" marR="68580" marT="0" marB="0"/>
                </a:tc>
                <a:tc>
                  <a:txBody>
                    <a:bodyPr/>
                    <a:lstStyle/>
                    <a:p>
                      <a:pPr algn="ctr" rtl="1">
                        <a:lnSpc>
                          <a:spcPct val="107000"/>
                        </a:lnSpc>
                        <a:spcAft>
                          <a:spcPts val="800"/>
                        </a:spcAft>
                        <a:buNone/>
                      </a:pPr>
                      <a:r>
                        <a:rPr lang="ar-SA" sz="1200" b="1" kern="100">
                          <a:effectLst/>
                          <a:cs typeface="+mn-cs"/>
                        </a:rPr>
                        <a:t> </a:t>
                      </a:r>
                      <a:endParaRPr lang="en-US" sz="1200" b="1" kern="100">
                        <a:effectLst/>
                        <a:latin typeface="Aptos" panose="020B0004020202020204" pitchFamily="34" charset="0"/>
                        <a:ea typeface="Aptos" panose="020B0004020202020204" pitchFamily="34" charset="0"/>
                        <a:cs typeface="+mn-cs"/>
                      </a:endParaRPr>
                    </a:p>
                  </a:txBody>
                  <a:tcPr marL="68580" marR="68580" marT="0" marB="0"/>
                </a:tc>
                <a:extLst>
                  <a:ext uri="{0D108BD9-81ED-4DB2-BD59-A6C34878D82A}">
                    <a16:rowId xmlns:a16="http://schemas.microsoft.com/office/drawing/2014/main" val="680560299"/>
                  </a:ext>
                </a:extLst>
              </a:tr>
              <a:tr h="253588">
                <a:tc>
                  <a:txBody>
                    <a:bodyPr/>
                    <a:lstStyle/>
                    <a:p>
                      <a:pPr algn="ctr" rtl="1">
                        <a:lnSpc>
                          <a:spcPct val="107000"/>
                        </a:lnSpc>
                        <a:spcAft>
                          <a:spcPts val="800"/>
                        </a:spcAft>
                        <a:buNone/>
                      </a:pPr>
                      <a:r>
                        <a:rPr lang="ar-SA" sz="1200" b="1" kern="100">
                          <a:effectLst/>
                          <a:cs typeface="+mn-cs"/>
                        </a:rPr>
                        <a:t>عدد الحصص</a:t>
                      </a:r>
                      <a:endParaRPr lang="en-US" sz="1200" b="1" kern="100">
                        <a:effectLst/>
                        <a:latin typeface="Aptos" panose="020B0004020202020204" pitchFamily="34" charset="0"/>
                        <a:ea typeface="Aptos" panose="020B0004020202020204" pitchFamily="34" charset="0"/>
                        <a:cs typeface="+mn-cs"/>
                      </a:endParaRPr>
                    </a:p>
                  </a:txBody>
                  <a:tcPr marL="68580" marR="68580" marT="0" marB="0"/>
                </a:tc>
                <a:tc>
                  <a:txBody>
                    <a:bodyPr/>
                    <a:lstStyle/>
                    <a:p>
                      <a:pPr algn="ctr" rtl="1">
                        <a:lnSpc>
                          <a:spcPct val="107000"/>
                        </a:lnSpc>
                        <a:spcAft>
                          <a:spcPts val="800"/>
                        </a:spcAft>
                        <a:buNone/>
                      </a:pPr>
                      <a:r>
                        <a:rPr lang="ar-SA" sz="1200" b="1" kern="100">
                          <a:effectLst/>
                          <a:cs typeface="+mn-cs"/>
                        </a:rPr>
                        <a:t> </a:t>
                      </a:r>
                      <a:endParaRPr lang="en-US" sz="1200" b="1" kern="100">
                        <a:effectLst/>
                        <a:latin typeface="Aptos" panose="020B0004020202020204" pitchFamily="34" charset="0"/>
                        <a:ea typeface="Aptos" panose="020B0004020202020204" pitchFamily="34" charset="0"/>
                        <a:cs typeface="+mn-cs"/>
                      </a:endParaRPr>
                    </a:p>
                  </a:txBody>
                  <a:tcPr marL="68580" marR="68580" marT="0" marB="0"/>
                </a:tc>
                <a:tc>
                  <a:txBody>
                    <a:bodyPr/>
                    <a:lstStyle/>
                    <a:p>
                      <a:pPr algn="ctr" rtl="1">
                        <a:lnSpc>
                          <a:spcPct val="107000"/>
                        </a:lnSpc>
                        <a:spcAft>
                          <a:spcPts val="800"/>
                        </a:spcAft>
                        <a:buNone/>
                      </a:pPr>
                      <a:r>
                        <a:rPr lang="ar-SA" sz="1200" b="1" kern="100">
                          <a:effectLst/>
                          <a:cs typeface="+mn-cs"/>
                        </a:rPr>
                        <a:t> </a:t>
                      </a:r>
                      <a:endParaRPr lang="en-US" sz="1200" b="1" kern="100">
                        <a:effectLst/>
                        <a:latin typeface="Aptos" panose="020B0004020202020204" pitchFamily="34" charset="0"/>
                        <a:ea typeface="Aptos" panose="020B0004020202020204" pitchFamily="34" charset="0"/>
                        <a:cs typeface="+mn-cs"/>
                      </a:endParaRPr>
                    </a:p>
                  </a:txBody>
                  <a:tcPr marL="68580" marR="68580" marT="0" marB="0"/>
                </a:tc>
                <a:tc>
                  <a:txBody>
                    <a:bodyPr/>
                    <a:lstStyle/>
                    <a:p>
                      <a:pPr algn="ctr" rtl="1">
                        <a:lnSpc>
                          <a:spcPct val="107000"/>
                        </a:lnSpc>
                        <a:spcAft>
                          <a:spcPts val="800"/>
                        </a:spcAft>
                        <a:buNone/>
                      </a:pPr>
                      <a:r>
                        <a:rPr lang="ar-SA" sz="1200" b="1" kern="100" dirty="0">
                          <a:effectLst/>
                          <a:cs typeface="+mn-cs"/>
                        </a:rPr>
                        <a:t> </a:t>
                      </a:r>
                      <a:endParaRPr lang="en-US" sz="1200" b="1" kern="100" dirty="0">
                        <a:effectLst/>
                        <a:latin typeface="Aptos" panose="020B0004020202020204" pitchFamily="34" charset="0"/>
                        <a:ea typeface="Aptos" panose="020B0004020202020204" pitchFamily="34" charset="0"/>
                        <a:cs typeface="+mn-cs"/>
                      </a:endParaRPr>
                    </a:p>
                  </a:txBody>
                  <a:tcPr marL="68580" marR="68580" marT="0" marB="0"/>
                </a:tc>
                <a:tc>
                  <a:txBody>
                    <a:bodyPr/>
                    <a:lstStyle/>
                    <a:p>
                      <a:pPr algn="ctr" rtl="1">
                        <a:lnSpc>
                          <a:spcPct val="107000"/>
                        </a:lnSpc>
                        <a:spcAft>
                          <a:spcPts val="800"/>
                        </a:spcAft>
                        <a:buNone/>
                      </a:pPr>
                      <a:r>
                        <a:rPr lang="ar-SA" sz="1200" b="1" kern="100">
                          <a:effectLst/>
                          <a:cs typeface="+mn-cs"/>
                        </a:rPr>
                        <a:t> </a:t>
                      </a:r>
                      <a:endParaRPr lang="en-US" sz="1200" b="1" kern="100">
                        <a:effectLst/>
                        <a:latin typeface="Aptos" panose="020B0004020202020204" pitchFamily="34" charset="0"/>
                        <a:ea typeface="Aptos" panose="020B0004020202020204" pitchFamily="34" charset="0"/>
                        <a:cs typeface="+mn-cs"/>
                      </a:endParaRPr>
                    </a:p>
                  </a:txBody>
                  <a:tcPr marL="68580" marR="68580" marT="0" marB="0"/>
                </a:tc>
                <a:extLst>
                  <a:ext uri="{0D108BD9-81ED-4DB2-BD59-A6C34878D82A}">
                    <a16:rowId xmlns:a16="http://schemas.microsoft.com/office/drawing/2014/main" val="2664242928"/>
                  </a:ext>
                </a:extLst>
              </a:tr>
              <a:tr h="253588">
                <a:tc>
                  <a:txBody>
                    <a:bodyPr/>
                    <a:lstStyle/>
                    <a:p>
                      <a:pPr algn="ctr" rtl="1">
                        <a:lnSpc>
                          <a:spcPct val="107000"/>
                        </a:lnSpc>
                        <a:spcAft>
                          <a:spcPts val="800"/>
                        </a:spcAft>
                        <a:buNone/>
                      </a:pPr>
                      <a:r>
                        <a:rPr lang="ar-SA" sz="1200" b="1" kern="100">
                          <a:effectLst/>
                          <a:cs typeface="+mn-cs"/>
                        </a:rPr>
                        <a:t>أهم الدورات لدي</a:t>
                      </a:r>
                      <a:endParaRPr lang="en-US" sz="1200" b="1" kern="100">
                        <a:effectLst/>
                        <a:latin typeface="Aptos" panose="020B0004020202020204" pitchFamily="34" charset="0"/>
                        <a:ea typeface="Aptos" panose="020B0004020202020204" pitchFamily="34" charset="0"/>
                        <a:cs typeface="+mn-cs"/>
                      </a:endParaRPr>
                    </a:p>
                  </a:txBody>
                  <a:tcPr marL="68580" marR="68580" marT="0" marB="0"/>
                </a:tc>
                <a:tc>
                  <a:txBody>
                    <a:bodyPr/>
                    <a:lstStyle/>
                    <a:p>
                      <a:pPr algn="ctr" rtl="1">
                        <a:lnSpc>
                          <a:spcPct val="107000"/>
                        </a:lnSpc>
                        <a:spcAft>
                          <a:spcPts val="800"/>
                        </a:spcAft>
                        <a:buNone/>
                      </a:pPr>
                      <a:r>
                        <a:rPr lang="ar-SA" sz="1200" b="1" kern="100">
                          <a:effectLst/>
                          <a:cs typeface="+mn-cs"/>
                        </a:rPr>
                        <a:t> </a:t>
                      </a:r>
                      <a:endParaRPr lang="en-US" sz="1200" b="1" kern="100">
                        <a:effectLst/>
                        <a:latin typeface="Aptos" panose="020B0004020202020204" pitchFamily="34" charset="0"/>
                        <a:ea typeface="Aptos" panose="020B0004020202020204" pitchFamily="34" charset="0"/>
                        <a:cs typeface="+mn-cs"/>
                      </a:endParaRPr>
                    </a:p>
                  </a:txBody>
                  <a:tcPr marL="68580" marR="68580" marT="0" marB="0"/>
                </a:tc>
                <a:tc>
                  <a:txBody>
                    <a:bodyPr/>
                    <a:lstStyle/>
                    <a:p>
                      <a:pPr algn="ctr" rtl="1">
                        <a:lnSpc>
                          <a:spcPct val="107000"/>
                        </a:lnSpc>
                        <a:spcAft>
                          <a:spcPts val="800"/>
                        </a:spcAft>
                        <a:buNone/>
                      </a:pPr>
                      <a:r>
                        <a:rPr lang="ar-SA" sz="1200" b="1" kern="100">
                          <a:effectLst/>
                          <a:cs typeface="+mn-cs"/>
                        </a:rPr>
                        <a:t> </a:t>
                      </a:r>
                      <a:endParaRPr lang="en-US" sz="1200" b="1" kern="100">
                        <a:effectLst/>
                        <a:latin typeface="Aptos" panose="020B0004020202020204" pitchFamily="34" charset="0"/>
                        <a:ea typeface="Aptos" panose="020B0004020202020204" pitchFamily="34" charset="0"/>
                        <a:cs typeface="+mn-cs"/>
                      </a:endParaRPr>
                    </a:p>
                  </a:txBody>
                  <a:tcPr marL="68580" marR="68580" marT="0" marB="0"/>
                </a:tc>
                <a:tc>
                  <a:txBody>
                    <a:bodyPr/>
                    <a:lstStyle/>
                    <a:p>
                      <a:pPr algn="ctr" rtl="1">
                        <a:lnSpc>
                          <a:spcPct val="107000"/>
                        </a:lnSpc>
                        <a:spcAft>
                          <a:spcPts val="800"/>
                        </a:spcAft>
                        <a:buNone/>
                      </a:pPr>
                      <a:r>
                        <a:rPr lang="ar-SA" sz="1200" b="1" kern="100" dirty="0">
                          <a:effectLst/>
                          <a:cs typeface="+mn-cs"/>
                        </a:rPr>
                        <a:t> </a:t>
                      </a:r>
                      <a:endParaRPr lang="en-US" sz="1200" b="1" kern="100" dirty="0">
                        <a:effectLst/>
                        <a:latin typeface="Aptos" panose="020B0004020202020204" pitchFamily="34" charset="0"/>
                        <a:ea typeface="Aptos" panose="020B0004020202020204" pitchFamily="34" charset="0"/>
                        <a:cs typeface="+mn-cs"/>
                      </a:endParaRPr>
                    </a:p>
                  </a:txBody>
                  <a:tcPr marL="68580" marR="68580" marT="0" marB="0"/>
                </a:tc>
                <a:tc>
                  <a:txBody>
                    <a:bodyPr/>
                    <a:lstStyle/>
                    <a:p>
                      <a:pPr algn="ctr" rtl="1">
                        <a:lnSpc>
                          <a:spcPct val="107000"/>
                        </a:lnSpc>
                        <a:spcAft>
                          <a:spcPts val="800"/>
                        </a:spcAft>
                        <a:buNone/>
                      </a:pPr>
                      <a:r>
                        <a:rPr lang="ar-SA" sz="1200" b="1" kern="100" dirty="0">
                          <a:effectLst/>
                          <a:cs typeface="+mn-cs"/>
                        </a:rPr>
                        <a:t> </a:t>
                      </a:r>
                      <a:endParaRPr lang="en-US" sz="1200" b="1" kern="100" dirty="0">
                        <a:effectLst/>
                        <a:latin typeface="Aptos" panose="020B0004020202020204" pitchFamily="34" charset="0"/>
                        <a:ea typeface="Aptos" panose="020B0004020202020204" pitchFamily="34" charset="0"/>
                        <a:cs typeface="+mn-cs"/>
                      </a:endParaRPr>
                    </a:p>
                  </a:txBody>
                  <a:tcPr marL="68580" marR="68580" marT="0" marB="0"/>
                </a:tc>
                <a:extLst>
                  <a:ext uri="{0D108BD9-81ED-4DB2-BD59-A6C34878D82A}">
                    <a16:rowId xmlns:a16="http://schemas.microsoft.com/office/drawing/2014/main" val="2022918715"/>
                  </a:ext>
                </a:extLst>
              </a:tr>
              <a:tr h="656062">
                <a:tc>
                  <a:txBody>
                    <a:bodyPr/>
                    <a:lstStyle/>
                    <a:p>
                      <a:pPr algn="ctr" rtl="1">
                        <a:lnSpc>
                          <a:spcPct val="107000"/>
                        </a:lnSpc>
                        <a:spcAft>
                          <a:spcPts val="800"/>
                        </a:spcAft>
                        <a:buNone/>
                      </a:pPr>
                      <a:r>
                        <a:rPr lang="ar-SA" sz="1200" b="1" kern="100">
                          <a:effectLst/>
                          <a:cs typeface="+mn-cs"/>
                        </a:rPr>
                        <a:t>المهارات التي أجيدها</a:t>
                      </a:r>
                      <a:endParaRPr lang="en-US" sz="1200" b="1" kern="100">
                        <a:effectLst/>
                        <a:latin typeface="Aptos" panose="020B0004020202020204" pitchFamily="34" charset="0"/>
                        <a:ea typeface="Aptos" panose="020B0004020202020204" pitchFamily="34" charset="0"/>
                        <a:cs typeface="+mn-cs"/>
                      </a:endParaRPr>
                    </a:p>
                  </a:txBody>
                  <a:tcPr marL="68580" marR="68580" marT="0" marB="0"/>
                </a:tc>
                <a:tc>
                  <a:txBody>
                    <a:bodyPr/>
                    <a:lstStyle/>
                    <a:p>
                      <a:pPr algn="r" rtl="1">
                        <a:lnSpc>
                          <a:spcPct val="107000"/>
                        </a:lnSpc>
                        <a:spcAft>
                          <a:spcPts val="800"/>
                        </a:spcAft>
                        <a:buNone/>
                      </a:pPr>
                      <a:r>
                        <a:rPr lang="ar-SA" sz="1200" b="1" kern="100">
                          <a:effectLst/>
                          <a:cs typeface="+mn-cs"/>
                        </a:rPr>
                        <a:t> </a:t>
                      </a:r>
                      <a:endParaRPr lang="en-US" sz="1200" b="1" kern="100">
                        <a:effectLst/>
                        <a:cs typeface="+mn-cs"/>
                      </a:endParaRPr>
                    </a:p>
                    <a:p>
                      <a:pPr algn="r" rtl="1">
                        <a:lnSpc>
                          <a:spcPct val="107000"/>
                        </a:lnSpc>
                        <a:spcAft>
                          <a:spcPts val="800"/>
                        </a:spcAft>
                        <a:buNone/>
                      </a:pPr>
                      <a:r>
                        <a:rPr lang="ar-SA" sz="1200" b="1" kern="100">
                          <a:effectLst/>
                          <a:cs typeface="+mn-cs"/>
                        </a:rPr>
                        <a:t> </a:t>
                      </a:r>
                      <a:endParaRPr lang="en-US" sz="1200" b="1" kern="100">
                        <a:effectLst/>
                        <a:latin typeface="Aptos" panose="020B0004020202020204" pitchFamily="34" charset="0"/>
                        <a:ea typeface="Aptos" panose="020B0004020202020204" pitchFamily="34" charset="0"/>
                        <a:cs typeface="+mn-cs"/>
                      </a:endParaRPr>
                    </a:p>
                  </a:txBody>
                  <a:tcPr marL="68580" marR="68580" marT="0" marB="0"/>
                </a:tc>
                <a:tc>
                  <a:txBody>
                    <a:bodyPr/>
                    <a:lstStyle/>
                    <a:p>
                      <a:pPr algn="ctr" rtl="1">
                        <a:lnSpc>
                          <a:spcPct val="107000"/>
                        </a:lnSpc>
                        <a:spcAft>
                          <a:spcPts val="800"/>
                        </a:spcAft>
                        <a:buNone/>
                      </a:pPr>
                      <a:r>
                        <a:rPr lang="ar-SA" sz="1200" b="1" kern="100">
                          <a:effectLst/>
                          <a:cs typeface="+mn-cs"/>
                        </a:rPr>
                        <a:t> </a:t>
                      </a:r>
                      <a:endParaRPr lang="en-US" sz="1200" b="1" kern="100">
                        <a:effectLst/>
                        <a:latin typeface="Aptos" panose="020B0004020202020204" pitchFamily="34" charset="0"/>
                        <a:ea typeface="Aptos" panose="020B0004020202020204" pitchFamily="34" charset="0"/>
                        <a:cs typeface="+mn-cs"/>
                      </a:endParaRPr>
                    </a:p>
                  </a:txBody>
                  <a:tcPr marL="68580" marR="68580" marT="0" marB="0"/>
                </a:tc>
                <a:tc>
                  <a:txBody>
                    <a:bodyPr/>
                    <a:lstStyle/>
                    <a:p>
                      <a:pPr algn="ctr" rtl="1">
                        <a:lnSpc>
                          <a:spcPct val="107000"/>
                        </a:lnSpc>
                        <a:spcAft>
                          <a:spcPts val="800"/>
                        </a:spcAft>
                        <a:buNone/>
                      </a:pPr>
                      <a:r>
                        <a:rPr lang="ar-SA" sz="1200" b="1" kern="100" dirty="0">
                          <a:effectLst/>
                          <a:cs typeface="+mn-cs"/>
                        </a:rPr>
                        <a:t> </a:t>
                      </a:r>
                      <a:endParaRPr lang="en-US" sz="1200" b="1" kern="100" dirty="0">
                        <a:effectLst/>
                        <a:latin typeface="Aptos" panose="020B0004020202020204" pitchFamily="34" charset="0"/>
                        <a:ea typeface="Aptos" panose="020B0004020202020204" pitchFamily="34" charset="0"/>
                        <a:cs typeface="+mn-cs"/>
                      </a:endParaRPr>
                    </a:p>
                  </a:txBody>
                  <a:tcPr marL="68580" marR="68580" marT="0" marB="0"/>
                </a:tc>
                <a:tc>
                  <a:txBody>
                    <a:bodyPr/>
                    <a:lstStyle/>
                    <a:p>
                      <a:pPr algn="ctr" rtl="1">
                        <a:lnSpc>
                          <a:spcPct val="107000"/>
                        </a:lnSpc>
                        <a:spcAft>
                          <a:spcPts val="800"/>
                        </a:spcAft>
                        <a:buNone/>
                      </a:pPr>
                      <a:r>
                        <a:rPr lang="ar-SA" sz="1200" b="1" kern="100" dirty="0">
                          <a:effectLst/>
                          <a:cs typeface="+mn-cs"/>
                        </a:rPr>
                        <a:t> </a:t>
                      </a:r>
                      <a:endParaRPr lang="en-US" sz="1200" b="1" kern="100" dirty="0">
                        <a:effectLst/>
                        <a:latin typeface="Aptos" panose="020B0004020202020204" pitchFamily="34" charset="0"/>
                        <a:ea typeface="Aptos" panose="020B0004020202020204" pitchFamily="34" charset="0"/>
                        <a:cs typeface="+mn-cs"/>
                      </a:endParaRPr>
                    </a:p>
                  </a:txBody>
                  <a:tcPr marL="68580" marR="68580" marT="0" marB="0"/>
                </a:tc>
                <a:extLst>
                  <a:ext uri="{0D108BD9-81ED-4DB2-BD59-A6C34878D82A}">
                    <a16:rowId xmlns:a16="http://schemas.microsoft.com/office/drawing/2014/main" val="3167939045"/>
                  </a:ext>
                </a:extLst>
              </a:tr>
              <a:tr h="1058536">
                <a:tc>
                  <a:txBody>
                    <a:bodyPr/>
                    <a:lstStyle/>
                    <a:p>
                      <a:pPr algn="ctr" rtl="1">
                        <a:lnSpc>
                          <a:spcPct val="107000"/>
                        </a:lnSpc>
                        <a:spcAft>
                          <a:spcPts val="800"/>
                        </a:spcAft>
                        <a:buNone/>
                      </a:pPr>
                      <a:r>
                        <a:rPr lang="ar-SA" sz="1200" b="1" kern="100">
                          <a:effectLst/>
                          <a:cs typeface="+mn-cs"/>
                        </a:rPr>
                        <a:t>المهارات التي أستهدفها</a:t>
                      </a:r>
                      <a:endParaRPr lang="en-US" sz="1200" b="1" kern="100">
                        <a:effectLst/>
                        <a:latin typeface="Aptos" panose="020B0004020202020204" pitchFamily="34" charset="0"/>
                        <a:ea typeface="Aptos" panose="020B0004020202020204" pitchFamily="34" charset="0"/>
                        <a:cs typeface="+mn-cs"/>
                      </a:endParaRPr>
                    </a:p>
                  </a:txBody>
                  <a:tcPr marL="68580" marR="68580" marT="0" marB="0"/>
                </a:tc>
                <a:tc>
                  <a:txBody>
                    <a:bodyPr/>
                    <a:lstStyle/>
                    <a:p>
                      <a:pPr marL="228600" algn="r" rtl="1">
                        <a:lnSpc>
                          <a:spcPct val="107000"/>
                        </a:lnSpc>
                        <a:spcAft>
                          <a:spcPts val="800"/>
                        </a:spcAft>
                        <a:buNone/>
                      </a:pPr>
                      <a:r>
                        <a:rPr lang="ar-SA" sz="1200" b="1" kern="100">
                          <a:effectLst/>
                          <a:cs typeface="+mn-cs"/>
                        </a:rPr>
                        <a:t> </a:t>
                      </a:r>
                      <a:endParaRPr lang="en-US" sz="1200" b="1" kern="100">
                        <a:effectLst/>
                        <a:cs typeface="+mn-cs"/>
                      </a:endParaRPr>
                    </a:p>
                    <a:p>
                      <a:pPr algn="ctr" rtl="1">
                        <a:lnSpc>
                          <a:spcPct val="107000"/>
                        </a:lnSpc>
                        <a:spcAft>
                          <a:spcPts val="800"/>
                        </a:spcAft>
                        <a:buNone/>
                      </a:pPr>
                      <a:r>
                        <a:rPr lang="ar-SA" sz="1200" b="1" kern="100">
                          <a:effectLst/>
                          <a:cs typeface="+mn-cs"/>
                        </a:rPr>
                        <a:t> </a:t>
                      </a:r>
                      <a:endParaRPr lang="en-US" sz="1200" b="1" kern="100">
                        <a:effectLst/>
                        <a:cs typeface="+mn-cs"/>
                      </a:endParaRPr>
                    </a:p>
                    <a:p>
                      <a:pPr algn="ctr" rtl="1">
                        <a:lnSpc>
                          <a:spcPct val="107000"/>
                        </a:lnSpc>
                        <a:spcAft>
                          <a:spcPts val="800"/>
                        </a:spcAft>
                        <a:buNone/>
                      </a:pPr>
                      <a:r>
                        <a:rPr lang="ar-SA" sz="1200" b="1" kern="100">
                          <a:effectLst/>
                          <a:cs typeface="+mn-cs"/>
                        </a:rPr>
                        <a:t> </a:t>
                      </a:r>
                      <a:endParaRPr lang="en-US" sz="1200" b="1" kern="100">
                        <a:effectLst/>
                        <a:latin typeface="Aptos" panose="020B0004020202020204" pitchFamily="34" charset="0"/>
                        <a:ea typeface="Aptos" panose="020B0004020202020204" pitchFamily="34" charset="0"/>
                        <a:cs typeface="+mn-cs"/>
                      </a:endParaRPr>
                    </a:p>
                  </a:txBody>
                  <a:tcPr marL="68580" marR="68580" marT="0" marB="0"/>
                </a:tc>
                <a:tc>
                  <a:txBody>
                    <a:bodyPr/>
                    <a:lstStyle/>
                    <a:p>
                      <a:pPr algn="ctr" rtl="1">
                        <a:lnSpc>
                          <a:spcPct val="107000"/>
                        </a:lnSpc>
                        <a:spcAft>
                          <a:spcPts val="800"/>
                        </a:spcAft>
                        <a:buNone/>
                      </a:pPr>
                      <a:r>
                        <a:rPr lang="ar-SA" sz="1200" b="1" kern="100">
                          <a:effectLst/>
                          <a:cs typeface="+mn-cs"/>
                        </a:rPr>
                        <a:t> </a:t>
                      </a:r>
                      <a:endParaRPr lang="en-US" sz="1200" b="1" kern="100">
                        <a:effectLst/>
                        <a:latin typeface="Aptos" panose="020B0004020202020204" pitchFamily="34" charset="0"/>
                        <a:ea typeface="Aptos" panose="020B0004020202020204" pitchFamily="34" charset="0"/>
                        <a:cs typeface="+mn-cs"/>
                      </a:endParaRPr>
                    </a:p>
                  </a:txBody>
                  <a:tcPr marL="68580" marR="68580" marT="0" marB="0"/>
                </a:tc>
                <a:tc>
                  <a:txBody>
                    <a:bodyPr/>
                    <a:lstStyle/>
                    <a:p>
                      <a:pPr algn="ctr" rtl="1">
                        <a:lnSpc>
                          <a:spcPct val="107000"/>
                        </a:lnSpc>
                        <a:spcAft>
                          <a:spcPts val="800"/>
                        </a:spcAft>
                        <a:buNone/>
                      </a:pPr>
                      <a:r>
                        <a:rPr lang="ar-SA" sz="1200" b="1" kern="100">
                          <a:effectLst/>
                          <a:cs typeface="+mn-cs"/>
                        </a:rPr>
                        <a:t> </a:t>
                      </a:r>
                      <a:endParaRPr lang="en-US" sz="1200" b="1" kern="100">
                        <a:effectLst/>
                        <a:latin typeface="Aptos" panose="020B0004020202020204" pitchFamily="34" charset="0"/>
                        <a:ea typeface="Aptos" panose="020B0004020202020204" pitchFamily="34" charset="0"/>
                        <a:cs typeface="+mn-cs"/>
                      </a:endParaRPr>
                    </a:p>
                  </a:txBody>
                  <a:tcPr marL="68580" marR="68580" marT="0" marB="0"/>
                </a:tc>
                <a:tc>
                  <a:txBody>
                    <a:bodyPr/>
                    <a:lstStyle/>
                    <a:p>
                      <a:pPr algn="ctr" rtl="1">
                        <a:lnSpc>
                          <a:spcPct val="107000"/>
                        </a:lnSpc>
                        <a:spcAft>
                          <a:spcPts val="800"/>
                        </a:spcAft>
                        <a:buNone/>
                      </a:pPr>
                      <a:r>
                        <a:rPr lang="ar-SA" sz="1200" b="1" kern="100">
                          <a:effectLst/>
                          <a:cs typeface="+mn-cs"/>
                        </a:rPr>
                        <a:t> </a:t>
                      </a:r>
                      <a:endParaRPr lang="en-US" sz="1200" b="1" kern="100">
                        <a:effectLst/>
                        <a:latin typeface="Aptos" panose="020B0004020202020204" pitchFamily="34" charset="0"/>
                        <a:ea typeface="Aptos" panose="020B0004020202020204" pitchFamily="34" charset="0"/>
                        <a:cs typeface="+mn-cs"/>
                      </a:endParaRPr>
                    </a:p>
                  </a:txBody>
                  <a:tcPr marL="68580" marR="68580" marT="0" marB="0"/>
                </a:tc>
                <a:extLst>
                  <a:ext uri="{0D108BD9-81ED-4DB2-BD59-A6C34878D82A}">
                    <a16:rowId xmlns:a16="http://schemas.microsoft.com/office/drawing/2014/main" val="3925743285"/>
                  </a:ext>
                </a:extLst>
              </a:tr>
              <a:tr h="1058536">
                <a:tc>
                  <a:txBody>
                    <a:bodyPr/>
                    <a:lstStyle/>
                    <a:p>
                      <a:pPr algn="ctr" rtl="1">
                        <a:lnSpc>
                          <a:spcPct val="107000"/>
                        </a:lnSpc>
                        <a:spcAft>
                          <a:spcPts val="800"/>
                        </a:spcAft>
                        <a:buNone/>
                      </a:pPr>
                      <a:r>
                        <a:rPr lang="ar-SA" sz="1200" b="1" kern="100">
                          <a:effectLst/>
                          <a:cs typeface="+mn-cs"/>
                        </a:rPr>
                        <a:t>انشطة أشرف عليها </a:t>
                      </a:r>
                      <a:endParaRPr lang="en-US" sz="1200" b="1" kern="100">
                        <a:effectLst/>
                        <a:cs typeface="+mn-cs"/>
                      </a:endParaRPr>
                    </a:p>
                    <a:p>
                      <a:pPr algn="ctr" rtl="1">
                        <a:lnSpc>
                          <a:spcPct val="107000"/>
                        </a:lnSpc>
                        <a:spcAft>
                          <a:spcPts val="800"/>
                        </a:spcAft>
                        <a:buNone/>
                      </a:pPr>
                      <a:r>
                        <a:rPr lang="ar-SA" sz="1200" b="1" kern="100">
                          <a:effectLst/>
                          <a:cs typeface="+mn-cs"/>
                        </a:rPr>
                        <a:t> </a:t>
                      </a:r>
                      <a:endParaRPr lang="en-US" sz="1200" b="1" kern="100">
                        <a:effectLst/>
                        <a:latin typeface="Aptos" panose="020B0004020202020204" pitchFamily="34" charset="0"/>
                        <a:ea typeface="Aptos" panose="020B0004020202020204" pitchFamily="34" charset="0"/>
                        <a:cs typeface="+mn-cs"/>
                      </a:endParaRPr>
                    </a:p>
                  </a:txBody>
                  <a:tcPr marL="68580" marR="68580" marT="0" marB="0"/>
                </a:tc>
                <a:tc>
                  <a:txBody>
                    <a:bodyPr/>
                    <a:lstStyle/>
                    <a:p>
                      <a:pPr marL="228600" algn="r" rtl="1">
                        <a:lnSpc>
                          <a:spcPct val="107000"/>
                        </a:lnSpc>
                        <a:spcAft>
                          <a:spcPts val="800"/>
                        </a:spcAft>
                        <a:buNone/>
                      </a:pPr>
                      <a:r>
                        <a:rPr lang="ar-SA" sz="1200" b="1" kern="100">
                          <a:effectLst/>
                          <a:cs typeface="+mn-cs"/>
                        </a:rPr>
                        <a:t> </a:t>
                      </a:r>
                      <a:endParaRPr lang="en-US" sz="1200" b="1" kern="100">
                        <a:effectLst/>
                        <a:cs typeface="+mn-cs"/>
                      </a:endParaRPr>
                    </a:p>
                    <a:p>
                      <a:pPr marL="228600" algn="ctr" rtl="1">
                        <a:lnSpc>
                          <a:spcPct val="107000"/>
                        </a:lnSpc>
                        <a:spcAft>
                          <a:spcPts val="800"/>
                        </a:spcAft>
                        <a:buNone/>
                      </a:pPr>
                      <a:r>
                        <a:rPr lang="ar-SA" sz="1200" b="1" kern="100">
                          <a:effectLst/>
                          <a:cs typeface="+mn-cs"/>
                        </a:rPr>
                        <a:t> </a:t>
                      </a:r>
                      <a:endParaRPr lang="en-US" sz="1200" b="1" kern="100">
                        <a:effectLst/>
                        <a:cs typeface="+mn-cs"/>
                      </a:endParaRPr>
                    </a:p>
                    <a:p>
                      <a:pPr marL="228600" algn="ctr" rtl="1">
                        <a:lnSpc>
                          <a:spcPct val="107000"/>
                        </a:lnSpc>
                        <a:spcAft>
                          <a:spcPts val="800"/>
                        </a:spcAft>
                        <a:buNone/>
                      </a:pPr>
                      <a:r>
                        <a:rPr lang="ar-SA" sz="1200" b="1" kern="100">
                          <a:effectLst/>
                          <a:cs typeface="+mn-cs"/>
                        </a:rPr>
                        <a:t> </a:t>
                      </a:r>
                      <a:endParaRPr lang="en-US" sz="1200" b="1" kern="100">
                        <a:effectLst/>
                        <a:latin typeface="Aptos" panose="020B0004020202020204" pitchFamily="34" charset="0"/>
                        <a:ea typeface="Aptos" panose="020B0004020202020204" pitchFamily="34" charset="0"/>
                        <a:cs typeface="+mn-cs"/>
                      </a:endParaRPr>
                    </a:p>
                  </a:txBody>
                  <a:tcPr marL="68580" marR="68580" marT="0" marB="0"/>
                </a:tc>
                <a:tc>
                  <a:txBody>
                    <a:bodyPr/>
                    <a:lstStyle/>
                    <a:p>
                      <a:pPr algn="ctr" rtl="1">
                        <a:lnSpc>
                          <a:spcPct val="107000"/>
                        </a:lnSpc>
                        <a:spcAft>
                          <a:spcPts val="800"/>
                        </a:spcAft>
                        <a:buNone/>
                      </a:pPr>
                      <a:r>
                        <a:rPr lang="ar-SA" sz="1200" b="1" kern="100">
                          <a:effectLst/>
                          <a:cs typeface="+mn-cs"/>
                        </a:rPr>
                        <a:t> </a:t>
                      </a:r>
                      <a:endParaRPr lang="en-US" sz="1200" b="1" kern="100">
                        <a:effectLst/>
                        <a:cs typeface="+mn-cs"/>
                      </a:endParaRPr>
                    </a:p>
                    <a:p>
                      <a:pPr algn="ctr" rtl="1">
                        <a:lnSpc>
                          <a:spcPct val="107000"/>
                        </a:lnSpc>
                        <a:spcAft>
                          <a:spcPts val="800"/>
                        </a:spcAft>
                        <a:buNone/>
                      </a:pPr>
                      <a:r>
                        <a:rPr lang="ar-SA" sz="1200" b="1" kern="100">
                          <a:effectLst/>
                          <a:cs typeface="+mn-cs"/>
                        </a:rPr>
                        <a:t> </a:t>
                      </a:r>
                      <a:endParaRPr lang="en-US" sz="1200" b="1" kern="100">
                        <a:effectLst/>
                        <a:latin typeface="Aptos" panose="020B0004020202020204" pitchFamily="34" charset="0"/>
                        <a:ea typeface="Aptos" panose="020B0004020202020204" pitchFamily="34" charset="0"/>
                        <a:cs typeface="+mn-cs"/>
                      </a:endParaRPr>
                    </a:p>
                  </a:txBody>
                  <a:tcPr marL="68580" marR="68580" marT="0" marB="0"/>
                </a:tc>
                <a:tc>
                  <a:txBody>
                    <a:bodyPr/>
                    <a:lstStyle/>
                    <a:p>
                      <a:pPr algn="ctr" rtl="1">
                        <a:lnSpc>
                          <a:spcPct val="107000"/>
                        </a:lnSpc>
                        <a:spcAft>
                          <a:spcPts val="800"/>
                        </a:spcAft>
                        <a:buNone/>
                      </a:pPr>
                      <a:r>
                        <a:rPr lang="ar-SA" sz="1200" b="1" kern="100">
                          <a:effectLst/>
                          <a:cs typeface="+mn-cs"/>
                        </a:rPr>
                        <a:t> </a:t>
                      </a:r>
                      <a:endParaRPr lang="en-US" sz="1200" b="1" kern="100">
                        <a:effectLst/>
                        <a:latin typeface="Aptos" panose="020B0004020202020204" pitchFamily="34" charset="0"/>
                        <a:ea typeface="Aptos" panose="020B0004020202020204" pitchFamily="34" charset="0"/>
                        <a:cs typeface="+mn-cs"/>
                      </a:endParaRPr>
                    </a:p>
                  </a:txBody>
                  <a:tcPr marL="68580" marR="68580" marT="0" marB="0"/>
                </a:tc>
                <a:tc>
                  <a:txBody>
                    <a:bodyPr/>
                    <a:lstStyle/>
                    <a:p>
                      <a:pPr algn="r" rtl="1">
                        <a:lnSpc>
                          <a:spcPct val="107000"/>
                        </a:lnSpc>
                        <a:spcAft>
                          <a:spcPts val="800"/>
                        </a:spcAft>
                        <a:buNone/>
                      </a:pPr>
                      <a:r>
                        <a:rPr lang="ar-SA" sz="1200" b="1" kern="100" dirty="0">
                          <a:effectLst/>
                          <a:cs typeface="+mn-cs"/>
                        </a:rPr>
                        <a:t> </a:t>
                      </a:r>
                      <a:endParaRPr lang="en-US" sz="1200" b="1" kern="100" dirty="0">
                        <a:effectLst/>
                        <a:latin typeface="Aptos" panose="020B0004020202020204" pitchFamily="34" charset="0"/>
                        <a:ea typeface="Aptos" panose="020B0004020202020204" pitchFamily="34" charset="0"/>
                        <a:cs typeface="+mn-cs"/>
                      </a:endParaRPr>
                    </a:p>
                  </a:txBody>
                  <a:tcPr marL="68580" marR="68580" marT="0" marB="0"/>
                </a:tc>
                <a:extLst>
                  <a:ext uri="{0D108BD9-81ED-4DB2-BD59-A6C34878D82A}">
                    <a16:rowId xmlns:a16="http://schemas.microsoft.com/office/drawing/2014/main" val="191832965"/>
                  </a:ext>
                </a:extLst>
              </a:tr>
            </a:tbl>
          </a:graphicData>
        </a:graphic>
      </p:graphicFrame>
      <p:sp>
        <p:nvSpPr>
          <p:cNvPr id="13" name="مربع نص 12">
            <a:extLst>
              <a:ext uri="{FF2B5EF4-FFF2-40B4-BE49-F238E27FC236}">
                <a16:creationId xmlns:a16="http://schemas.microsoft.com/office/drawing/2014/main" id="{D61D6689-EE84-305B-4D05-D14ACEE74E24}"/>
              </a:ext>
            </a:extLst>
          </p:cNvPr>
          <p:cNvSpPr txBox="1"/>
          <p:nvPr/>
        </p:nvSpPr>
        <p:spPr>
          <a:xfrm>
            <a:off x="539750" y="8382681"/>
            <a:ext cx="6477000" cy="307777"/>
          </a:xfrm>
          <a:prstGeom prst="rect">
            <a:avLst/>
          </a:prstGeom>
          <a:noFill/>
        </p:spPr>
        <p:txBody>
          <a:bodyPr wrap="square" rtlCol="1">
            <a:spAutoFit/>
          </a:bodyPr>
          <a:lstStyle/>
          <a:p>
            <a:pPr algn="r" rtl="1"/>
            <a:r>
              <a:rPr lang="ar-SA" sz="1400" b="1" dirty="0"/>
              <a:t>مديرة المدرسة / جيهان محمد علي بنا                                                          الختم</a:t>
            </a:r>
            <a:endParaRPr lang="en-US" sz="1400" dirty="0"/>
          </a:p>
        </p:txBody>
      </p:sp>
    </p:spTree>
    <p:extLst>
      <p:ext uri="{BB962C8B-B14F-4D97-AF65-F5344CB8AC3E}">
        <p14:creationId xmlns:p14="http://schemas.microsoft.com/office/powerpoint/2010/main" val="21700739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62C4B0"/>
        </a:solidFill>
        <a:effectLst/>
      </p:bgPr>
    </p:bg>
    <p:spTree>
      <p:nvGrpSpPr>
        <p:cNvPr id="1" name="">
          <a:extLst>
            <a:ext uri="{FF2B5EF4-FFF2-40B4-BE49-F238E27FC236}">
              <a16:creationId xmlns:a16="http://schemas.microsoft.com/office/drawing/2014/main" id="{471AC142-3E6C-DC50-680F-B945DE33053E}"/>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CC61F5F9-902A-13C1-F907-A6EBD6E6CD41}"/>
              </a:ext>
            </a:extLst>
          </p:cNvPr>
          <p:cNvSpPr/>
          <p:nvPr/>
        </p:nvSpPr>
        <p:spPr>
          <a:xfrm>
            <a:off x="-260350" y="-101076"/>
            <a:ext cx="7872660" cy="10895551"/>
          </a:xfrm>
          <a:custGeom>
            <a:avLst/>
            <a:gdLst/>
            <a:ahLst/>
            <a:cxnLst/>
            <a:rect l="l" t="t" r="r" b="b"/>
            <a:pathLst>
              <a:path w="7758846" h="8416894">
                <a:moveTo>
                  <a:pt x="0" y="0"/>
                </a:moveTo>
                <a:lnTo>
                  <a:pt x="7758846" y="0"/>
                </a:lnTo>
                <a:lnTo>
                  <a:pt x="7758846" y="8416894"/>
                </a:lnTo>
                <a:lnTo>
                  <a:pt x="0" y="8416894"/>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ar-SA"/>
          </a:p>
        </p:txBody>
      </p:sp>
      <p:sp>
        <p:nvSpPr>
          <p:cNvPr id="4" name="Freeform 4">
            <a:extLst>
              <a:ext uri="{FF2B5EF4-FFF2-40B4-BE49-F238E27FC236}">
                <a16:creationId xmlns:a16="http://schemas.microsoft.com/office/drawing/2014/main" id="{AD7A6E96-379E-E69F-D641-2AF0C2511440}"/>
              </a:ext>
            </a:extLst>
          </p:cNvPr>
          <p:cNvSpPr/>
          <p:nvPr/>
        </p:nvSpPr>
        <p:spPr>
          <a:xfrm>
            <a:off x="0" y="39592"/>
            <a:ext cx="5683250" cy="393700"/>
          </a:xfrm>
          <a:custGeom>
            <a:avLst/>
            <a:gdLst/>
            <a:ahLst/>
            <a:cxnLst/>
            <a:rect l="l" t="t" r="r" b="b"/>
            <a:pathLst>
              <a:path w="3308517" h="1467779">
                <a:moveTo>
                  <a:pt x="0" y="0"/>
                </a:moveTo>
                <a:lnTo>
                  <a:pt x="3308517" y="0"/>
                </a:lnTo>
                <a:lnTo>
                  <a:pt x="3308517" y="1467779"/>
                </a:lnTo>
                <a:lnTo>
                  <a:pt x="0" y="1467779"/>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ar-SA"/>
          </a:p>
        </p:txBody>
      </p:sp>
      <p:sp>
        <p:nvSpPr>
          <p:cNvPr id="3" name="مربع نص 2">
            <a:extLst>
              <a:ext uri="{FF2B5EF4-FFF2-40B4-BE49-F238E27FC236}">
                <a16:creationId xmlns:a16="http://schemas.microsoft.com/office/drawing/2014/main" id="{D5142309-71A2-F8D1-B122-2A53E0C0DED6}"/>
              </a:ext>
            </a:extLst>
          </p:cNvPr>
          <p:cNvSpPr txBox="1"/>
          <p:nvPr/>
        </p:nvSpPr>
        <p:spPr>
          <a:xfrm>
            <a:off x="349250" y="2146300"/>
            <a:ext cx="5334000" cy="369332"/>
          </a:xfrm>
          <a:prstGeom prst="rect">
            <a:avLst/>
          </a:prstGeom>
          <a:noFill/>
        </p:spPr>
        <p:txBody>
          <a:bodyPr wrap="square" rtlCol="1">
            <a:spAutoFit/>
          </a:bodyPr>
          <a:lstStyle/>
          <a:p>
            <a:pPr algn="r" rtl="1"/>
            <a:r>
              <a:rPr lang="ar-SA" b="1" dirty="0">
                <a:solidFill>
                  <a:srgbClr val="C00000"/>
                </a:solidFill>
              </a:rPr>
              <a:t>خطة الفريق  حسب التخصص     (           )     لعام 1448 هـ                  </a:t>
            </a:r>
            <a:endParaRPr lang="en-US" dirty="0">
              <a:solidFill>
                <a:srgbClr val="C00000"/>
              </a:solidFill>
            </a:endParaRPr>
          </a:p>
        </p:txBody>
      </p:sp>
      <p:graphicFrame>
        <p:nvGraphicFramePr>
          <p:cNvPr id="8" name="جدول 7">
            <a:extLst>
              <a:ext uri="{FF2B5EF4-FFF2-40B4-BE49-F238E27FC236}">
                <a16:creationId xmlns:a16="http://schemas.microsoft.com/office/drawing/2014/main" id="{64FF22C5-BAC3-4C95-061E-E4316F984692}"/>
              </a:ext>
            </a:extLst>
          </p:cNvPr>
          <p:cNvGraphicFramePr>
            <a:graphicFrameLocks noGrp="1"/>
          </p:cNvGraphicFramePr>
          <p:nvPr>
            <p:extLst>
              <p:ext uri="{D42A27DB-BD31-4B8C-83A1-F6EECF244321}">
                <p14:modId xmlns:p14="http://schemas.microsoft.com/office/powerpoint/2010/main" val="2922672582"/>
              </p:ext>
            </p:extLst>
          </p:nvPr>
        </p:nvGraphicFramePr>
        <p:xfrm>
          <a:off x="349248" y="2832100"/>
          <a:ext cx="6864009" cy="4525964"/>
        </p:xfrm>
        <a:graphic>
          <a:graphicData uri="http://schemas.openxmlformats.org/drawingml/2006/table">
            <a:tbl>
              <a:tblPr rtl="1" firstRow="1" firstCol="1" bandRow="1">
                <a:tableStyleId>{5940675A-B579-460E-94D1-54222C63F5DA}</a:tableStyleId>
              </a:tblPr>
              <a:tblGrid>
                <a:gridCol w="600982">
                  <a:extLst>
                    <a:ext uri="{9D8B030D-6E8A-4147-A177-3AD203B41FA5}">
                      <a16:colId xmlns:a16="http://schemas.microsoft.com/office/drawing/2014/main" val="3532707044"/>
                    </a:ext>
                  </a:extLst>
                </a:gridCol>
                <a:gridCol w="955474">
                  <a:extLst>
                    <a:ext uri="{9D8B030D-6E8A-4147-A177-3AD203B41FA5}">
                      <a16:colId xmlns:a16="http://schemas.microsoft.com/office/drawing/2014/main" val="2695940664"/>
                    </a:ext>
                  </a:extLst>
                </a:gridCol>
                <a:gridCol w="955474">
                  <a:extLst>
                    <a:ext uri="{9D8B030D-6E8A-4147-A177-3AD203B41FA5}">
                      <a16:colId xmlns:a16="http://schemas.microsoft.com/office/drawing/2014/main" val="888332570"/>
                    </a:ext>
                  </a:extLst>
                </a:gridCol>
                <a:gridCol w="783912">
                  <a:extLst>
                    <a:ext uri="{9D8B030D-6E8A-4147-A177-3AD203B41FA5}">
                      <a16:colId xmlns:a16="http://schemas.microsoft.com/office/drawing/2014/main" val="3123329212"/>
                    </a:ext>
                  </a:extLst>
                </a:gridCol>
                <a:gridCol w="783912">
                  <a:extLst>
                    <a:ext uri="{9D8B030D-6E8A-4147-A177-3AD203B41FA5}">
                      <a16:colId xmlns:a16="http://schemas.microsoft.com/office/drawing/2014/main" val="3243599115"/>
                    </a:ext>
                  </a:extLst>
                </a:gridCol>
                <a:gridCol w="661441">
                  <a:extLst>
                    <a:ext uri="{9D8B030D-6E8A-4147-A177-3AD203B41FA5}">
                      <a16:colId xmlns:a16="http://schemas.microsoft.com/office/drawing/2014/main" val="703880296"/>
                    </a:ext>
                  </a:extLst>
                </a:gridCol>
                <a:gridCol w="1061407">
                  <a:extLst>
                    <a:ext uri="{9D8B030D-6E8A-4147-A177-3AD203B41FA5}">
                      <a16:colId xmlns:a16="http://schemas.microsoft.com/office/drawing/2014/main" val="3257868447"/>
                    </a:ext>
                  </a:extLst>
                </a:gridCol>
                <a:gridCol w="1061407">
                  <a:extLst>
                    <a:ext uri="{9D8B030D-6E8A-4147-A177-3AD203B41FA5}">
                      <a16:colId xmlns:a16="http://schemas.microsoft.com/office/drawing/2014/main" val="3920394899"/>
                    </a:ext>
                  </a:extLst>
                </a:gridCol>
              </a:tblGrid>
              <a:tr h="485480">
                <a:tc>
                  <a:txBody>
                    <a:bodyPr/>
                    <a:lstStyle/>
                    <a:p>
                      <a:pPr algn="ctr" rtl="1">
                        <a:lnSpc>
                          <a:spcPct val="107000"/>
                        </a:lnSpc>
                        <a:spcAft>
                          <a:spcPts val="800"/>
                        </a:spcAft>
                        <a:buNone/>
                      </a:pPr>
                      <a:r>
                        <a:rPr lang="ar-SA" sz="1200" b="1" kern="100" dirty="0">
                          <a:effectLst/>
                        </a:rPr>
                        <a:t>الشهر</a:t>
                      </a:r>
                      <a:endParaRPr lang="en-US" sz="1200" b="1" kern="100" dirty="0">
                        <a:effectLst/>
                        <a:latin typeface="Aptos" panose="020B0004020202020204" pitchFamily="34" charset="0"/>
                        <a:ea typeface="Aptos" panose="020B0004020202020204" pitchFamily="34" charset="0"/>
                        <a:cs typeface="Arial" panose="020B0604020202020204" pitchFamily="34" charset="0"/>
                      </a:endParaRPr>
                    </a:p>
                  </a:txBody>
                  <a:tcPr marL="62197" marR="62197" marT="0" marB="0" anchor="ctr">
                    <a:solidFill>
                      <a:schemeClr val="bg2">
                        <a:lumMod val="90000"/>
                      </a:schemeClr>
                    </a:solidFill>
                  </a:tcPr>
                </a:tc>
                <a:tc>
                  <a:txBody>
                    <a:bodyPr/>
                    <a:lstStyle/>
                    <a:p>
                      <a:pPr algn="ctr" rtl="1">
                        <a:lnSpc>
                          <a:spcPct val="107000"/>
                        </a:lnSpc>
                        <a:spcAft>
                          <a:spcPts val="800"/>
                        </a:spcAft>
                        <a:buNone/>
                      </a:pPr>
                      <a:r>
                        <a:rPr lang="ar-SA" sz="1200" b="1" kern="100" dirty="0">
                          <a:effectLst/>
                        </a:rPr>
                        <a:t>الأسبوع والتاريخ</a:t>
                      </a:r>
                      <a:endParaRPr lang="en-US" sz="1200" b="1" kern="100" dirty="0">
                        <a:effectLst/>
                        <a:latin typeface="Aptos" panose="020B0004020202020204" pitchFamily="34" charset="0"/>
                        <a:ea typeface="Aptos" panose="020B0004020202020204" pitchFamily="34" charset="0"/>
                        <a:cs typeface="Arial" panose="020B0604020202020204" pitchFamily="34" charset="0"/>
                      </a:endParaRPr>
                    </a:p>
                  </a:txBody>
                  <a:tcPr marL="62197" marR="62197" marT="0" marB="0" anchor="ctr">
                    <a:solidFill>
                      <a:schemeClr val="bg2">
                        <a:lumMod val="90000"/>
                      </a:schemeClr>
                    </a:solidFill>
                  </a:tcPr>
                </a:tc>
                <a:tc>
                  <a:txBody>
                    <a:bodyPr/>
                    <a:lstStyle/>
                    <a:p>
                      <a:pPr algn="ctr" rtl="1">
                        <a:lnSpc>
                          <a:spcPct val="107000"/>
                        </a:lnSpc>
                        <a:spcAft>
                          <a:spcPts val="800"/>
                        </a:spcAft>
                        <a:buNone/>
                      </a:pPr>
                      <a:r>
                        <a:rPr lang="ar-SA" sz="1200" b="1" kern="100" dirty="0">
                          <a:effectLst/>
                        </a:rPr>
                        <a:t>العنوان</a:t>
                      </a:r>
                      <a:endParaRPr lang="en-US" sz="1200" b="1" kern="100" dirty="0">
                        <a:effectLst/>
                        <a:latin typeface="Aptos" panose="020B0004020202020204" pitchFamily="34" charset="0"/>
                        <a:ea typeface="Aptos" panose="020B0004020202020204" pitchFamily="34" charset="0"/>
                        <a:cs typeface="Arial" panose="020B0604020202020204" pitchFamily="34" charset="0"/>
                      </a:endParaRPr>
                    </a:p>
                  </a:txBody>
                  <a:tcPr marL="62197" marR="62197" marT="0" marB="0" anchor="ctr">
                    <a:solidFill>
                      <a:schemeClr val="bg2">
                        <a:lumMod val="90000"/>
                      </a:schemeClr>
                    </a:solidFill>
                  </a:tcPr>
                </a:tc>
                <a:tc>
                  <a:txBody>
                    <a:bodyPr/>
                    <a:lstStyle/>
                    <a:p>
                      <a:pPr algn="ctr" rtl="1">
                        <a:lnSpc>
                          <a:spcPct val="107000"/>
                        </a:lnSpc>
                        <a:spcAft>
                          <a:spcPts val="800"/>
                        </a:spcAft>
                        <a:buNone/>
                      </a:pPr>
                      <a:r>
                        <a:rPr lang="ar-SA" sz="1200" b="1" kern="100" dirty="0">
                          <a:effectLst/>
                        </a:rPr>
                        <a:t>نوعه</a:t>
                      </a:r>
                      <a:endParaRPr lang="en-US" sz="1200" b="1" kern="100" dirty="0">
                        <a:effectLst/>
                        <a:latin typeface="Aptos" panose="020B0004020202020204" pitchFamily="34" charset="0"/>
                        <a:ea typeface="Aptos" panose="020B0004020202020204" pitchFamily="34" charset="0"/>
                        <a:cs typeface="Arial" panose="020B0604020202020204" pitchFamily="34" charset="0"/>
                      </a:endParaRPr>
                    </a:p>
                  </a:txBody>
                  <a:tcPr marL="62197" marR="62197" marT="0" marB="0" anchor="ctr">
                    <a:solidFill>
                      <a:schemeClr val="bg2">
                        <a:lumMod val="90000"/>
                      </a:schemeClr>
                    </a:solidFill>
                  </a:tcPr>
                </a:tc>
                <a:tc>
                  <a:txBody>
                    <a:bodyPr/>
                    <a:lstStyle/>
                    <a:p>
                      <a:pPr algn="ctr" rtl="1">
                        <a:lnSpc>
                          <a:spcPct val="107000"/>
                        </a:lnSpc>
                        <a:spcAft>
                          <a:spcPts val="800"/>
                        </a:spcAft>
                        <a:buNone/>
                      </a:pPr>
                      <a:r>
                        <a:rPr lang="ar-SA" sz="1200" b="1" kern="100" dirty="0">
                          <a:effectLst/>
                        </a:rPr>
                        <a:t>الهدف منه</a:t>
                      </a:r>
                      <a:endParaRPr lang="en-US" sz="1200" b="1" kern="100" dirty="0">
                        <a:effectLst/>
                        <a:latin typeface="Aptos" panose="020B0004020202020204" pitchFamily="34" charset="0"/>
                        <a:ea typeface="Aptos" panose="020B0004020202020204" pitchFamily="34" charset="0"/>
                        <a:cs typeface="Arial" panose="020B0604020202020204" pitchFamily="34" charset="0"/>
                      </a:endParaRPr>
                    </a:p>
                  </a:txBody>
                  <a:tcPr marL="62197" marR="62197" marT="0" marB="0" anchor="ctr">
                    <a:solidFill>
                      <a:schemeClr val="bg2">
                        <a:lumMod val="90000"/>
                      </a:schemeClr>
                    </a:solidFill>
                  </a:tcPr>
                </a:tc>
                <a:tc>
                  <a:txBody>
                    <a:bodyPr/>
                    <a:lstStyle/>
                    <a:p>
                      <a:pPr algn="ctr" rtl="1">
                        <a:lnSpc>
                          <a:spcPct val="107000"/>
                        </a:lnSpc>
                        <a:spcAft>
                          <a:spcPts val="800"/>
                        </a:spcAft>
                        <a:buNone/>
                      </a:pPr>
                      <a:r>
                        <a:rPr lang="ar-SA" sz="1200" b="1" kern="100" dirty="0">
                          <a:effectLst/>
                        </a:rPr>
                        <a:t>اسم المنفذة</a:t>
                      </a:r>
                      <a:endParaRPr lang="en-US" sz="1200" b="1" kern="100" dirty="0">
                        <a:effectLst/>
                        <a:latin typeface="Aptos" panose="020B0004020202020204" pitchFamily="34" charset="0"/>
                        <a:ea typeface="Aptos" panose="020B0004020202020204" pitchFamily="34" charset="0"/>
                        <a:cs typeface="Arial" panose="020B0604020202020204" pitchFamily="34" charset="0"/>
                      </a:endParaRPr>
                    </a:p>
                  </a:txBody>
                  <a:tcPr marL="62197" marR="62197" marT="0" marB="0" anchor="ctr">
                    <a:solidFill>
                      <a:schemeClr val="bg2">
                        <a:lumMod val="90000"/>
                      </a:schemeClr>
                    </a:solidFill>
                  </a:tcPr>
                </a:tc>
                <a:tc>
                  <a:txBody>
                    <a:bodyPr/>
                    <a:lstStyle/>
                    <a:p>
                      <a:pPr algn="ctr" rtl="1">
                        <a:lnSpc>
                          <a:spcPct val="107000"/>
                        </a:lnSpc>
                        <a:spcAft>
                          <a:spcPts val="800"/>
                        </a:spcAft>
                        <a:buNone/>
                      </a:pPr>
                      <a:r>
                        <a:rPr lang="ar-SA" sz="1200" b="1" kern="100" dirty="0">
                          <a:effectLst/>
                        </a:rPr>
                        <a:t>أسماء الحاضرات</a:t>
                      </a:r>
                      <a:endParaRPr lang="en-US" sz="1200" b="1" kern="100" dirty="0">
                        <a:effectLst/>
                        <a:latin typeface="Aptos" panose="020B0004020202020204" pitchFamily="34" charset="0"/>
                        <a:ea typeface="Aptos" panose="020B0004020202020204" pitchFamily="34" charset="0"/>
                        <a:cs typeface="Arial" panose="020B0604020202020204" pitchFamily="34" charset="0"/>
                      </a:endParaRPr>
                    </a:p>
                  </a:txBody>
                  <a:tcPr marL="62197" marR="62197" marT="0" marB="0" anchor="ctr">
                    <a:solidFill>
                      <a:schemeClr val="bg2">
                        <a:lumMod val="90000"/>
                      </a:schemeClr>
                    </a:solidFill>
                  </a:tcPr>
                </a:tc>
                <a:tc>
                  <a:txBody>
                    <a:bodyPr/>
                    <a:lstStyle/>
                    <a:p>
                      <a:pPr algn="ctr" rtl="1">
                        <a:lnSpc>
                          <a:spcPct val="107000"/>
                        </a:lnSpc>
                        <a:spcAft>
                          <a:spcPts val="800"/>
                        </a:spcAft>
                        <a:buNone/>
                      </a:pPr>
                      <a:r>
                        <a:rPr lang="ar-SA" sz="1200" b="1" kern="100" dirty="0">
                          <a:effectLst/>
                        </a:rPr>
                        <a:t>القرارات</a:t>
                      </a:r>
                      <a:endParaRPr lang="en-US" sz="1200" b="1" kern="100" dirty="0">
                        <a:effectLst/>
                        <a:latin typeface="Aptos" panose="020B0004020202020204" pitchFamily="34" charset="0"/>
                        <a:ea typeface="Aptos" panose="020B0004020202020204" pitchFamily="34" charset="0"/>
                        <a:cs typeface="Arial" panose="020B0604020202020204" pitchFamily="34" charset="0"/>
                      </a:endParaRPr>
                    </a:p>
                  </a:txBody>
                  <a:tcPr marL="62197" marR="62197" marT="0" marB="0" anchor="ctr">
                    <a:solidFill>
                      <a:schemeClr val="bg2">
                        <a:lumMod val="90000"/>
                      </a:schemeClr>
                    </a:solidFill>
                  </a:tcPr>
                </a:tc>
                <a:extLst>
                  <a:ext uri="{0D108BD9-81ED-4DB2-BD59-A6C34878D82A}">
                    <a16:rowId xmlns:a16="http://schemas.microsoft.com/office/drawing/2014/main" val="1085480835"/>
                  </a:ext>
                </a:extLst>
              </a:tr>
              <a:tr h="1010121">
                <a:tc rowSpan="4">
                  <a:txBody>
                    <a:bodyPr/>
                    <a:lstStyle/>
                    <a:p>
                      <a:pPr marL="71755" marR="71755" algn="r" rtl="1">
                        <a:lnSpc>
                          <a:spcPct val="107000"/>
                        </a:lnSpc>
                        <a:spcAft>
                          <a:spcPts val="800"/>
                        </a:spcAft>
                        <a:buNone/>
                      </a:pPr>
                      <a:r>
                        <a:rPr lang="ar-SA" sz="1200" b="1" kern="100">
                          <a:effectLst/>
                        </a:rPr>
                        <a:t> </a:t>
                      </a:r>
                      <a:endParaRPr lang="en-US" sz="1200" b="1" kern="100">
                        <a:effectLst/>
                        <a:latin typeface="Aptos" panose="020B0004020202020204" pitchFamily="34" charset="0"/>
                        <a:ea typeface="Aptos" panose="020B0004020202020204" pitchFamily="34" charset="0"/>
                        <a:cs typeface="Arial" panose="020B0604020202020204" pitchFamily="34" charset="0"/>
                      </a:endParaRPr>
                    </a:p>
                  </a:txBody>
                  <a:tcPr marL="62197" marR="62197" marT="0" marB="0" vert="vert270" anchor="ctr"/>
                </a:tc>
                <a:tc>
                  <a:txBody>
                    <a:bodyPr/>
                    <a:lstStyle/>
                    <a:p>
                      <a:pPr algn="ctr" rtl="1">
                        <a:lnSpc>
                          <a:spcPct val="107000"/>
                        </a:lnSpc>
                        <a:spcAft>
                          <a:spcPts val="800"/>
                        </a:spcAft>
                        <a:buNone/>
                      </a:pPr>
                      <a:r>
                        <a:rPr lang="ar-SA" sz="1200" b="1" kern="100">
                          <a:effectLst/>
                        </a:rPr>
                        <a:t>الأول</a:t>
                      </a:r>
                      <a:endParaRPr lang="en-US" sz="1200" b="1" kern="100">
                        <a:effectLst/>
                        <a:latin typeface="Aptos" panose="020B0004020202020204" pitchFamily="34" charset="0"/>
                        <a:ea typeface="Aptos" panose="020B0004020202020204" pitchFamily="34" charset="0"/>
                        <a:cs typeface="Arial" panose="020B0604020202020204" pitchFamily="34" charset="0"/>
                      </a:endParaRPr>
                    </a:p>
                  </a:txBody>
                  <a:tcPr marL="62197" marR="62197" marT="0" marB="0" anchor="ctr"/>
                </a:tc>
                <a:tc>
                  <a:txBody>
                    <a:bodyPr/>
                    <a:lstStyle/>
                    <a:p>
                      <a:pPr algn="ctr" rtl="1">
                        <a:lnSpc>
                          <a:spcPct val="107000"/>
                        </a:lnSpc>
                        <a:spcAft>
                          <a:spcPts val="800"/>
                        </a:spcAft>
                        <a:buNone/>
                      </a:pPr>
                      <a:r>
                        <a:rPr lang="ar-SA" sz="1200" b="1" kern="100">
                          <a:effectLst/>
                        </a:rPr>
                        <a:t> </a:t>
                      </a:r>
                      <a:endParaRPr lang="en-US" sz="1200" b="1" kern="100">
                        <a:effectLst/>
                        <a:latin typeface="Aptos" panose="020B0004020202020204" pitchFamily="34" charset="0"/>
                        <a:ea typeface="Aptos" panose="020B0004020202020204" pitchFamily="34" charset="0"/>
                        <a:cs typeface="Arial" panose="020B0604020202020204" pitchFamily="34" charset="0"/>
                      </a:endParaRPr>
                    </a:p>
                  </a:txBody>
                  <a:tcPr marL="62197" marR="62197" marT="0" marB="0" anchor="ctr"/>
                </a:tc>
                <a:tc>
                  <a:txBody>
                    <a:bodyPr/>
                    <a:lstStyle/>
                    <a:p>
                      <a:pPr algn="ctr" rtl="1">
                        <a:lnSpc>
                          <a:spcPct val="107000"/>
                        </a:lnSpc>
                        <a:spcAft>
                          <a:spcPts val="800"/>
                        </a:spcAft>
                        <a:buNone/>
                      </a:pPr>
                      <a:r>
                        <a:rPr lang="ar-SA" sz="1200" b="1" kern="100">
                          <a:effectLst/>
                        </a:rPr>
                        <a:t> </a:t>
                      </a:r>
                      <a:endParaRPr lang="en-US" sz="1200" b="1" kern="100">
                        <a:effectLst/>
                        <a:latin typeface="Aptos" panose="020B0004020202020204" pitchFamily="34" charset="0"/>
                        <a:ea typeface="Aptos" panose="020B0004020202020204" pitchFamily="34" charset="0"/>
                        <a:cs typeface="Arial" panose="020B0604020202020204" pitchFamily="34" charset="0"/>
                      </a:endParaRPr>
                    </a:p>
                  </a:txBody>
                  <a:tcPr marL="62197" marR="62197" marT="0" marB="0" anchor="ctr"/>
                </a:tc>
                <a:tc>
                  <a:txBody>
                    <a:bodyPr/>
                    <a:lstStyle/>
                    <a:p>
                      <a:pPr algn="ctr" rtl="1">
                        <a:lnSpc>
                          <a:spcPct val="107000"/>
                        </a:lnSpc>
                        <a:spcAft>
                          <a:spcPts val="800"/>
                        </a:spcAft>
                        <a:buNone/>
                      </a:pPr>
                      <a:r>
                        <a:rPr lang="ar-SA" sz="1200" b="1" kern="100">
                          <a:effectLst/>
                        </a:rPr>
                        <a:t> </a:t>
                      </a:r>
                      <a:endParaRPr lang="en-US" sz="1200" b="1" kern="100">
                        <a:effectLst/>
                        <a:latin typeface="Aptos" panose="020B0004020202020204" pitchFamily="34" charset="0"/>
                        <a:ea typeface="Aptos" panose="020B0004020202020204" pitchFamily="34" charset="0"/>
                        <a:cs typeface="Arial" panose="020B0604020202020204" pitchFamily="34" charset="0"/>
                      </a:endParaRPr>
                    </a:p>
                  </a:txBody>
                  <a:tcPr marL="62197" marR="62197" marT="0" marB="0" anchor="ctr"/>
                </a:tc>
                <a:tc>
                  <a:txBody>
                    <a:bodyPr/>
                    <a:lstStyle/>
                    <a:p>
                      <a:pPr algn="ctr" rtl="1">
                        <a:lnSpc>
                          <a:spcPct val="107000"/>
                        </a:lnSpc>
                        <a:spcAft>
                          <a:spcPts val="800"/>
                        </a:spcAft>
                        <a:buNone/>
                      </a:pPr>
                      <a:r>
                        <a:rPr lang="ar-SA" sz="1200" b="1" kern="100" dirty="0">
                          <a:effectLst/>
                        </a:rPr>
                        <a:t> </a:t>
                      </a:r>
                      <a:endParaRPr lang="en-US" sz="1200" b="1" kern="100" dirty="0">
                        <a:effectLst/>
                        <a:latin typeface="Aptos" panose="020B0004020202020204" pitchFamily="34" charset="0"/>
                        <a:ea typeface="Aptos" panose="020B0004020202020204" pitchFamily="34" charset="0"/>
                        <a:cs typeface="Arial" panose="020B0604020202020204" pitchFamily="34" charset="0"/>
                      </a:endParaRPr>
                    </a:p>
                  </a:txBody>
                  <a:tcPr marL="62197" marR="62197" marT="0" marB="0" anchor="ctr"/>
                </a:tc>
                <a:tc>
                  <a:txBody>
                    <a:bodyPr/>
                    <a:lstStyle/>
                    <a:p>
                      <a:pPr algn="ctr" rtl="1">
                        <a:lnSpc>
                          <a:spcPct val="107000"/>
                        </a:lnSpc>
                        <a:spcAft>
                          <a:spcPts val="800"/>
                        </a:spcAft>
                        <a:buNone/>
                      </a:pPr>
                      <a:r>
                        <a:rPr lang="ar-SA" sz="1200" b="1" kern="100">
                          <a:effectLst/>
                        </a:rPr>
                        <a:t> </a:t>
                      </a:r>
                      <a:endParaRPr lang="en-US" sz="1200" b="1" kern="100">
                        <a:effectLst/>
                        <a:latin typeface="Aptos" panose="020B0004020202020204" pitchFamily="34" charset="0"/>
                        <a:ea typeface="Aptos" panose="020B0004020202020204" pitchFamily="34" charset="0"/>
                        <a:cs typeface="Arial" panose="020B0604020202020204" pitchFamily="34" charset="0"/>
                      </a:endParaRPr>
                    </a:p>
                  </a:txBody>
                  <a:tcPr marL="62197" marR="62197" marT="0" marB="0" anchor="ctr"/>
                </a:tc>
                <a:tc>
                  <a:txBody>
                    <a:bodyPr/>
                    <a:lstStyle/>
                    <a:p>
                      <a:pPr algn="ctr" rtl="1">
                        <a:lnSpc>
                          <a:spcPct val="107000"/>
                        </a:lnSpc>
                        <a:spcAft>
                          <a:spcPts val="800"/>
                        </a:spcAft>
                        <a:buNone/>
                      </a:pPr>
                      <a:r>
                        <a:rPr lang="ar-SA" sz="1200" b="1" kern="100">
                          <a:effectLst/>
                        </a:rPr>
                        <a:t> </a:t>
                      </a:r>
                      <a:endParaRPr lang="en-US" sz="1200" b="1" kern="100">
                        <a:effectLst/>
                        <a:latin typeface="Aptos" panose="020B0004020202020204" pitchFamily="34" charset="0"/>
                        <a:ea typeface="Aptos" panose="020B0004020202020204" pitchFamily="34" charset="0"/>
                        <a:cs typeface="Arial" panose="020B0604020202020204" pitchFamily="34" charset="0"/>
                      </a:endParaRPr>
                    </a:p>
                  </a:txBody>
                  <a:tcPr marL="62197" marR="62197" marT="0" marB="0" anchor="ctr"/>
                </a:tc>
                <a:extLst>
                  <a:ext uri="{0D108BD9-81ED-4DB2-BD59-A6C34878D82A}">
                    <a16:rowId xmlns:a16="http://schemas.microsoft.com/office/drawing/2014/main" val="4087812933"/>
                  </a:ext>
                </a:extLst>
              </a:tr>
              <a:tr h="1010121">
                <a:tc vMerge="1">
                  <a:txBody>
                    <a:bodyPr/>
                    <a:lstStyle/>
                    <a:p>
                      <a:pPr rtl="1"/>
                      <a:endParaRPr lang="ar-SA"/>
                    </a:p>
                  </a:txBody>
                  <a:tcPr/>
                </a:tc>
                <a:tc>
                  <a:txBody>
                    <a:bodyPr/>
                    <a:lstStyle/>
                    <a:p>
                      <a:pPr algn="ctr" rtl="1">
                        <a:lnSpc>
                          <a:spcPct val="107000"/>
                        </a:lnSpc>
                        <a:spcAft>
                          <a:spcPts val="800"/>
                        </a:spcAft>
                        <a:buNone/>
                      </a:pPr>
                      <a:r>
                        <a:rPr lang="ar-SA" sz="1200" b="1" kern="100">
                          <a:effectLst/>
                        </a:rPr>
                        <a:t>الثاني</a:t>
                      </a:r>
                      <a:endParaRPr lang="en-US" sz="1200" b="1" kern="100">
                        <a:effectLst/>
                        <a:latin typeface="Aptos" panose="020B0004020202020204" pitchFamily="34" charset="0"/>
                        <a:ea typeface="Aptos" panose="020B0004020202020204" pitchFamily="34" charset="0"/>
                        <a:cs typeface="Arial" panose="020B0604020202020204" pitchFamily="34" charset="0"/>
                      </a:endParaRPr>
                    </a:p>
                  </a:txBody>
                  <a:tcPr marL="62197" marR="62197" marT="0" marB="0" anchor="ctr"/>
                </a:tc>
                <a:tc>
                  <a:txBody>
                    <a:bodyPr/>
                    <a:lstStyle/>
                    <a:p>
                      <a:pPr algn="ctr" rtl="1">
                        <a:lnSpc>
                          <a:spcPct val="107000"/>
                        </a:lnSpc>
                        <a:spcAft>
                          <a:spcPts val="800"/>
                        </a:spcAft>
                        <a:buNone/>
                      </a:pPr>
                      <a:r>
                        <a:rPr lang="ar-SA" sz="1200" b="1" kern="100">
                          <a:effectLst/>
                        </a:rPr>
                        <a:t> </a:t>
                      </a:r>
                      <a:endParaRPr lang="en-US" sz="1200" b="1" kern="100">
                        <a:effectLst/>
                        <a:latin typeface="Aptos" panose="020B0004020202020204" pitchFamily="34" charset="0"/>
                        <a:ea typeface="Aptos" panose="020B0004020202020204" pitchFamily="34" charset="0"/>
                        <a:cs typeface="Arial" panose="020B0604020202020204" pitchFamily="34" charset="0"/>
                      </a:endParaRPr>
                    </a:p>
                  </a:txBody>
                  <a:tcPr marL="62197" marR="62197" marT="0" marB="0" anchor="ctr"/>
                </a:tc>
                <a:tc>
                  <a:txBody>
                    <a:bodyPr/>
                    <a:lstStyle/>
                    <a:p>
                      <a:pPr algn="ctr" rtl="1">
                        <a:lnSpc>
                          <a:spcPct val="107000"/>
                        </a:lnSpc>
                        <a:spcAft>
                          <a:spcPts val="800"/>
                        </a:spcAft>
                        <a:buNone/>
                      </a:pPr>
                      <a:r>
                        <a:rPr lang="ar-SA" sz="1200" b="1" kern="100">
                          <a:effectLst/>
                        </a:rPr>
                        <a:t> </a:t>
                      </a:r>
                      <a:endParaRPr lang="en-US" sz="1200" b="1" kern="100">
                        <a:effectLst/>
                        <a:latin typeface="Aptos" panose="020B0004020202020204" pitchFamily="34" charset="0"/>
                        <a:ea typeface="Aptos" panose="020B0004020202020204" pitchFamily="34" charset="0"/>
                        <a:cs typeface="Arial" panose="020B0604020202020204" pitchFamily="34" charset="0"/>
                      </a:endParaRPr>
                    </a:p>
                  </a:txBody>
                  <a:tcPr marL="62197" marR="62197" marT="0" marB="0" anchor="ctr"/>
                </a:tc>
                <a:tc>
                  <a:txBody>
                    <a:bodyPr/>
                    <a:lstStyle/>
                    <a:p>
                      <a:pPr algn="ctr" rtl="1">
                        <a:lnSpc>
                          <a:spcPct val="107000"/>
                        </a:lnSpc>
                        <a:spcAft>
                          <a:spcPts val="800"/>
                        </a:spcAft>
                        <a:buNone/>
                      </a:pPr>
                      <a:r>
                        <a:rPr lang="ar-SA" sz="1200" b="1" kern="100">
                          <a:effectLst/>
                        </a:rPr>
                        <a:t> </a:t>
                      </a:r>
                      <a:endParaRPr lang="en-US" sz="1200" b="1" kern="100">
                        <a:effectLst/>
                        <a:latin typeface="Aptos" panose="020B0004020202020204" pitchFamily="34" charset="0"/>
                        <a:ea typeface="Aptos" panose="020B0004020202020204" pitchFamily="34" charset="0"/>
                        <a:cs typeface="Arial" panose="020B0604020202020204" pitchFamily="34" charset="0"/>
                      </a:endParaRPr>
                    </a:p>
                  </a:txBody>
                  <a:tcPr marL="62197" marR="62197" marT="0" marB="0" anchor="ctr"/>
                </a:tc>
                <a:tc>
                  <a:txBody>
                    <a:bodyPr/>
                    <a:lstStyle/>
                    <a:p>
                      <a:pPr algn="ctr" rtl="1">
                        <a:lnSpc>
                          <a:spcPct val="107000"/>
                        </a:lnSpc>
                        <a:spcAft>
                          <a:spcPts val="800"/>
                        </a:spcAft>
                        <a:buNone/>
                      </a:pPr>
                      <a:r>
                        <a:rPr lang="ar-SA" sz="1200" b="1" kern="100">
                          <a:effectLst/>
                        </a:rPr>
                        <a:t> </a:t>
                      </a:r>
                      <a:endParaRPr lang="en-US" sz="1200" b="1" kern="100">
                        <a:effectLst/>
                        <a:latin typeface="Aptos" panose="020B0004020202020204" pitchFamily="34" charset="0"/>
                        <a:ea typeface="Aptos" panose="020B0004020202020204" pitchFamily="34" charset="0"/>
                        <a:cs typeface="Arial" panose="020B0604020202020204" pitchFamily="34" charset="0"/>
                      </a:endParaRPr>
                    </a:p>
                  </a:txBody>
                  <a:tcPr marL="62197" marR="62197" marT="0" marB="0" anchor="ctr"/>
                </a:tc>
                <a:tc>
                  <a:txBody>
                    <a:bodyPr/>
                    <a:lstStyle/>
                    <a:p>
                      <a:pPr algn="ctr" rtl="1">
                        <a:lnSpc>
                          <a:spcPct val="107000"/>
                        </a:lnSpc>
                        <a:spcAft>
                          <a:spcPts val="800"/>
                        </a:spcAft>
                        <a:buNone/>
                      </a:pPr>
                      <a:r>
                        <a:rPr lang="ar-SA" sz="1200" b="1" kern="100">
                          <a:effectLst/>
                        </a:rPr>
                        <a:t> </a:t>
                      </a:r>
                      <a:endParaRPr lang="en-US" sz="1200" b="1" kern="100">
                        <a:effectLst/>
                        <a:latin typeface="Aptos" panose="020B0004020202020204" pitchFamily="34" charset="0"/>
                        <a:ea typeface="Aptos" panose="020B0004020202020204" pitchFamily="34" charset="0"/>
                        <a:cs typeface="Arial" panose="020B0604020202020204" pitchFamily="34" charset="0"/>
                      </a:endParaRPr>
                    </a:p>
                  </a:txBody>
                  <a:tcPr marL="62197" marR="62197" marT="0" marB="0" anchor="ctr"/>
                </a:tc>
                <a:tc>
                  <a:txBody>
                    <a:bodyPr/>
                    <a:lstStyle/>
                    <a:p>
                      <a:pPr algn="ctr" rtl="1">
                        <a:lnSpc>
                          <a:spcPct val="107000"/>
                        </a:lnSpc>
                        <a:spcAft>
                          <a:spcPts val="800"/>
                        </a:spcAft>
                        <a:buNone/>
                      </a:pPr>
                      <a:r>
                        <a:rPr lang="ar-SA" sz="1200" b="1" kern="100">
                          <a:effectLst/>
                        </a:rPr>
                        <a:t> </a:t>
                      </a:r>
                      <a:endParaRPr lang="en-US" sz="1200" b="1" kern="100">
                        <a:effectLst/>
                        <a:latin typeface="Aptos" panose="020B0004020202020204" pitchFamily="34" charset="0"/>
                        <a:ea typeface="Aptos" panose="020B0004020202020204" pitchFamily="34" charset="0"/>
                        <a:cs typeface="Arial" panose="020B0604020202020204" pitchFamily="34" charset="0"/>
                      </a:endParaRPr>
                    </a:p>
                  </a:txBody>
                  <a:tcPr marL="62197" marR="62197" marT="0" marB="0" anchor="ctr"/>
                </a:tc>
                <a:extLst>
                  <a:ext uri="{0D108BD9-81ED-4DB2-BD59-A6C34878D82A}">
                    <a16:rowId xmlns:a16="http://schemas.microsoft.com/office/drawing/2014/main" val="142185714"/>
                  </a:ext>
                </a:extLst>
              </a:tr>
              <a:tr h="1010121">
                <a:tc vMerge="1">
                  <a:txBody>
                    <a:bodyPr/>
                    <a:lstStyle/>
                    <a:p>
                      <a:pPr rtl="1"/>
                      <a:endParaRPr lang="ar-SA"/>
                    </a:p>
                  </a:txBody>
                  <a:tcPr/>
                </a:tc>
                <a:tc>
                  <a:txBody>
                    <a:bodyPr/>
                    <a:lstStyle/>
                    <a:p>
                      <a:pPr algn="ctr" rtl="1">
                        <a:lnSpc>
                          <a:spcPct val="107000"/>
                        </a:lnSpc>
                        <a:spcAft>
                          <a:spcPts val="800"/>
                        </a:spcAft>
                        <a:buNone/>
                      </a:pPr>
                      <a:r>
                        <a:rPr lang="ar-SA" sz="1200" b="1" kern="100">
                          <a:effectLst/>
                        </a:rPr>
                        <a:t>الثالث</a:t>
                      </a:r>
                      <a:endParaRPr lang="en-US" sz="1200" b="1" kern="100">
                        <a:effectLst/>
                        <a:latin typeface="Aptos" panose="020B0004020202020204" pitchFamily="34" charset="0"/>
                        <a:ea typeface="Aptos" panose="020B0004020202020204" pitchFamily="34" charset="0"/>
                        <a:cs typeface="Arial" panose="020B0604020202020204" pitchFamily="34" charset="0"/>
                      </a:endParaRPr>
                    </a:p>
                  </a:txBody>
                  <a:tcPr marL="62197" marR="62197" marT="0" marB="0" anchor="ctr"/>
                </a:tc>
                <a:tc>
                  <a:txBody>
                    <a:bodyPr/>
                    <a:lstStyle/>
                    <a:p>
                      <a:pPr algn="ctr" rtl="1">
                        <a:lnSpc>
                          <a:spcPct val="107000"/>
                        </a:lnSpc>
                        <a:spcAft>
                          <a:spcPts val="800"/>
                        </a:spcAft>
                        <a:buNone/>
                      </a:pPr>
                      <a:r>
                        <a:rPr lang="ar-SA" sz="1200" b="1" kern="100">
                          <a:effectLst/>
                        </a:rPr>
                        <a:t> </a:t>
                      </a:r>
                      <a:endParaRPr lang="en-US" sz="1200" b="1" kern="100">
                        <a:effectLst/>
                        <a:latin typeface="Aptos" panose="020B0004020202020204" pitchFamily="34" charset="0"/>
                        <a:ea typeface="Aptos" panose="020B0004020202020204" pitchFamily="34" charset="0"/>
                        <a:cs typeface="Arial" panose="020B0604020202020204" pitchFamily="34" charset="0"/>
                      </a:endParaRPr>
                    </a:p>
                  </a:txBody>
                  <a:tcPr marL="62197" marR="62197" marT="0" marB="0" anchor="ctr"/>
                </a:tc>
                <a:tc>
                  <a:txBody>
                    <a:bodyPr/>
                    <a:lstStyle/>
                    <a:p>
                      <a:pPr algn="ctr" rtl="1">
                        <a:lnSpc>
                          <a:spcPct val="107000"/>
                        </a:lnSpc>
                        <a:spcAft>
                          <a:spcPts val="800"/>
                        </a:spcAft>
                        <a:buNone/>
                      </a:pPr>
                      <a:r>
                        <a:rPr lang="ar-SA" sz="1200" b="1" kern="100">
                          <a:effectLst/>
                        </a:rPr>
                        <a:t> </a:t>
                      </a:r>
                      <a:endParaRPr lang="en-US" sz="1200" b="1" kern="100">
                        <a:effectLst/>
                        <a:latin typeface="Aptos" panose="020B0004020202020204" pitchFamily="34" charset="0"/>
                        <a:ea typeface="Aptos" panose="020B0004020202020204" pitchFamily="34" charset="0"/>
                        <a:cs typeface="Arial" panose="020B0604020202020204" pitchFamily="34" charset="0"/>
                      </a:endParaRPr>
                    </a:p>
                  </a:txBody>
                  <a:tcPr marL="62197" marR="62197" marT="0" marB="0" anchor="ctr"/>
                </a:tc>
                <a:tc>
                  <a:txBody>
                    <a:bodyPr/>
                    <a:lstStyle/>
                    <a:p>
                      <a:pPr algn="ctr" rtl="1">
                        <a:lnSpc>
                          <a:spcPct val="107000"/>
                        </a:lnSpc>
                        <a:spcAft>
                          <a:spcPts val="800"/>
                        </a:spcAft>
                        <a:buNone/>
                      </a:pPr>
                      <a:r>
                        <a:rPr lang="ar-SA" sz="1200" b="1" kern="100">
                          <a:effectLst/>
                        </a:rPr>
                        <a:t> </a:t>
                      </a:r>
                      <a:endParaRPr lang="en-US" sz="1200" b="1" kern="100">
                        <a:effectLst/>
                        <a:latin typeface="Aptos" panose="020B0004020202020204" pitchFamily="34" charset="0"/>
                        <a:ea typeface="Aptos" panose="020B0004020202020204" pitchFamily="34" charset="0"/>
                        <a:cs typeface="Arial" panose="020B0604020202020204" pitchFamily="34" charset="0"/>
                      </a:endParaRPr>
                    </a:p>
                  </a:txBody>
                  <a:tcPr marL="62197" marR="62197" marT="0" marB="0" anchor="ctr"/>
                </a:tc>
                <a:tc>
                  <a:txBody>
                    <a:bodyPr/>
                    <a:lstStyle/>
                    <a:p>
                      <a:pPr algn="ctr" rtl="1">
                        <a:lnSpc>
                          <a:spcPct val="107000"/>
                        </a:lnSpc>
                        <a:spcAft>
                          <a:spcPts val="800"/>
                        </a:spcAft>
                        <a:buNone/>
                      </a:pPr>
                      <a:r>
                        <a:rPr lang="ar-SA" sz="1200" b="1" kern="100">
                          <a:effectLst/>
                        </a:rPr>
                        <a:t> </a:t>
                      </a:r>
                      <a:endParaRPr lang="en-US" sz="1200" b="1" kern="100">
                        <a:effectLst/>
                        <a:latin typeface="Aptos" panose="020B0004020202020204" pitchFamily="34" charset="0"/>
                        <a:ea typeface="Aptos" panose="020B0004020202020204" pitchFamily="34" charset="0"/>
                        <a:cs typeface="Arial" panose="020B0604020202020204" pitchFamily="34" charset="0"/>
                      </a:endParaRPr>
                    </a:p>
                  </a:txBody>
                  <a:tcPr marL="62197" marR="62197" marT="0" marB="0" anchor="ctr"/>
                </a:tc>
                <a:tc>
                  <a:txBody>
                    <a:bodyPr/>
                    <a:lstStyle/>
                    <a:p>
                      <a:pPr algn="ctr" rtl="1">
                        <a:lnSpc>
                          <a:spcPct val="107000"/>
                        </a:lnSpc>
                        <a:spcAft>
                          <a:spcPts val="800"/>
                        </a:spcAft>
                        <a:buNone/>
                      </a:pPr>
                      <a:r>
                        <a:rPr lang="ar-SA" sz="1200" b="1" kern="100">
                          <a:effectLst/>
                        </a:rPr>
                        <a:t> </a:t>
                      </a:r>
                      <a:endParaRPr lang="en-US" sz="1200" b="1" kern="100">
                        <a:effectLst/>
                        <a:latin typeface="Aptos" panose="020B0004020202020204" pitchFamily="34" charset="0"/>
                        <a:ea typeface="Aptos" panose="020B0004020202020204" pitchFamily="34" charset="0"/>
                        <a:cs typeface="Arial" panose="020B0604020202020204" pitchFamily="34" charset="0"/>
                      </a:endParaRPr>
                    </a:p>
                  </a:txBody>
                  <a:tcPr marL="62197" marR="62197" marT="0" marB="0" anchor="ctr"/>
                </a:tc>
                <a:tc>
                  <a:txBody>
                    <a:bodyPr/>
                    <a:lstStyle/>
                    <a:p>
                      <a:pPr algn="ctr" rtl="1">
                        <a:lnSpc>
                          <a:spcPct val="107000"/>
                        </a:lnSpc>
                        <a:spcAft>
                          <a:spcPts val="800"/>
                        </a:spcAft>
                        <a:buNone/>
                      </a:pPr>
                      <a:r>
                        <a:rPr lang="ar-SA" sz="1200" b="1" kern="100">
                          <a:effectLst/>
                        </a:rPr>
                        <a:t> </a:t>
                      </a:r>
                      <a:endParaRPr lang="en-US" sz="1200" b="1" kern="100">
                        <a:effectLst/>
                        <a:latin typeface="Aptos" panose="020B0004020202020204" pitchFamily="34" charset="0"/>
                        <a:ea typeface="Aptos" panose="020B0004020202020204" pitchFamily="34" charset="0"/>
                        <a:cs typeface="Arial" panose="020B0604020202020204" pitchFamily="34" charset="0"/>
                      </a:endParaRPr>
                    </a:p>
                  </a:txBody>
                  <a:tcPr marL="62197" marR="62197" marT="0" marB="0" anchor="ctr"/>
                </a:tc>
                <a:extLst>
                  <a:ext uri="{0D108BD9-81ED-4DB2-BD59-A6C34878D82A}">
                    <a16:rowId xmlns:a16="http://schemas.microsoft.com/office/drawing/2014/main" val="1382188062"/>
                  </a:ext>
                </a:extLst>
              </a:tr>
              <a:tr h="1010121">
                <a:tc vMerge="1">
                  <a:txBody>
                    <a:bodyPr/>
                    <a:lstStyle/>
                    <a:p>
                      <a:pPr rtl="1"/>
                      <a:endParaRPr lang="ar-SA"/>
                    </a:p>
                  </a:txBody>
                  <a:tcPr/>
                </a:tc>
                <a:tc>
                  <a:txBody>
                    <a:bodyPr/>
                    <a:lstStyle/>
                    <a:p>
                      <a:pPr algn="ctr" rtl="1">
                        <a:lnSpc>
                          <a:spcPct val="107000"/>
                        </a:lnSpc>
                        <a:spcAft>
                          <a:spcPts val="800"/>
                        </a:spcAft>
                        <a:buNone/>
                      </a:pPr>
                      <a:r>
                        <a:rPr lang="ar-SA" sz="1200" b="1" kern="100">
                          <a:effectLst/>
                        </a:rPr>
                        <a:t>الرابع</a:t>
                      </a:r>
                      <a:endParaRPr lang="en-US" sz="1200" b="1" kern="100">
                        <a:effectLst/>
                        <a:latin typeface="Aptos" panose="020B0004020202020204" pitchFamily="34" charset="0"/>
                        <a:ea typeface="Aptos" panose="020B0004020202020204" pitchFamily="34" charset="0"/>
                        <a:cs typeface="Arial" panose="020B0604020202020204" pitchFamily="34" charset="0"/>
                      </a:endParaRPr>
                    </a:p>
                  </a:txBody>
                  <a:tcPr marL="62197" marR="62197" marT="0" marB="0" anchor="ctr"/>
                </a:tc>
                <a:tc>
                  <a:txBody>
                    <a:bodyPr/>
                    <a:lstStyle/>
                    <a:p>
                      <a:pPr algn="ctr" rtl="1">
                        <a:lnSpc>
                          <a:spcPct val="107000"/>
                        </a:lnSpc>
                        <a:spcAft>
                          <a:spcPts val="800"/>
                        </a:spcAft>
                        <a:buNone/>
                      </a:pPr>
                      <a:r>
                        <a:rPr lang="ar-SA" sz="1200" b="1" kern="100">
                          <a:effectLst/>
                        </a:rPr>
                        <a:t> </a:t>
                      </a:r>
                      <a:endParaRPr lang="en-US" sz="1200" b="1" kern="100">
                        <a:effectLst/>
                        <a:latin typeface="Aptos" panose="020B0004020202020204" pitchFamily="34" charset="0"/>
                        <a:ea typeface="Aptos" panose="020B0004020202020204" pitchFamily="34" charset="0"/>
                        <a:cs typeface="Arial" panose="020B0604020202020204" pitchFamily="34" charset="0"/>
                      </a:endParaRPr>
                    </a:p>
                  </a:txBody>
                  <a:tcPr marL="62197" marR="62197" marT="0" marB="0" anchor="ctr"/>
                </a:tc>
                <a:tc>
                  <a:txBody>
                    <a:bodyPr/>
                    <a:lstStyle/>
                    <a:p>
                      <a:pPr algn="ctr" rtl="1">
                        <a:lnSpc>
                          <a:spcPct val="107000"/>
                        </a:lnSpc>
                        <a:spcAft>
                          <a:spcPts val="800"/>
                        </a:spcAft>
                        <a:buNone/>
                      </a:pPr>
                      <a:r>
                        <a:rPr lang="ar-SA" sz="1200" b="1" kern="100">
                          <a:effectLst/>
                        </a:rPr>
                        <a:t> </a:t>
                      </a:r>
                      <a:endParaRPr lang="en-US" sz="1200" b="1" kern="100">
                        <a:effectLst/>
                        <a:latin typeface="Aptos" panose="020B0004020202020204" pitchFamily="34" charset="0"/>
                        <a:ea typeface="Aptos" panose="020B0004020202020204" pitchFamily="34" charset="0"/>
                        <a:cs typeface="Arial" panose="020B0604020202020204" pitchFamily="34" charset="0"/>
                      </a:endParaRPr>
                    </a:p>
                  </a:txBody>
                  <a:tcPr marL="62197" marR="62197" marT="0" marB="0" anchor="ctr"/>
                </a:tc>
                <a:tc>
                  <a:txBody>
                    <a:bodyPr/>
                    <a:lstStyle/>
                    <a:p>
                      <a:pPr algn="ctr" rtl="1">
                        <a:lnSpc>
                          <a:spcPct val="107000"/>
                        </a:lnSpc>
                        <a:spcAft>
                          <a:spcPts val="800"/>
                        </a:spcAft>
                        <a:buNone/>
                      </a:pPr>
                      <a:r>
                        <a:rPr lang="ar-SA" sz="1200" b="1" kern="100">
                          <a:effectLst/>
                        </a:rPr>
                        <a:t> </a:t>
                      </a:r>
                      <a:endParaRPr lang="en-US" sz="1200" b="1" kern="100">
                        <a:effectLst/>
                        <a:latin typeface="Aptos" panose="020B0004020202020204" pitchFamily="34" charset="0"/>
                        <a:ea typeface="Aptos" panose="020B0004020202020204" pitchFamily="34" charset="0"/>
                        <a:cs typeface="Arial" panose="020B0604020202020204" pitchFamily="34" charset="0"/>
                      </a:endParaRPr>
                    </a:p>
                  </a:txBody>
                  <a:tcPr marL="62197" marR="62197" marT="0" marB="0" anchor="ctr"/>
                </a:tc>
                <a:tc>
                  <a:txBody>
                    <a:bodyPr/>
                    <a:lstStyle/>
                    <a:p>
                      <a:pPr algn="ctr" rtl="1">
                        <a:lnSpc>
                          <a:spcPct val="107000"/>
                        </a:lnSpc>
                        <a:spcAft>
                          <a:spcPts val="800"/>
                        </a:spcAft>
                        <a:buNone/>
                      </a:pPr>
                      <a:r>
                        <a:rPr lang="ar-SA" sz="1200" b="1" kern="100">
                          <a:effectLst/>
                        </a:rPr>
                        <a:t> </a:t>
                      </a:r>
                      <a:endParaRPr lang="en-US" sz="1200" b="1" kern="100">
                        <a:effectLst/>
                        <a:latin typeface="Aptos" panose="020B0004020202020204" pitchFamily="34" charset="0"/>
                        <a:ea typeface="Aptos" panose="020B0004020202020204" pitchFamily="34" charset="0"/>
                        <a:cs typeface="Arial" panose="020B0604020202020204" pitchFamily="34" charset="0"/>
                      </a:endParaRPr>
                    </a:p>
                  </a:txBody>
                  <a:tcPr marL="62197" marR="62197" marT="0" marB="0" anchor="ctr"/>
                </a:tc>
                <a:tc>
                  <a:txBody>
                    <a:bodyPr/>
                    <a:lstStyle/>
                    <a:p>
                      <a:pPr algn="ctr" rtl="1">
                        <a:lnSpc>
                          <a:spcPct val="107000"/>
                        </a:lnSpc>
                        <a:spcAft>
                          <a:spcPts val="800"/>
                        </a:spcAft>
                        <a:buNone/>
                      </a:pPr>
                      <a:r>
                        <a:rPr lang="ar-SA" sz="1200" b="1" kern="100">
                          <a:effectLst/>
                        </a:rPr>
                        <a:t> </a:t>
                      </a:r>
                      <a:endParaRPr lang="en-US" sz="1200" b="1" kern="100">
                        <a:effectLst/>
                        <a:latin typeface="Aptos" panose="020B0004020202020204" pitchFamily="34" charset="0"/>
                        <a:ea typeface="Aptos" panose="020B0004020202020204" pitchFamily="34" charset="0"/>
                        <a:cs typeface="Arial" panose="020B0604020202020204" pitchFamily="34" charset="0"/>
                      </a:endParaRPr>
                    </a:p>
                  </a:txBody>
                  <a:tcPr marL="62197" marR="62197" marT="0" marB="0" anchor="ctr"/>
                </a:tc>
                <a:tc>
                  <a:txBody>
                    <a:bodyPr/>
                    <a:lstStyle/>
                    <a:p>
                      <a:pPr algn="ctr" rtl="1">
                        <a:lnSpc>
                          <a:spcPct val="107000"/>
                        </a:lnSpc>
                        <a:spcAft>
                          <a:spcPts val="800"/>
                        </a:spcAft>
                        <a:buNone/>
                      </a:pPr>
                      <a:r>
                        <a:rPr lang="ar-SA" sz="1200" b="1" kern="100" dirty="0">
                          <a:effectLst/>
                        </a:rPr>
                        <a:t> </a:t>
                      </a:r>
                      <a:endParaRPr lang="en-US" sz="1200" b="1" kern="100" dirty="0">
                        <a:effectLst/>
                        <a:latin typeface="Aptos" panose="020B0004020202020204" pitchFamily="34" charset="0"/>
                        <a:ea typeface="Aptos" panose="020B0004020202020204" pitchFamily="34" charset="0"/>
                        <a:cs typeface="Arial" panose="020B0604020202020204" pitchFamily="34" charset="0"/>
                      </a:endParaRPr>
                    </a:p>
                  </a:txBody>
                  <a:tcPr marL="62197" marR="62197" marT="0" marB="0" anchor="ctr"/>
                </a:tc>
                <a:extLst>
                  <a:ext uri="{0D108BD9-81ED-4DB2-BD59-A6C34878D82A}">
                    <a16:rowId xmlns:a16="http://schemas.microsoft.com/office/drawing/2014/main" val="1426905031"/>
                  </a:ext>
                </a:extLst>
              </a:tr>
            </a:tbl>
          </a:graphicData>
        </a:graphic>
      </p:graphicFrame>
      <p:sp>
        <p:nvSpPr>
          <p:cNvPr id="9" name="مربع نص 8">
            <a:extLst>
              <a:ext uri="{FF2B5EF4-FFF2-40B4-BE49-F238E27FC236}">
                <a16:creationId xmlns:a16="http://schemas.microsoft.com/office/drawing/2014/main" id="{4E76DC89-8AF6-3977-CF65-FA5F8855BC12}"/>
              </a:ext>
            </a:extLst>
          </p:cNvPr>
          <p:cNvSpPr txBox="1"/>
          <p:nvPr/>
        </p:nvSpPr>
        <p:spPr>
          <a:xfrm>
            <a:off x="736257" y="9592934"/>
            <a:ext cx="6477000" cy="307777"/>
          </a:xfrm>
          <a:prstGeom prst="rect">
            <a:avLst/>
          </a:prstGeom>
          <a:noFill/>
        </p:spPr>
        <p:txBody>
          <a:bodyPr wrap="square" rtlCol="1">
            <a:spAutoFit/>
          </a:bodyPr>
          <a:lstStyle/>
          <a:p>
            <a:pPr algn="r" rtl="1"/>
            <a:r>
              <a:rPr lang="ar-SA" sz="1400" b="1" dirty="0"/>
              <a:t>مديرة المدرسة / جيهان محمد علي بنا                                                          الختم</a:t>
            </a:r>
            <a:endParaRPr lang="en-US" sz="1400" dirty="0"/>
          </a:p>
        </p:txBody>
      </p:sp>
      <p:sp>
        <p:nvSpPr>
          <p:cNvPr id="11" name="مربع نص 10">
            <a:extLst>
              <a:ext uri="{FF2B5EF4-FFF2-40B4-BE49-F238E27FC236}">
                <a16:creationId xmlns:a16="http://schemas.microsoft.com/office/drawing/2014/main" id="{4F2C5B7F-B380-919D-F79D-FB047B15FB30}"/>
              </a:ext>
            </a:extLst>
          </p:cNvPr>
          <p:cNvSpPr txBox="1"/>
          <p:nvPr/>
        </p:nvSpPr>
        <p:spPr>
          <a:xfrm>
            <a:off x="349248" y="7404100"/>
            <a:ext cx="6934202" cy="1384995"/>
          </a:xfrm>
          <a:prstGeom prst="rect">
            <a:avLst/>
          </a:prstGeom>
          <a:noFill/>
        </p:spPr>
        <p:txBody>
          <a:bodyPr wrap="square" rtlCol="1">
            <a:spAutoFit/>
          </a:bodyPr>
          <a:lstStyle/>
          <a:p>
            <a:pPr algn="r" rtl="1"/>
            <a:r>
              <a:rPr lang="ar-SA" sz="1200" b="1" dirty="0"/>
              <a:t> </a:t>
            </a:r>
            <a:r>
              <a:rPr lang="ar-SA" sz="1200" b="1" dirty="0">
                <a:solidFill>
                  <a:srgbClr val="C00000"/>
                </a:solidFill>
              </a:rPr>
              <a:t>أنواع مجتمعات التعلم المهنية</a:t>
            </a:r>
            <a:endParaRPr lang="en-US" sz="1200" b="1" dirty="0">
              <a:solidFill>
                <a:srgbClr val="C00000"/>
              </a:solidFill>
            </a:endParaRPr>
          </a:p>
          <a:p>
            <a:pPr algn="r" rtl="1"/>
            <a:r>
              <a:rPr lang="ar-SA" sz="1200" b="1" dirty="0"/>
              <a:t>ورش عمل – بحث الدرس – اجتماعات – قراءات موجهة – كتابة تقرير – بحوث اجرائية – حلقة نقاش – كتابة نشرة تربوية - تدريب اقران – ورش عمل مصغرة – تبادل موارد تعليمية – تفعيل الكتروني، ... الخ </a:t>
            </a:r>
            <a:endParaRPr lang="en-US" sz="1200" b="1" dirty="0"/>
          </a:p>
          <a:p>
            <a:pPr algn="r" rtl="1"/>
            <a:r>
              <a:rPr lang="ar-SA" sz="1200" b="1" dirty="0"/>
              <a:t> </a:t>
            </a:r>
            <a:endParaRPr lang="en-US" sz="1200" b="1" dirty="0"/>
          </a:p>
          <a:p>
            <a:pPr algn="r" rtl="1"/>
            <a:r>
              <a:rPr lang="ar-SA" sz="1200" b="1" dirty="0">
                <a:solidFill>
                  <a:srgbClr val="C00000"/>
                </a:solidFill>
              </a:rPr>
              <a:t>   تعليمات هامة:   </a:t>
            </a:r>
            <a:endParaRPr lang="en-US" sz="1200" b="1" dirty="0">
              <a:solidFill>
                <a:srgbClr val="C00000"/>
              </a:solidFill>
            </a:endParaRPr>
          </a:p>
          <a:p>
            <a:pPr algn="r" rtl="1"/>
            <a:r>
              <a:rPr lang="ar-SA" sz="1200" b="1" dirty="0"/>
              <a:t>الحد الأدنى لتفعيل مجتمعات التعلم مرتين شهريا مع ضرورة تنويع الموضوعات لتشمل التخصص وقضية تربوية او اجتماعية او سلوكية مرتبطة بالمرحلة الدراسية ومرتبطة بالمجتمع المدرسي</a:t>
            </a:r>
            <a:endParaRPr lang="en-US" sz="1200" b="1" dirty="0"/>
          </a:p>
        </p:txBody>
      </p:sp>
    </p:spTree>
    <p:extLst>
      <p:ext uri="{BB962C8B-B14F-4D97-AF65-F5344CB8AC3E}">
        <p14:creationId xmlns:p14="http://schemas.microsoft.com/office/powerpoint/2010/main" val="29412172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62C4B0"/>
        </a:solidFill>
        <a:effectLst/>
      </p:bgPr>
    </p:bg>
    <p:spTree>
      <p:nvGrpSpPr>
        <p:cNvPr id="1" name="">
          <a:extLst>
            <a:ext uri="{FF2B5EF4-FFF2-40B4-BE49-F238E27FC236}">
              <a16:creationId xmlns:a16="http://schemas.microsoft.com/office/drawing/2014/main" id="{FFD1752E-5F96-117A-4447-E9D4CAE20E91}"/>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B5960FD9-A3A2-951C-D036-B2DF7F271B16}"/>
              </a:ext>
            </a:extLst>
          </p:cNvPr>
          <p:cNvSpPr/>
          <p:nvPr/>
        </p:nvSpPr>
        <p:spPr>
          <a:xfrm>
            <a:off x="-260350" y="-101076"/>
            <a:ext cx="7872660" cy="10895551"/>
          </a:xfrm>
          <a:custGeom>
            <a:avLst/>
            <a:gdLst/>
            <a:ahLst/>
            <a:cxnLst/>
            <a:rect l="l" t="t" r="r" b="b"/>
            <a:pathLst>
              <a:path w="7758846" h="8416894">
                <a:moveTo>
                  <a:pt x="0" y="0"/>
                </a:moveTo>
                <a:lnTo>
                  <a:pt x="7758846" y="0"/>
                </a:lnTo>
                <a:lnTo>
                  <a:pt x="7758846" y="8416894"/>
                </a:lnTo>
                <a:lnTo>
                  <a:pt x="0" y="8416894"/>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ar-SA"/>
          </a:p>
        </p:txBody>
      </p:sp>
      <p:sp>
        <p:nvSpPr>
          <p:cNvPr id="4" name="Freeform 4">
            <a:extLst>
              <a:ext uri="{FF2B5EF4-FFF2-40B4-BE49-F238E27FC236}">
                <a16:creationId xmlns:a16="http://schemas.microsoft.com/office/drawing/2014/main" id="{079F6A50-A0D1-DAAA-A61C-E249B7599D9C}"/>
              </a:ext>
            </a:extLst>
          </p:cNvPr>
          <p:cNvSpPr/>
          <p:nvPr/>
        </p:nvSpPr>
        <p:spPr>
          <a:xfrm>
            <a:off x="0" y="39592"/>
            <a:ext cx="5683250" cy="393700"/>
          </a:xfrm>
          <a:custGeom>
            <a:avLst/>
            <a:gdLst/>
            <a:ahLst/>
            <a:cxnLst/>
            <a:rect l="l" t="t" r="r" b="b"/>
            <a:pathLst>
              <a:path w="3308517" h="1467779">
                <a:moveTo>
                  <a:pt x="0" y="0"/>
                </a:moveTo>
                <a:lnTo>
                  <a:pt x="3308517" y="0"/>
                </a:lnTo>
                <a:lnTo>
                  <a:pt x="3308517" y="1467779"/>
                </a:lnTo>
                <a:lnTo>
                  <a:pt x="0" y="1467779"/>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ar-SA"/>
          </a:p>
        </p:txBody>
      </p:sp>
      <p:sp>
        <p:nvSpPr>
          <p:cNvPr id="3" name="مربع نص 2">
            <a:extLst>
              <a:ext uri="{FF2B5EF4-FFF2-40B4-BE49-F238E27FC236}">
                <a16:creationId xmlns:a16="http://schemas.microsoft.com/office/drawing/2014/main" id="{8709EB45-497E-D774-E291-9706DC0F11B3}"/>
              </a:ext>
            </a:extLst>
          </p:cNvPr>
          <p:cNvSpPr txBox="1"/>
          <p:nvPr/>
        </p:nvSpPr>
        <p:spPr>
          <a:xfrm>
            <a:off x="425450" y="2060849"/>
            <a:ext cx="5334000" cy="369332"/>
          </a:xfrm>
          <a:prstGeom prst="rect">
            <a:avLst/>
          </a:prstGeom>
          <a:noFill/>
        </p:spPr>
        <p:txBody>
          <a:bodyPr wrap="square" rtlCol="1">
            <a:spAutoFit/>
          </a:bodyPr>
          <a:lstStyle/>
          <a:p>
            <a:pPr algn="r" rtl="1"/>
            <a:r>
              <a:rPr lang="ar-SA" b="1" dirty="0">
                <a:solidFill>
                  <a:srgbClr val="C00000"/>
                </a:solidFill>
              </a:rPr>
              <a:t>خطة الفريق  حسب المرحلة     (           )     لعام 1448 هـ                  </a:t>
            </a:r>
            <a:endParaRPr lang="en-US" dirty="0">
              <a:solidFill>
                <a:srgbClr val="C00000"/>
              </a:solidFill>
            </a:endParaRPr>
          </a:p>
        </p:txBody>
      </p:sp>
      <p:graphicFrame>
        <p:nvGraphicFramePr>
          <p:cNvPr id="8" name="جدول 7">
            <a:extLst>
              <a:ext uri="{FF2B5EF4-FFF2-40B4-BE49-F238E27FC236}">
                <a16:creationId xmlns:a16="http://schemas.microsoft.com/office/drawing/2014/main" id="{5FB4BE97-7B24-2B58-7AAA-0AFFD5F9C486}"/>
              </a:ext>
            </a:extLst>
          </p:cNvPr>
          <p:cNvGraphicFramePr>
            <a:graphicFrameLocks noGrp="1"/>
          </p:cNvGraphicFramePr>
          <p:nvPr/>
        </p:nvGraphicFramePr>
        <p:xfrm>
          <a:off x="349248" y="2832100"/>
          <a:ext cx="6864009" cy="4525964"/>
        </p:xfrm>
        <a:graphic>
          <a:graphicData uri="http://schemas.openxmlformats.org/drawingml/2006/table">
            <a:tbl>
              <a:tblPr rtl="1" firstRow="1" firstCol="1" bandRow="1">
                <a:tableStyleId>{5940675A-B579-460E-94D1-54222C63F5DA}</a:tableStyleId>
              </a:tblPr>
              <a:tblGrid>
                <a:gridCol w="600982">
                  <a:extLst>
                    <a:ext uri="{9D8B030D-6E8A-4147-A177-3AD203B41FA5}">
                      <a16:colId xmlns:a16="http://schemas.microsoft.com/office/drawing/2014/main" val="3532707044"/>
                    </a:ext>
                  </a:extLst>
                </a:gridCol>
                <a:gridCol w="955474">
                  <a:extLst>
                    <a:ext uri="{9D8B030D-6E8A-4147-A177-3AD203B41FA5}">
                      <a16:colId xmlns:a16="http://schemas.microsoft.com/office/drawing/2014/main" val="2695940664"/>
                    </a:ext>
                  </a:extLst>
                </a:gridCol>
                <a:gridCol w="955474">
                  <a:extLst>
                    <a:ext uri="{9D8B030D-6E8A-4147-A177-3AD203B41FA5}">
                      <a16:colId xmlns:a16="http://schemas.microsoft.com/office/drawing/2014/main" val="888332570"/>
                    </a:ext>
                  </a:extLst>
                </a:gridCol>
                <a:gridCol w="783912">
                  <a:extLst>
                    <a:ext uri="{9D8B030D-6E8A-4147-A177-3AD203B41FA5}">
                      <a16:colId xmlns:a16="http://schemas.microsoft.com/office/drawing/2014/main" val="3123329212"/>
                    </a:ext>
                  </a:extLst>
                </a:gridCol>
                <a:gridCol w="783912">
                  <a:extLst>
                    <a:ext uri="{9D8B030D-6E8A-4147-A177-3AD203B41FA5}">
                      <a16:colId xmlns:a16="http://schemas.microsoft.com/office/drawing/2014/main" val="3243599115"/>
                    </a:ext>
                  </a:extLst>
                </a:gridCol>
                <a:gridCol w="661441">
                  <a:extLst>
                    <a:ext uri="{9D8B030D-6E8A-4147-A177-3AD203B41FA5}">
                      <a16:colId xmlns:a16="http://schemas.microsoft.com/office/drawing/2014/main" val="703880296"/>
                    </a:ext>
                  </a:extLst>
                </a:gridCol>
                <a:gridCol w="1061407">
                  <a:extLst>
                    <a:ext uri="{9D8B030D-6E8A-4147-A177-3AD203B41FA5}">
                      <a16:colId xmlns:a16="http://schemas.microsoft.com/office/drawing/2014/main" val="3257868447"/>
                    </a:ext>
                  </a:extLst>
                </a:gridCol>
                <a:gridCol w="1061407">
                  <a:extLst>
                    <a:ext uri="{9D8B030D-6E8A-4147-A177-3AD203B41FA5}">
                      <a16:colId xmlns:a16="http://schemas.microsoft.com/office/drawing/2014/main" val="3920394899"/>
                    </a:ext>
                  </a:extLst>
                </a:gridCol>
              </a:tblGrid>
              <a:tr h="485480">
                <a:tc>
                  <a:txBody>
                    <a:bodyPr/>
                    <a:lstStyle/>
                    <a:p>
                      <a:pPr algn="ctr" rtl="1">
                        <a:lnSpc>
                          <a:spcPct val="107000"/>
                        </a:lnSpc>
                        <a:spcAft>
                          <a:spcPts val="800"/>
                        </a:spcAft>
                        <a:buNone/>
                      </a:pPr>
                      <a:r>
                        <a:rPr lang="ar-SA" sz="1200" b="1" kern="100" dirty="0">
                          <a:effectLst/>
                        </a:rPr>
                        <a:t>الشهر</a:t>
                      </a:r>
                      <a:endParaRPr lang="en-US" sz="1200" b="1" kern="100" dirty="0">
                        <a:effectLst/>
                        <a:latin typeface="Aptos" panose="020B0004020202020204" pitchFamily="34" charset="0"/>
                        <a:ea typeface="Aptos" panose="020B0004020202020204" pitchFamily="34" charset="0"/>
                        <a:cs typeface="Arial" panose="020B0604020202020204" pitchFamily="34" charset="0"/>
                      </a:endParaRPr>
                    </a:p>
                  </a:txBody>
                  <a:tcPr marL="62197" marR="62197" marT="0" marB="0" anchor="ctr">
                    <a:solidFill>
                      <a:schemeClr val="bg2">
                        <a:lumMod val="90000"/>
                      </a:schemeClr>
                    </a:solidFill>
                  </a:tcPr>
                </a:tc>
                <a:tc>
                  <a:txBody>
                    <a:bodyPr/>
                    <a:lstStyle/>
                    <a:p>
                      <a:pPr algn="ctr" rtl="1">
                        <a:lnSpc>
                          <a:spcPct val="107000"/>
                        </a:lnSpc>
                        <a:spcAft>
                          <a:spcPts val="800"/>
                        </a:spcAft>
                        <a:buNone/>
                      </a:pPr>
                      <a:r>
                        <a:rPr lang="ar-SA" sz="1200" b="1" kern="100" dirty="0">
                          <a:effectLst/>
                        </a:rPr>
                        <a:t>الأسبوع والتاريخ</a:t>
                      </a:r>
                      <a:endParaRPr lang="en-US" sz="1200" b="1" kern="100" dirty="0">
                        <a:effectLst/>
                        <a:latin typeface="Aptos" panose="020B0004020202020204" pitchFamily="34" charset="0"/>
                        <a:ea typeface="Aptos" panose="020B0004020202020204" pitchFamily="34" charset="0"/>
                        <a:cs typeface="Arial" panose="020B0604020202020204" pitchFamily="34" charset="0"/>
                      </a:endParaRPr>
                    </a:p>
                  </a:txBody>
                  <a:tcPr marL="62197" marR="62197" marT="0" marB="0" anchor="ctr">
                    <a:solidFill>
                      <a:schemeClr val="bg2">
                        <a:lumMod val="90000"/>
                      </a:schemeClr>
                    </a:solidFill>
                  </a:tcPr>
                </a:tc>
                <a:tc>
                  <a:txBody>
                    <a:bodyPr/>
                    <a:lstStyle/>
                    <a:p>
                      <a:pPr algn="ctr" rtl="1">
                        <a:lnSpc>
                          <a:spcPct val="107000"/>
                        </a:lnSpc>
                        <a:spcAft>
                          <a:spcPts val="800"/>
                        </a:spcAft>
                        <a:buNone/>
                      </a:pPr>
                      <a:r>
                        <a:rPr lang="ar-SA" sz="1200" b="1" kern="100" dirty="0">
                          <a:effectLst/>
                        </a:rPr>
                        <a:t>العنوان</a:t>
                      </a:r>
                      <a:endParaRPr lang="en-US" sz="1200" b="1" kern="100" dirty="0">
                        <a:effectLst/>
                        <a:latin typeface="Aptos" panose="020B0004020202020204" pitchFamily="34" charset="0"/>
                        <a:ea typeface="Aptos" panose="020B0004020202020204" pitchFamily="34" charset="0"/>
                        <a:cs typeface="Arial" panose="020B0604020202020204" pitchFamily="34" charset="0"/>
                      </a:endParaRPr>
                    </a:p>
                  </a:txBody>
                  <a:tcPr marL="62197" marR="62197" marT="0" marB="0" anchor="ctr">
                    <a:solidFill>
                      <a:schemeClr val="bg2">
                        <a:lumMod val="90000"/>
                      </a:schemeClr>
                    </a:solidFill>
                  </a:tcPr>
                </a:tc>
                <a:tc>
                  <a:txBody>
                    <a:bodyPr/>
                    <a:lstStyle/>
                    <a:p>
                      <a:pPr algn="ctr" rtl="1">
                        <a:lnSpc>
                          <a:spcPct val="107000"/>
                        </a:lnSpc>
                        <a:spcAft>
                          <a:spcPts val="800"/>
                        </a:spcAft>
                        <a:buNone/>
                      </a:pPr>
                      <a:r>
                        <a:rPr lang="ar-SA" sz="1200" b="1" kern="100" dirty="0">
                          <a:effectLst/>
                        </a:rPr>
                        <a:t>نوعه</a:t>
                      </a:r>
                      <a:endParaRPr lang="en-US" sz="1200" b="1" kern="100" dirty="0">
                        <a:effectLst/>
                        <a:latin typeface="Aptos" panose="020B0004020202020204" pitchFamily="34" charset="0"/>
                        <a:ea typeface="Aptos" panose="020B0004020202020204" pitchFamily="34" charset="0"/>
                        <a:cs typeface="Arial" panose="020B0604020202020204" pitchFamily="34" charset="0"/>
                      </a:endParaRPr>
                    </a:p>
                  </a:txBody>
                  <a:tcPr marL="62197" marR="62197" marT="0" marB="0" anchor="ctr">
                    <a:solidFill>
                      <a:schemeClr val="bg2">
                        <a:lumMod val="90000"/>
                      </a:schemeClr>
                    </a:solidFill>
                  </a:tcPr>
                </a:tc>
                <a:tc>
                  <a:txBody>
                    <a:bodyPr/>
                    <a:lstStyle/>
                    <a:p>
                      <a:pPr algn="ctr" rtl="1">
                        <a:lnSpc>
                          <a:spcPct val="107000"/>
                        </a:lnSpc>
                        <a:spcAft>
                          <a:spcPts val="800"/>
                        </a:spcAft>
                        <a:buNone/>
                      </a:pPr>
                      <a:r>
                        <a:rPr lang="ar-SA" sz="1200" b="1" kern="100" dirty="0">
                          <a:effectLst/>
                        </a:rPr>
                        <a:t>الهدف منه</a:t>
                      </a:r>
                      <a:endParaRPr lang="en-US" sz="1200" b="1" kern="100" dirty="0">
                        <a:effectLst/>
                        <a:latin typeface="Aptos" panose="020B0004020202020204" pitchFamily="34" charset="0"/>
                        <a:ea typeface="Aptos" panose="020B0004020202020204" pitchFamily="34" charset="0"/>
                        <a:cs typeface="Arial" panose="020B0604020202020204" pitchFamily="34" charset="0"/>
                      </a:endParaRPr>
                    </a:p>
                  </a:txBody>
                  <a:tcPr marL="62197" marR="62197" marT="0" marB="0" anchor="ctr">
                    <a:solidFill>
                      <a:schemeClr val="bg2">
                        <a:lumMod val="90000"/>
                      </a:schemeClr>
                    </a:solidFill>
                  </a:tcPr>
                </a:tc>
                <a:tc>
                  <a:txBody>
                    <a:bodyPr/>
                    <a:lstStyle/>
                    <a:p>
                      <a:pPr algn="ctr" rtl="1">
                        <a:lnSpc>
                          <a:spcPct val="107000"/>
                        </a:lnSpc>
                        <a:spcAft>
                          <a:spcPts val="800"/>
                        </a:spcAft>
                        <a:buNone/>
                      </a:pPr>
                      <a:r>
                        <a:rPr lang="ar-SA" sz="1200" b="1" kern="100" dirty="0">
                          <a:effectLst/>
                        </a:rPr>
                        <a:t>اسم المنفذة</a:t>
                      </a:r>
                      <a:endParaRPr lang="en-US" sz="1200" b="1" kern="100" dirty="0">
                        <a:effectLst/>
                        <a:latin typeface="Aptos" panose="020B0004020202020204" pitchFamily="34" charset="0"/>
                        <a:ea typeface="Aptos" panose="020B0004020202020204" pitchFamily="34" charset="0"/>
                        <a:cs typeface="Arial" panose="020B0604020202020204" pitchFamily="34" charset="0"/>
                      </a:endParaRPr>
                    </a:p>
                  </a:txBody>
                  <a:tcPr marL="62197" marR="62197" marT="0" marB="0" anchor="ctr">
                    <a:solidFill>
                      <a:schemeClr val="bg2">
                        <a:lumMod val="90000"/>
                      </a:schemeClr>
                    </a:solidFill>
                  </a:tcPr>
                </a:tc>
                <a:tc>
                  <a:txBody>
                    <a:bodyPr/>
                    <a:lstStyle/>
                    <a:p>
                      <a:pPr algn="ctr" rtl="1">
                        <a:lnSpc>
                          <a:spcPct val="107000"/>
                        </a:lnSpc>
                        <a:spcAft>
                          <a:spcPts val="800"/>
                        </a:spcAft>
                        <a:buNone/>
                      </a:pPr>
                      <a:r>
                        <a:rPr lang="ar-SA" sz="1200" b="1" kern="100" dirty="0">
                          <a:effectLst/>
                        </a:rPr>
                        <a:t>أسماء الحاضرات</a:t>
                      </a:r>
                      <a:endParaRPr lang="en-US" sz="1200" b="1" kern="100" dirty="0">
                        <a:effectLst/>
                        <a:latin typeface="Aptos" panose="020B0004020202020204" pitchFamily="34" charset="0"/>
                        <a:ea typeface="Aptos" panose="020B0004020202020204" pitchFamily="34" charset="0"/>
                        <a:cs typeface="Arial" panose="020B0604020202020204" pitchFamily="34" charset="0"/>
                      </a:endParaRPr>
                    </a:p>
                  </a:txBody>
                  <a:tcPr marL="62197" marR="62197" marT="0" marB="0" anchor="ctr">
                    <a:solidFill>
                      <a:schemeClr val="bg2">
                        <a:lumMod val="90000"/>
                      </a:schemeClr>
                    </a:solidFill>
                  </a:tcPr>
                </a:tc>
                <a:tc>
                  <a:txBody>
                    <a:bodyPr/>
                    <a:lstStyle/>
                    <a:p>
                      <a:pPr algn="ctr" rtl="1">
                        <a:lnSpc>
                          <a:spcPct val="107000"/>
                        </a:lnSpc>
                        <a:spcAft>
                          <a:spcPts val="800"/>
                        </a:spcAft>
                        <a:buNone/>
                      </a:pPr>
                      <a:r>
                        <a:rPr lang="ar-SA" sz="1200" b="1" kern="100" dirty="0">
                          <a:effectLst/>
                        </a:rPr>
                        <a:t>القرارات</a:t>
                      </a:r>
                      <a:endParaRPr lang="en-US" sz="1200" b="1" kern="100" dirty="0">
                        <a:effectLst/>
                        <a:latin typeface="Aptos" panose="020B0004020202020204" pitchFamily="34" charset="0"/>
                        <a:ea typeface="Aptos" panose="020B0004020202020204" pitchFamily="34" charset="0"/>
                        <a:cs typeface="Arial" panose="020B0604020202020204" pitchFamily="34" charset="0"/>
                      </a:endParaRPr>
                    </a:p>
                  </a:txBody>
                  <a:tcPr marL="62197" marR="62197" marT="0" marB="0" anchor="ctr">
                    <a:solidFill>
                      <a:schemeClr val="bg2">
                        <a:lumMod val="90000"/>
                      </a:schemeClr>
                    </a:solidFill>
                  </a:tcPr>
                </a:tc>
                <a:extLst>
                  <a:ext uri="{0D108BD9-81ED-4DB2-BD59-A6C34878D82A}">
                    <a16:rowId xmlns:a16="http://schemas.microsoft.com/office/drawing/2014/main" val="1085480835"/>
                  </a:ext>
                </a:extLst>
              </a:tr>
              <a:tr h="1010121">
                <a:tc rowSpan="4">
                  <a:txBody>
                    <a:bodyPr/>
                    <a:lstStyle/>
                    <a:p>
                      <a:pPr marL="71755" marR="71755" algn="r" rtl="1">
                        <a:lnSpc>
                          <a:spcPct val="107000"/>
                        </a:lnSpc>
                        <a:spcAft>
                          <a:spcPts val="800"/>
                        </a:spcAft>
                        <a:buNone/>
                      </a:pPr>
                      <a:r>
                        <a:rPr lang="ar-SA" sz="1200" b="1" kern="100">
                          <a:effectLst/>
                        </a:rPr>
                        <a:t> </a:t>
                      </a:r>
                      <a:endParaRPr lang="en-US" sz="1200" b="1" kern="100">
                        <a:effectLst/>
                        <a:latin typeface="Aptos" panose="020B0004020202020204" pitchFamily="34" charset="0"/>
                        <a:ea typeface="Aptos" panose="020B0004020202020204" pitchFamily="34" charset="0"/>
                        <a:cs typeface="Arial" panose="020B0604020202020204" pitchFamily="34" charset="0"/>
                      </a:endParaRPr>
                    </a:p>
                  </a:txBody>
                  <a:tcPr marL="62197" marR="62197" marT="0" marB="0" vert="vert270" anchor="ctr"/>
                </a:tc>
                <a:tc>
                  <a:txBody>
                    <a:bodyPr/>
                    <a:lstStyle/>
                    <a:p>
                      <a:pPr algn="ctr" rtl="1">
                        <a:lnSpc>
                          <a:spcPct val="107000"/>
                        </a:lnSpc>
                        <a:spcAft>
                          <a:spcPts val="800"/>
                        </a:spcAft>
                        <a:buNone/>
                      </a:pPr>
                      <a:r>
                        <a:rPr lang="ar-SA" sz="1200" b="1" kern="100">
                          <a:effectLst/>
                        </a:rPr>
                        <a:t>الأول</a:t>
                      </a:r>
                      <a:endParaRPr lang="en-US" sz="1200" b="1" kern="100">
                        <a:effectLst/>
                        <a:latin typeface="Aptos" panose="020B0004020202020204" pitchFamily="34" charset="0"/>
                        <a:ea typeface="Aptos" panose="020B0004020202020204" pitchFamily="34" charset="0"/>
                        <a:cs typeface="Arial" panose="020B0604020202020204" pitchFamily="34" charset="0"/>
                      </a:endParaRPr>
                    </a:p>
                  </a:txBody>
                  <a:tcPr marL="62197" marR="62197" marT="0" marB="0" anchor="ctr"/>
                </a:tc>
                <a:tc>
                  <a:txBody>
                    <a:bodyPr/>
                    <a:lstStyle/>
                    <a:p>
                      <a:pPr algn="ctr" rtl="1">
                        <a:lnSpc>
                          <a:spcPct val="107000"/>
                        </a:lnSpc>
                        <a:spcAft>
                          <a:spcPts val="800"/>
                        </a:spcAft>
                        <a:buNone/>
                      </a:pPr>
                      <a:r>
                        <a:rPr lang="ar-SA" sz="1200" b="1" kern="100">
                          <a:effectLst/>
                        </a:rPr>
                        <a:t> </a:t>
                      </a:r>
                      <a:endParaRPr lang="en-US" sz="1200" b="1" kern="100">
                        <a:effectLst/>
                        <a:latin typeface="Aptos" panose="020B0004020202020204" pitchFamily="34" charset="0"/>
                        <a:ea typeface="Aptos" panose="020B0004020202020204" pitchFamily="34" charset="0"/>
                        <a:cs typeface="Arial" panose="020B0604020202020204" pitchFamily="34" charset="0"/>
                      </a:endParaRPr>
                    </a:p>
                  </a:txBody>
                  <a:tcPr marL="62197" marR="62197" marT="0" marB="0" anchor="ctr"/>
                </a:tc>
                <a:tc>
                  <a:txBody>
                    <a:bodyPr/>
                    <a:lstStyle/>
                    <a:p>
                      <a:pPr algn="ctr" rtl="1">
                        <a:lnSpc>
                          <a:spcPct val="107000"/>
                        </a:lnSpc>
                        <a:spcAft>
                          <a:spcPts val="800"/>
                        </a:spcAft>
                        <a:buNone/>
                      </a:pPr>
                      <a:r>
                        <a:rPr lang="ar-SA" sz="1200" b="1" kern="100">
                          <a:effectLst/>
                        </a:rPr>
                        <a:t> </a:t>
                      </a:r>
                      <a:endParaRPr lang="en-US" sz="1200" b="1" kern="100">
                        <a:effectLst/>
                        <a:latin typeface="Aptos" panose="020B0004020202020204" pitchFamily="34" charset="0"/>
                        <a:ea typeface="Aptos" panose="020B0004020202020204" pitchFamily="34" charset="0"/>
                        <a:cs typeface="Arial" panose="020B0604020202020204" pitchFamily="34" charset="0"/>
                      </a:endParaRPr>
                    </a:p>
                  </a:txBody>
                  <a:tcPr marL="62197" marR="62197" marT="0" marB="0" anchor="ctr"/>
                </a:tc>
                <a:tc>
                  <a:txBody>
                    <a:bodyPr/>
                    <a:lstStyle/>
                    <a:p>
                      <a:pPr algn="ctr" rtl="1">
                        <a:lnSpc>
                          <a:spcPct val="107000"/>
                        </a:lnSpc>
                        <a:spcAft>
                          <a:spcPts val="800"/>
                        </a:spcAft>
                        <a:buNone/>
                      </a:pPr>
                      <a:r>
                        <a:rPr lang="ar-SA" sz="1200" b="1" kern="100">
                          <a:effectLst/>
                        </a:rPr>
                        <a:t> </a:t>
                      </a:r>
                      <a:endParaRPr lang="en-US" sz="1200" b="1" kern="100">
                        <a:effectLst/>
                        <a:latin typeface="Aptos" panose="020B0004020202020204" pitchFamily="34" charset="0"/>
                        <a:ea typeface="Aptos" panose="020B0004020202020204" pitchFamily="34" charset="0"/>
                        <a:cs typeface="Arial" panose="020B0604020202020204" pitchFamily="34" charset="0"/>
                      </a:endParaRPr>
                    </a:p>
                  </a:txBody>
                  <a:tcPr marL="62197" marR="62197" marT="0" marB="0" anchor="ctr"/>
                </a:tc>
                <a:tc>
                  <a:txBody>
                    <a:bodyPr/>
                    <a:lstStyle/>
                    <a:p>
                      <a:pPr algn="ctr" rtl="1">
                        <a:lnSpc>
                          <a:spcPct val="107000"/>
                        </a:lnSpc>
                        <a:spcAft>
                          <a:spcPts val="800"/>
                        </a:spcAft>
                        <a:buNone/>
                      </a:pPr>
                      <a:r>
                        <a:rPr lang="ar-SA" sz="1200" b="1" kern="100" dirty="0">
                          <a:effectLst/>
                        </a:rPr>
                        <a:t> </a:t>
                      </a:r>
                      <a:endParaRPr lang="en-US" sz="1200" b="1" kern="100" dirty="0">
                        <a:effectLst/>
                        <a:latin typeface="Aptos" panose="020B0004020202020204" pitchFamily="34" charset="0"/>
                        <a:ea typeface="Aptos" panose="020B0004020202020204" pitchFamily="34" charset="0"/>
                        <a:cs typeface="Arial" panose="020B0604020202020204" pitchFamily="34" charset="0"/>
                      </a:endParaRPr>
                    </a:p>
                  </a:txBody>
                  <a:tcPr marL="62197" marR="62197" marT="0" marB="0" anchor="ctr"/>
                </a:tc>
                <a:tc>
                  <a:txBody>
                    <a:bodyPr/>
                    <a:lstStyle/>
                    <a:p>
                      <a:pPr algn="ctr" rtl="1">
                        <a:lnSpc>
                          <a:spcPct val="107000"/>
                        </a:lnSpc>
                        <a:spcAft>
                          <a:spcPts val="800"/>
                        </a:spcAft>
                        <a:buNone/>
                      </a:pPr>
                      <a:r>
                        <a:rPr lang="ar-SA" sz="1200" b="1" kern="100">
                          <a:effectLst/>
                        </a:rPr>
                        <a:t> </a:t>
                      </a:r>
                      <a:endParaRPr lang="en-US" sz="1200" b="1" kern="100">
                        <a:effectLst/>
                        <a:latin typeface="Aptos" panose="020B0004020202020204" pitchFamily="34" charset="0"/>
                        <a:ea typeface="Aptos" panose="020B0004020202020204" pitchFamily="34" charset="0"/>
                        <a:cs typeface="Arial" panose="020B0604020202020204" pitchFamily="34" charset="0"/>
                      </a:endParaRPr>
                    </a:p>
                  </a:txBody>
                  <a:tcPr marL="62197" marR="62197" marT="0" marB="0" anchor="ctr"/>
                </a:tc>
                <a:tc>
                  <a:txBody>
                    <a:bodyPr/>
                    <a:lstStyle/>
                    <a:p>
                      <a:pPr algn="ctr" rtl="1">
                        <a:lnSpc>
                          <a:spcPct val="107000"/>
                        </a:lnSpc>
                        <a:spcAft>
                          <a:spcPts val="800"/>
                        </a:spcAft>
                        <a:buNone/>
                      </a:pPr>
                      <a:r>
                        <a:rPr lang="ar-SA" sz="1200" b="1" kern="100">
                          <a:effectLst/>
                        </a:rPr>
                        <a:t> </a:t>
                      </a:r>
                      <a:endParaRPr lang="en-US" sz="1200" b="1" kern="100">
                        <a:effectLst/>
                        <a:latin typeface="Aptos" panose="020B0004020202020204" pitchFamily="34" charset="0"/>
                        <a:ea typeface="Aptos" panose="020B0004020202020204" pitchFamily="34" charset="0"/>
                        <a:cs typeface="Arial" panose="020B0604020202020204" pitchFamily="34" charset="0"/>
                      </a:endParaRPr>
                    </a:p>
                  </a:txBody>
                  <a:tcPr marL="62197" marR="62197" marT="0" marB="0" anchor="ctr"/>
                </a:tc>
                <a:extLst>
                  <a:ext uri="{0D108BD9-81ED-4DB2-BD59-A6C34878D82A}">
                    <a16:rowId xmlns:a16="http://schemas.microsoft.com/office/drawing/2014/main" val="4087812933"/>
                  </a:ext>
                </a:extLst>
              </a:tr>
              <a:tr h="1010121">
                <a:tc vMerge="1">
                  <a:txBody>
                    <a:bodyPr/>
                    <a:lstStyle/>
                    <a:p>
                      <a:pPr rtl="1"/>
                      <a:endParaRPr lang="ar-SA"/>
                    </a:p>
                  </a:txBody>
                  <a:tcPr/>
                </a:tc>
                <a:tc>
                  <a:txBody>
                    <a:bodyPr/>
                    <a:lstStyle/>
                    <a:p>
                      <a:pPr algn="ctr" rtl="1">
                        <a:lnSpc>
                          <a:spcPct val="107000"/>
                        </a:lnSpc>
                        <a:spcAft>
                          <a:spcPts val="800"/>
                        </a:spcAft>
                        <a:buNone/>
                      </a:pPr>
                      <a:r>
                        <a:rPr lang="ar-SA" sz="1200" b="1" kern="100">
                          <a:effectLst/>
                        </a:rPr>
                        <a:t>الثاني</a:t>
                      </a:r>
                      <a:endParaRPr lang="en-US" sz="1200" b="1" kern="100">
                        <a:effectLst/>
                        <a:latin typeface="Aptos" panose="020B0004020202020204" pitchFamily="34" charset="0"/>
                        <a:ea typeface="Aptos" panose="020B0004020202020204" pitchFamily="34" charset="0"/>
                        <a:cs typeface="Arial" panose="020B0604020202020204" pitchFamily="34" charset="0"/>
                      </a:endParaRPr>
                    </a:p>
                  </a:txBody>
                  <a:tcPr marL="62197" marR="62197" marT="0" marB="0" anchor="ctr"/>
                </a:tc>
                <a:tc>
                  <a:txBody>
                    <a:bodyPr/>
                    <a:lstStyle/>
                    <a:p>
                      <a:pPr algn="ctr" rtl="1">
                        <a:lnSpc>
                          <a:spcPct val="107000"/>
                        </a:lnSpc>
                        <a:spcAft>
                          <a:spcPts val="800"/>
                        </a:spcAft>
                        <a:buNone/>
                      </a:pPr>
                      <a:r>
                        <a:rPr lang="ar-SA" sz="1200" b="1" kern="100">
                          <a:effectLst/>
                        </a:rPr>
                        <a:t> </a:t>
                      </a:r>
                      <a:endParaRPr lang="en-US" sz="1200" b="1" kern="100">
                        <a:effectLst/>
                        <a:latin typeface="Aptos" panose="020B0004020202020204" pitchFamily="34" charset="0"/>
                        <a:ea typeface="Aptos" panose="020B0004020202020204" pitchFamily="34" charset="0"/>
                        <a:cs typeface="Arial" panose="020B0604020202020204" pitchFamily="34" charset="0"/>
                      </a:endParaRPr>
                    </a:p>
                  </a:txBody>
                  <a:tcPr marL="62197" marR="62197" marT="0" marB="0" anchor="ctr"/>
                </a:tc>
                <a:tc>
                  <a:txBody>
                    <a:bodyPr/>
                    <a:lstStyle/>
                    <a:p>
                      <a:pPr algn="ctr" rtl="1">
                        <a:lnSpc>
                          <a:spcPct val="107000"/>
                        </a:lnSpc>
                        <a:spcAft>
                          <a:spcPts val="800"/>
                        </a:spcAft>
                        <a:buNone/>
                      </a:pPr>
                      <a:r>
                        <a:rPr lang="ar-SA" sz="1200" b="1" kern="100">
                          <a:effectLst/>
                        </a:rPr>
                        <a:t> </a:t>
                      </a:r>
                      <a:endParaRPr lang="en-US" sz="1200" b="1" kern="100">
                        <a:effectLst/>
                        <a:latin typeface="Aptos" panose="020B0004020202020204" pitchFamily="34" charset="0"/>
                        <a:ea typeface="Aptos" panose="020B0004020202020204" pitchFamily="34" charset="0"/>
                        <a:cs typeface="Arial" panose="020B0604020202020204" pitchFamily="34" charset="0"/>
                      </a:endParaRPr>
                    </a:p>
                  </a:txBody>
                  <a:tcPr marL="62197" marR="62197" marT="0" marB="0" anchor="ctr"/>
                </a:tc>
                <a:tc>
                  <a:txBody>
                    <a:bodyPr/>
                    <a:lstStyle/>
                    <a:p>
                      <a:pPr algn="ctr" rtl="1">
                        <a:lnSpc>
                          <a:spcPct val="107000"/>
                        </a:lnSpc>
                        <a:spcAft>
                          <a:spcPts val="800"/>
                        </a:spcAft>
                        <a:buNone/>
                      </a:pPr>
                      <a:r>
                        <a:rPr lang="ar-SA" sz="1200" b="1" kern="100">
                          <a:effectLst/>
                        </a:rPr>
                        <a:t> </a:t>
                      </a:r>
                      <a:endParaRPr lang="en-US" sz="1200" b="1" kern="100">
                        <a:effectLst/>
                        <a:latin typeface="Aptos" panose="020B0004020202020204" pitchFamily="34" charset="0"/>
                        <a:ea typeface="Aptos" panose="020B0004020202020204" pitchFamily="34" charset="0"/>
                        <a:cs typeface="Arial" panose="020B0604020202020204" pitchFamily="34" charset="0"/>
                      </a:endParaRPr>
                    </a:p>
                  </a:txBody>
                  <a:tcPr marL="62197" marR="62197" marT="0" marB="0" anchor="ctr"/>
                </a:tc>
                <a:tc>
                  <a:txBody>
                    <a:bodyPr/>
                    <a:lstStyle/>
                    <a:p>
                      <a:pPr algn="ctr" rtl="1">
                        <a:lnSpc>
                          <a:spcPct val="107000"/>
                        </a:lnSpc>
                        <a:spcAft>
                          <a:spcPts val="800"/>
                        </a:spcAft>
                        <a:buNone/>
                      </a:pPr>
                      <a:r>
                        <a:rPr lang="ar-SA" sz="1200" b="1" kern="100">
                          <a:effectLst/>
                        </a:rPr>
                        <a:t> </a:t>
                      </a:r>
                      <a:endParaRPr lang="en-US" sz="1200" b="1" kern="100">
                        <a:effectLst/>
                        <a:latin typeface="Aptos" panose="020B0004020202020204" pitchFamily="34" charset="0"/>
                        <a:ea typeface="Aptos" panose="020B0004020202020204" pitchFamily="34" charset="0"/>
                        <a:cs typeface="Arial" panose="020B0604020202020204" pitchFamily="34" charset="0"/>
                      </a:endParaRPr>
                    </a:p>
                  </a:txBody>
                  <a:tcPr marL="62197" marR="62197" marT="0" marB="0" anchor="ctr"/>
                </a:tc>
                <a:tc>
                  <a:txBody>
                    <a:bodyPr/>
                    <a:lstStyle/>
                    <a:p>
                      <a:pPr algn="ctr" rtl="1">
                        <a:lnSpc>
                          <a:spcPct val="107000"/>
                        </a:lnSpc>
                        <a:spcAft>
                          <a:spcPts val="800"/>
                        </a:spcAft>
                        <a:buNone/>
                      </a:pPr>
                      <a:r>
                        <a:rPr lang="ar-SA" sz="1200" b="1" kern="100">
                          <a:effectLst/>
                        </a:rPr>
                        <a:t> </a:t>
                      </a:r>
                      <a:endParaRPr lang="en-US" sz="1200" b="1" kern="100">
                        <a:effectLst/>
                        <a:latin typeface="Aptos" panose="020B0004020202020204" pitchFamily="34" charset="0"/>
                        <a:ea typeface="Aptos" panose="020B0004020202020204" pitchFamily="34" charset="0"/>
                        <a:cs typeface="Arial" panose="020B0604020202020204" pitchFamily="34" charset="0"/>
                      </a:endParaRPr>
                    </a:p>
                  </a:txBody>
                  <a:tcPr marL="62197" marR="62197" marT="0" marB="0" anchor="ctr"/>
                </a:tc>
                <a:tc>
                  <a:txBody>
                    <a:bodyPr/>
                    <a:lstStyle/>
                    <a:p>
                      <a:pPr algn="ctr" rtl="1">
                        <a:lnSpc>
                          <a:spcPct val="107000"/>
                        </a:lnSpc>
                        <a:spcAft>
                          <a:spcPts val="800"/>
                        </a:spcAft>
                        <a:buNone/>
                      </a:pPr>
                      <a:r>
                        <a:rPr lang="ar-SA" sz="1200" b="1" kern="100">
                          <a:effectLst/>
                        </a:rPr>
                        <a:t> </a:t>
                      </a:r>
                      <a:endParaRPr lang="en-US" sz="1200" b="1" kern="100">
                        <a:effectLst/>
                        <a:latin typeface="Aptos" panose="020B0004020202020204" pitchFamily="34" charset="0"/>
                        <a:ea typeface="Aptos" panose="020B0004020202020204" pitchFamily="34" charset="0"/>
                        <a:cs typeface="Arial" panose="020B0604020202020204" pitchFamily="34" charset="0"/>
                      </a:endParaRPr>
                    </a:p>
                  </a:txBody>
                  <a:tcPr marL="62197" marR="62197" marT="0" marB="0" anchor="ctr"/>
                </a:tc>
                <a:extLst>
                  <a:ext uri="{0D108BD9-81ED-4DB2-BD59-A6C34878D82A}">
                    <a16:rowId xmlns:a16="http://schemas.microsoft.com/office/drawing/2014/main" val="142185714"/>
                  </a:ext>
                </a:extLst>
              </a:tr>
              <a:tr h="1010121">
                <a:tc vMerge="1">
                  <a:txBody>
                    <a:bodyPr/>
                    <a:lstStyle/>
                    <a:p>
                      <a:pPr rtl="1"/>
                      <a:endParaRPr lang="ar-SA"/>
                    </a:p>
                  </a:txBody>
                  <a:tcPr/>
                </a:tc>
                <a:tc>
                  <a:txBody>
                    <a:bodyPr/>
                    <a:lstStyle/>
                    <a:p>
                      <a:pPr algn="ctr" rtl="1">
                        <a:lnSpc>
                          <a:spcPct val="107000"/>
                        </a:lnSpc>
                        <a:spcAft>
                          <a:spcPts val="800"/>
                        </a:spcAft>
                        <a:buNone/>
                      </a:pPr>
                      <a:r>
                        <a:rPr lang="ar-SA" sz="1200" b="1" kern="100">
                          <a:effectLst/>
                        </a:rPr>
                        <a:t>الثالث</a:t>
                      </a:r>
                      <a:endParaRPr lang="en-US" sz="1200" b="1" kern="100">
                        <a:effectLst/>
                        <a:latin typeface="Aptos" panose="020B0004020202020204" pitchFamily="34" charset="0"/>
                        <a:ea typeface="Aptos" panose="020B0004020202020204" pitchFamily="34" charset="0"/>
                        <a:cs typeface="Arial" panose="020B0604020202020204" pitchFamily="34" charset="0"/>
                      </a:endParaRPr>
                    </a:p>
                  </a:txBody>
                  <a:tcPr marL="62197" marR="62197" marT="0" marB="0" anchor="ctr"/>
                </a:tc>
                <a:tc>
                  <a:txBody>
                    <a:bodyPr/>
                    <a:lstStyle/>
                    <a:p>
                      <a:pPr algn="ctr" rtl="1">
                        <a:lnSpc>
                          <a:spcPct val="107000"/>
                        </a:lnSpc>
                        <a:spcAft>
                          <a:spcPts val="800"/>
                        </a:spcAft>
                        <a:buNone/>
                      </a:pPr>
                      <a:r>
                        <a:rPr lang="ar-SA" sz="1200" b="1" kern="100">
                          <a:effectLst/>
                        </a:rPr>
                        <a:t> </a:t>
                      </a:r>
                      <a:endParaRPr lang="en-US" sz="1200" b="1" kern="100">
                        <a:effectLst/>
                        <a:latin typeface="Aptos" panose="020B0004020202020204" pitchFamily="34" charset="0"/>
                        <a:ea typeface="Aptos" panose="020B0004020202020204" pitchFamily="34" charset="0"/>
                        <a:cs typeface="Arial" panose="020B0604020202020204" pitchFamily="34" charset="0"/>
                      </a:endParaRPr>
                    </a:p>
                  </a:txBody>
                  <a:tcPr marL="62197" marR="62197" marT="0" marB="0" anchor="ctr"/>
                </a:tc>
                <a:tc>
                  <a:txBody>
                    <a:bodyPr/>
                    <a:lstStyle/>
                    <a:p>
                      <a:pPr algn="ctr" rtl="1">
                        <a:lnSpc>
                          <a:spcPct val="107000"/>
                        </a:lnSpc>
                        <a:spcAft>
                          <a:spcPts val="800"/>
                        </a:spcAft>
                        <a:buNone/>
                      </a:pPr>
                      <a:r>
                        <a:rPr lang="ar-SA" sz="1200" b="1" kern="100">
                          <a:effectLst/>
                        </a:rPr>
                        <a:t> </a:t>
                      </a:r>
                      <a:endParaRPr lang="en-US" sz="1200" b="1" kern="100">
                        <a:effectLst/>
                        <a:latin typeface="Aptos" panose="020B0004020202020204" pitchFamily="34" charset="0"/>
                        <a:ea typeface="Aptos" panose="020B0004020202020204" pitchFamily="34" charset="0"/>
                        <a:cs typeface="Arial" panose="020B0604020202020204" pitchFamily="34" charset="0"/>
                      </a:endParaRPr>
                    </a:p>
                  </a:txBody>
                  <a:tcPr marL="62197" marR="62197" marT="0" marB="0" anchor="ctr"/>
                </a:tc>
                <a:tc>
                  <a:txBody>
                    <a:bodyPr/>
                    <a:lstStyle/>
                    <a:p>
                      <a:pPr algn="ctr" rtl="1">
                        <a:lnSpc>
                          <a:spcPct val="107000"/>
                        </a:lnSpc>
                        <a:spcAft>
                          <a:spcPts val="800"/>
                        </a:spcAft>
                        <a:buNone/>
                      </a:pPr>
                      <a:r>
                        <a:rPr lang="ar-SA" sz="1200" b="1" kern="100">
                          <a:effectLst/>
                        </a:rPr>
                        <a:t> </a:t>
                      </a:r>
                      <a:endParaRPr lang="en-US" sz="1200" b="1" kern="100">
                        <a:effectLst/>
                        <a:latin typeface="Aptos" panose="020B0004020202020204" pitchFamily="34" charset="0"/>
                        <a:ea typeface="Aptos" panose="020B0004020202020204" pitchFamily="34" charset="0"/>
                        <a:cs typeface="Arial" panose="020B0604020202020204" pitchFamily="34" charset="0"/>
                      </a:endParaRPr>
                    </a:p>
                  </a:txBody>
                  <a:tcPr marL="62197" marR="62197" marT="0" marB="0" anchor="ctr"/>
                </a:tc>
                <a:tc>
                  <a:txBody>
                    <a:bodyPr/>
                    <a:lstStyle/>
                    <a:p>
                      <a:pPr algn="ctr" rtl="1">
                        <a:lnSpc>
                          <a:spcPct val="107000"/>
                        </a:lnSpc>
                        <a:spcAft>
                          <a:spcPts val="800"/>
                        </a:spcAft>
                        <a:buNone/>
                      </a:pPr>
                      <a:r>
                        <a:rPr lang="ar-SA" sz="1200" b="1" kern="100">
                          <a:effectLst/>
                        </a:rPr>
                        <a:t> </a:t>
                      </a:r>
                      <a:endParaRPr lang="en-US" sz="1200" b="1" kern="100">
                        <a:effectLst/>
                        <a:latin typeface="Aptos" panose="020B0004020202020204" pitchFamily="34" charset="0"/>
                        <a:ea typeface="Aptos" panose="020B0004020202020204" pitchFamily="34" charset="0"/>
                        <a:cs typeface="Arial" panose="020B0604020202020204" pitchFamily="34" charset="0"/>
                      </a:endParaRPr>
                    </a:p>
                  </a:txBody>
                  <a:tcPr marL="62197" marR="62197" marT="0" marB="0" anchor="ctr"/>
                </a:tc>
                <a:tc>
                  <a:txBody>
                    <a:bodyPr/>
                    <a:lstStyle/>
                    <a:p>
                      <a:pPr algn="ctr" rtl="1">
                        <a:lnSpc>
                          <a:spcPct val="107000"/>
                        </a:lnSpc>
                        <a:spcAft>
                          <a:spcPts val="800"/>
                        </a:spcAft>
                        <a:buNone/>
                      </a:pPr>
                      <a:r>
                        <a:rPr lang="ar-SA" sz="1200" b="1" kern="100">
                          <a:effectLst/>
                        </a:rPr>
                        <a:t> </a:t>
                      </a:r>
                      <a:endParaRPr lang="en-US" sz="1200" b="1" kern="100">
                        <a:effectLst/>
                        <a:latin typeface="Aptos" panose="020B0004020202020204" pitchFamily="34" charset="0"/>
                        <a:ea typeface="Aptos" panose="020B0004020202020204" pitchFamily="34" charset="0"/>
                        <a:cs typeface="Arial" panose="020B0604020202020204" pitchFamily="34" charset="0"/>
                      </a:endParaRPr>
                    </a:p>
                  </a:txBody>
                  <a:tcPr marL="62197" marR="62197" marT="0" marB="0" anchor="ctr"/>
                </a:tc>
                <a:tc>
                  <a:txBody>
                    <a:bodyPr/>
                    <a:lstStyle/>
                    <a:p>
                      <a:pPr algn="ctr" rtl="1">
                        <a:lnSpc>
                          <a:spcPct val="107000"/>
                        </a:lnSpc>
                        <a:spcAft>
                          <a:spcPts val="800"/>
                        </a:spcAft>
                        <a:buNone/>
                      </a:pPr>
                      <a:r>
                        <a:rPr lang="ar-SA" sz="1200" b="1" kern="100">
                          <a:effectLst/>
                        </a:rPr>
                        <a:t> </a:t>
                      </a:r>
                      <a:endParaRPr lang="en-US" sz="1200" b="1" kern="100">
                        <a:effectLst/>
                        <a:latin typeface="Aptos" panose="020B0004020202020204" pitchFamily="34" charset="0"/>
                        <a:ea typeface="Aptos" panose="020B0004020202020204" pitchFamily="34" charset="0"/>
                        <a:cs typeface="Arial" panose="020B0604020202020204" pitchFamily="34" charset="0"/>
                      </a:endParaRPr>
                    </a:p>
                  </a:txBody>
                  <a:tcPr marL="62197" marR="62197" marT="0" marB="0" anchor="ctr"/>
                </a:tc>
                <a:extLst>
                  <a:ext uri="{0D108BD9-81ED-4DB2-BD59-A6C34878D82A}">
                    <a16:rowId xmlns:a16="http://schemas.microsoft.com/office/drawing/2014/main" val="1382188062"/>
                  </a:ext>
                </a:extLst>
              </a:tr>
              <a:tr h="1010121">
                <a:tc vMerge="1">
                  <a:txBody>
                    <a:bodyPr/>
                    <a:lstStyle/>
                    <a:p>
                      <a:pPr rtl="1"/>
                      <a:endParaRPr lang="ar-SA"/>
                    </a:p>
                  </a:txBody>
                  <a:tcPr/>
                </a:tc>
                <a:tc>
                  <a:txBody>
                    <a:bodyPr/>
                    <a:lstStyle/>
                    <a:p>
                      <a:pPr algn="ctr" rtl="1">
                        <a:lnSpc>
                          <a:spcPct val="107000"/>
                        </a:lnSpc>
                        <a:spcAft>
                          <a:spcPts val="800"/>
                        </a:spcAft>
                        <a:buNone/>
                      </a:pPr>
                      <a:r>
                        <a:rPr lang="ar-SA" sz="1200" b="1" kern="100">
                          <a:effectLst/>
                        </a:rPr>
                        <a:t>الرابع</a:t>
                      </a:r>
                      <a:endParaRPr lang="en-US" sz="1200" b="1" kern="100">
                        <a:effectLst/>
                        <a:latin typeface="Aptos" panose="020B0004020202020204" pitchFamily="34" charset="0"/>
                        <a:ea typeface="Aptos" panose="020B0004020202020204" pitchFamily="34" charset="0"/>
                        <a:cs typeface="Arial" panose="020B0604020202020204" pitchFamily="34" charset="0"/>
                      </a:endParaRPr>
                    </a:p>
                  </a:txBody>
                  <a:tcPr marL="62197" marR="62197" marT="0" marB="0" anchor="ctr"/>
                </a:tc>
                <a:tc>
                  <a:txBody>
                    <a:bodyPr/>
                    <a:lstStyle/>
                    <a:p>
                      <a:pPr algn="ctr" rtl="1">
                        <a:lnSpc>
                          <a:spcPct val="107000"/>
                        </a:lnSpc>
                        <a:spcAft>
                          <a:spcPts val="800"/>
                        </a:spcAft>
                        <a:buNone/>
                      </a:pPr>
                      <a:r>
                        <a:rPr lang="ar-SA" sz="1200" b="1" kern="100">
                          <a:effectLst/>
                        </a:rPr>
                        <a:t> </a:t>
                      </a:r>
                      <a:endParaRPr lang="en-US" sz="1200" b="1" kern="100">
                        <a:effectLst/>
                        <a:latin typeface="Aptos" panose="020B0004020202020204" pitchFamily="34" charset="0"/>
                        <a:ea typeface="Aptos" panose="020B0004020202020204" pitchFamily="34" charset="0"/>
                        <a:cs typeface="Arial" panose="020B0604020202020204" pitchFamily="34" charset="0"/>
                      </a:endParaRPr>
                    </a:p>
                  </a:txBody>
                  <a:tcPr marL="62197" marR="62197" marT="0" marB="0" anchor="ctr"/>
                </a:tc>
                <a:tc>
                  <a:txBody>
                    <a:bodyPr/>
                    <a:lstStyle/>
                    <a:p>
                      <a:pPr algn="ctr" rtl="1">
                        <a:lnSpc>
                          <a:spcPct val="107000"/>
                        </a:lnSpc>
                        <a:spcAft>
                          <a:spcPts val="800"/>
                        </a:spcAft>
                        <a:buNone/>
                      </a:pPr>
                      <a:r>
                        <a:rPr lang="ar-SA" sz="1200" b="1" kern="100">
                          <a:effectLst/>
                        </a:rPr>
                        <a:t> </a:t>
                      </a:r>
                      <a:endParaRPr lang="en-US" sz="1200" b="1" kern="100">
                        <a:effectLst/>
                        <a:latin typeface="Aptos" panose="020B0004020202020204" pitchFamily="34" charset="0"/>
                        <a:ea typeface="Aptos" panose="020B0004020202020204" pitchFamily="34" charset="0"/>
                        <a:cs typeface="Arial" panose="020B0604020202020204" pitchFamily="34" charset="0"/>
                      </a:endParaRPr>
                    </a:p>
                  </a:txBody>
                  <a:tcPr marL="62197" marR="62197" marT="0" marB="0" anchor="ctr"/>
                </a:tc>
                <a:tc>
                  <a:txBody>
                    <a:bodyPr/>
                    <a:lstStyle/>
                    <a:p>
                      <a:pPr algn="ctr" rtl="1">
                        <a:lnSpc>
                          <a:spcPct val="107000"/>
                        </a:lnSpc>
                        <a:spcAft>
                          <a:spcPts val="800"/>
                        </a:spcAft>
                        <a:buNone/>
                      </a:pPr>
                      <a:r>
                        <a:rPr lang="ar-SA" sz="1200" b="1" kern="100">
                          <a:effectLst/>
                        </a:rPr>
                        <a:t> </a:t>
                      </a:r>
                      <a:endParaRPr lang="en-US" sz="1200" b="1" kern="100">
                        <a:effectLst/>
                        <a:latin typeface="Aptos" panose="020B0004020202020204" pitchFamily="34" charset="0"/>
                        <a:ea typeface="Aptos" panose="020B0004020202020204" pitchFamily="34" charset="0"/>
                        <a:cs typeface="Arial" panose="020B0604020202020204" pitchFamily="34" charset="0"/>
                      </a:endParaRPr>
                    </a:p>
                  </a:txBody>
                  <a:tcPr marL="62197" marR="62197" marT="0" marB="0" anchor="ctr"/>
                </a:tc>
                <a:tc>
                  <a:txBody>
                    <a:bodyPr/>
                    <a:lstStyle/>
                    <a:p>
                      <a:pPr algn="ctr" rtl="1">
                        <a:lnSpc>
                          <a:spcPct val="107000"/>
                        </a:lnSpc>
                        <a:spcAft>
                          <a:spcPts val="800"/>
                        </a:spcAft>
                        <a:buNone/>
                      </a:pPr>
                      <a:r>
                        <a:rPr lang="ar-SA" sz="1200" b="1" kern="100">
                          <a:effectLst/>
                        </a:rPr>
                        <a:t> </a:t>
                      </a:r>
                      <a:endParaRPr lang="en-US" sz="1200" b="1" kern="100">
                        <a:effectLst/>
                        <a:latin typeface="Aptos" panose="020B0004020202020204" pitchFamily="34" charset="0"/>
                        <a:ea typeface="Aptos" panose="020B0004020202020204" pitchFamily="34" charset="0"/>
                        <a:cs typeface="Arial" panose="020B0604020202020204" pitchFamily="34" charset="0"/>
                      </a:endParaRPr>
                    </a:p>
                  </a:txBody>
                  <a:tcPr marL="62197" marR="62197" marT="0" marB="0" anchor="ctr"/>
                </a:tc>
                <a:tc>
                  <a:txBody>
                    <a:bodyPr/>
                    <a:lstStyle/>
                    <a:p>
                      <a:pPr algn="ctr" rtl="1">
                        <a:lnSpc>
                          <a:spcPct val="107000"/>
                        </a:lnSpc>
                        <a:spcAft>
                          <a:spcPts val="800"/>
                        </a:spcAft>
                        <a:buNone/>
                      </a:pPr>
                      <a:r>
                        <a:rPr lang="ar-SA" sz="1200" b="1" kern="100">
                          <a:effectLst/>
                        </a:rPr>
                        <a:t> </a:t>
                      </a:r>
                      <a:endParaRPr lang="en-US" sz="1200" b="1" kern="100">
                        <a:effectLst/>
                        <a:latin typeface="Aptos" panose="020B0004020202020204" pitchFamily="34" charset="0"/>
                        <a:ea typeface="Aptos" panose="020B0004020202020204" pitchFamily="34" charset="0"/>
                        <a:cs typeface="Arial" panose="020B0604020202020204" pitchFamily="34" charset="0"/>
                      </a:endParaRPr>
                    </a:p>
                  </a:txBody>
                  <a:tcPr marL="62197" marR="62197" marT="0" marB="0" anchor="ctr"/>
                </a:tc>
                <a:tc>
                  <a:txBody>
                    <a:bodyPr/>
                    <a:lstStyle/>
                    <a:p>
                      <a:pPr algn="ctr" rtl="1">
                        <a:lnSpc>
                          <a:spcPct val="107000"/>
                        </a:lnSpc>
                        <a:spcAft>
                          <a:spcPts val="800"/>
                        </a:spcAft>
                        <a:buNone/>
                      </a:pPr>
                      <a:r>
                        <a:rPr lang="ar-SA" sz="1200" b="1" kern="100" dirty="0">
                          <a:effectLst/>
                        </a:rPr>
                        <a:t> </a:t>
                      </a:r>
                      <a:endParaRPr lang="en-US" sz="1200" b="1" kern="100" dirty="0">
                        <a:effectLst/>
                        <a:latin typeface="Aptos" panose="020B0004020202020204" pitchFamily="34" charset="0"/>
                        <a:ea typeface="Aptos" panose="020B0004020202020204" pitchFamily="34" charset="0"/>
                        <a:cs typeface="Arial" panose="020B0604020202020204" pitchFamily="34" charset="0"/>
                      </a:endParaRPr>
                    </a:p>
                  </a:txBody>
                  <a:tcPr marL="62197" marR="62197" marT="0" marB="0" anchor="ctr"/>
                </a:tc>
                <a:extLst>
                  <a:ext uri="{0D108BD9-81ED-4DB2-BD59-A6C34878D82A}">
                    <a16:rowId xmlns:a16="http://schemas.microsoft.com/office/drawing/2014/main" val="1426905031"/>
                  </a:ext>
                </a:extLst>
              </a:tr>
            </a:tbl>
          </a:graphicData>
        </a:graphic>
      </p:graphicFrame>
      <p:sp>
        <p:nvSpPr>
          <p:cNvPr id="9" name="مربع نص 8">
            <a:extLst>
              <a:ext uri="{FF2B5EF4-FFF2-40B4-BE49-F238E27FC236}">
                <a16:creationId xmlns:a16="http://schemas.microsoft.com/office/drawing/2014/main" id="{6BA52ED6-5A59-DC14-6F01-730D80ECD801}"/>
              </a:ext>
            </a:extLst>
          </p:cNvPr>
          <p:cNvSpPr txBox="1"/>
          <p:nvPr/>
        </p:nvSpPr>
        <p:spPr>
          <a:xfrm>
            <a:off x="736257" y="9592934"/>
            <a:ext cx="6477000" cy="307777"/>
          </a:xfrm>
          <a:prstGeom prst="rect">
            <a:avLst/>
          </a:prstGeom>
          <a:noFill/>
        </p:spPr>
        <p:txBody>
          <a:bodyPr wrap="square" rtlCol="1">
            <a:spAutoFit/>
          </a:bodyPr>
          <a:lstStyle/>
          <a:p>
            <a:pPr algn="r" rtl="1"/>
            <a:r>
              <a:rPr lang="ar-SA" sz="1400" b="1" dirty="0"/>
              <a:t>مديرة المدرسة / جيهان محمد علي بنا                                                          الختم</a:t>
            </a:r>
            <a:endParaRPr lang="en-US" sz="1400" dirty="0"/>
          </a:p>
        </p:txBody>
      </p:sp>
      <p:sp>
        <p:nvSpPr>
          <p:cNvPr id="11" name="مربع نص 10">
            <a:extLst>
              <a:ext uri="{FF2B5EF4-FFF2-40B4-BE49-F238E27FC236}">
                <a16:creationId xmlns:a16="http://schemas.microsoft.com/office/drawing/2014/main" id="{60BF1A3E-3EAE-1B3D-3A6D-7972B1D30A0D}"/>
              </a:ext>
            </a:extLst>
          </p:cNvPr>
          <p:cNvSpPr txBox="1"/>
          <p:nvPr/>
        </p:nvSpPr>
        <p:spPr>
          <a:xfrm>
            <a:off x="349248" y="7404100"/>
            <a:ext cx="6934202" cy="1384995"/>
          </a:xfrm>
          <a:prstGeom prst="rect">
            <a:avLst/>
          </a:prstGeom>
          <a:noFill/>
        </p:spPr>
        <p:txBody>
          <a:bodyPr wrap="square" rtlCol="1">
            <a:spAutoFit/>
          </a:bodyPr>
          <a:lstStyle/>
          <a:p>
            <a:pPr algn="r" rtl="1"/>
            <a:r>
              <a:rPr lang="ar-SA" sz="1200" b="1" dirty="0"/>
              <a:t> </a:t>
            </a:r>
            <a:r>
              <a:rPr lang="ar-SA" sz="1200" b="1" dirty="0">
                <a:solidFill>
                  <a:srgbClr val="C00000"/>
                </a:solidFill>
              </a:rPr>
              <a:t>أنواع مجتمعات التعلم المهنية</a:t>
            </a:r>
            <a:endParaRPr lang="en-US" sz="1200" b="1" dirty="0">
              <a:solidFill>
                <a:srgbClr val="C00000"/>
              </a:solidFill>
            </a:endParaRPr>
          </a:p>
          <a:p>
            <a:pPr algn="r" rtl="1"/>
            <a:r>
              <a:rPr lang="ar-SA" sz="1200" b="1" dirty="0"/>
              <a:t>ورش عمل – بحث الدرس – اجتماعات – قراءات موجهة – كتابة تقرير – بحوث اجرائية – حلقة نقاش – كتابة نشرة تربوية - تدريب اقران – ورش عمل مصغرة – تبادل موارد تعليمية – تفعيل الكتروني، ... الخ </a:t>
            </a:r>
            <a:endParaRPr lang="en-US" sz="1200" b="1" dirty="0"/>
          </a:p>
          <a:p>
            <a:pPr algn="r" rtl="1"/>
            <a:r>
              <a:rPr lang="ar-SA" sz="1200" b="1" dirty="0"/>
              <a:t> </a:t>
            </a:r>
            <a:endParaRPr lang="en-US" sz="1200" b="1" dirty="0"/>
          </a:p>
          <a:p>
            <a:pPr algn="r" rtl="1"/>
            <a:r>
              <a:rPr lang="ar-SA" sz="1200" b="1" dirty="0">
                <a:solidFill>
                  <a:srgbClr val="C00000"/>
                </a:solidFill>
              </a:rPr>
              <a:t>   تعليمات هامة:   </a:t>
            </a:r>
            <a:endParaRPr lang="en-US" sz="1200" b="1" dirty="0">
              <a:solidFill>
                <a:srgbClr val="C00000"/>
              </a:solidFill>
            </a:endParaRPr>
          </a:p>
          <a:p>
            <a:pPr algn="r" rtl="1"/>
            <a:r>
              <a:rPr lang="ar-SA" sz="1200" b="1" dirty="0"/>
              <a:t>الحد الأدنى لتفعيل مجتمعات التعلم مرتين شهريا مع ضرورة تنويع الموضوعات لتشمل التخصص وقضية تربوية او اجتماعية او سلوكية مرتبطة بالمرحلة الدراسية ومرتبطة بالمجتمع المدرسي</a:t>
            </a:r>
            <a:endParaRPr lang="en-US" sz="1200" b="1" dirty="0"/>
          </a:p>
        </p:txBody>
      </p:sp>
    </p:spTree>
    <p:extLst>
      <p:ext uri="{BB962C8B-B14F-4D97-AF65-F5344CB8AC3E}">
        <p14:creationId xmlns:p14="http://schemas.microsoft.com/office/powerpoint/2010/main" val="5331866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62C4B0"/>
        </a:solidFill>
        <a:effectLst/>
      </p:bgPr>
    </p:bg>
    <p:spTree>
      <p:nvGrpSpPr>
        <p:cNvPr id="1" name="">
          <a:extLst>
            <a:ext uri="{FF2B5EF4-FFF2-40B4-BE49-F238E27FC236}">
              <a16:creationId xmlns:a16="http://schemas.microsoft.com/office/drawing/2014/main" id="{36C03D60-BA97-6F07-9754-3190D17B5D95}"/>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E51BEF93-9783-8DA4-7000-22B8995C82EB}"/>
              </a:ext>
            </a:extLst>
          </p:cNvPr>
          <p:cNvSpPr/>
          <p:nvPr/>
        </p:nvSpPr>
        <p:spPr>
          <a:xfrm>
            <a:off x="-251374" y="0"/>
            <a:ext cx="7872660" cy="10895551"/>
          </a:xfrm>
          <a:custGeom>
            <a:avLst/>
            <a:gdLst/>
            <a:ahLst/>
            <a:cxnLst/>
            <a:rect l="l" t="t" r="r" b="b"/>
            <a:pathLst>
              <a:path w="7758846" h="8416894">
                <a:moveTo>
                  <a:pt x="0" y="0"/>
                </a:moveTo>
                <a:lnTo>
                  <a:pt x="7758846" y="0"/>
                </a:lnTo>
                <a:lnTo>
                  <a:pt x="7758846" y="8416894"/>
                </a:lnTo>
                <a:lnTo>
                  <a:pt x="0" y="8416894"/>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ar-SA"/>
          </a:p>
        </p:txBody>
      </p:sp>
      <p:sp>
        <p:nvSpPr>
          <p:cNvPr id="4" name="Freeform 4">
            <a:extLst>
              <a:ext uri="{FF2B5EF4-FFF2-40B4-BE49-F238E27FC236}">
                <a16:creationId xmlns:a16="http://schemas.microsoft.com/office/drawing/2014/main" id="{5F11F455-341C-E803-D54C-14B089B0985F}"/>
              </a:ext>
            </a:extLst>
          </p:cNvPr>
          <p:cNvSpPr/>
          <p:nvPr/>
        </p:nvSpPr>
        <p:spPr>
          <a:xfrm>
            <a:off x="0" y="39592"/>
            <a:ext cx="5683250" cy="393700"/>
          </a:xfrm>
          <a:custGeom>
            <a:avLst/>
            <a:gdLst/>
            <a:ahLst/>
            <a:cxnLst/>
            <a:rect l="l" t="t" r="r" b="b"/>
            <a:pathLst>
              <a:path w="3308517" h="1467779">
                <a:moveTo>
                  <a:pt x="0" y="0"/>
                </a:moveTo>
                <a:lnTo>
                  <a:pt x="3308517" y="0"/>
                </a:lnTo>
                <a:lnTo>
                  <a:pt x="3308517" y="1467779"/>
                </a:lnTo>
                <a:lnTo>
                  <a:pt x="0" y="1467779"/>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ar-SA"/>
          </a:p>
        </p:txBody>
      </p:sp>
      <p:sp>
        <p:nvSpPr>
          <p:cNvPr id="10" name="مربع نص 9">
            <a:extLst>
              <a:ext uri="{FF2B5EF4-FFF2-40B4-BE49-F238E27FC236}">
                <a16:creationId xmlns:a16="http://schemas.microsoft.com/office/drawing/2014/main" id="{ED222E50-39FD-5A46-FD5D-5A1841CBD8C2}"/>
              </a:ext>
            </a:extLst>
          </p:cNvPr>
          <p:cNvSpPr txBox="1"/>
          <p:nvPr/>
        </p:nvSpPr>
        <p:spPr>
          <a:xfrm>
            <a:off x="1797050" y="1536347"/>
            <a:ext cx="3733800" cy="369332"/>
          </a:xfrm>
          <a:prstGeom prst="rect">
            <a:avLst/>
          </a:prstGeom>
          <a:noFill/>
        </p:spPr>
        <p:txBody>
          <a:bodyPr wrap="square" rtlCol="1">
            <a:spAutoFit/>
          </a:bodyPr>
          <a:lstStyle/>
          <a:p>
            <a:pPr algn="ctr" rtl="1"/>
            <a:r>
              <a:rPr lang="ar-SA" b="1" dirty="0">
                <a:solidFill>
                  <a:srgbClr val="C00000"/>
                </a:solidFill>
              </a:rPr>
              <a:t>تقرير تنفيذ مجتمع تعلم مهني حسب التخصص</a:t>
            </a:r>
            <a:endParaRPr lang="en-US" dirty="0">
              <a:solidFill>
                <a:srgbClr val="C00000"/>
              </a:solidFill>
            </a:endParaRPr>
          </a:p>
        </p:txBody>
      </p:sp>
      <p:sp>
        <p:nvSpPr>
          <p:cNvPr id="3" name="مربع نص 2">
            <a:extLst>
              <a:ext uri="{FF2B5EF4-FFF2-40B4-BE49-F238E27FC236}">
                <a16:creationId xmlns:a16="http://schemas.microsoft.com/office/drawing/2014/main" id="{ABB13DD8-3741-5040-6360-CBFE5EFE15B1}"/>
              </a:ext>
            </a:extLst>
          </p:cNvPr>
          <p:cNvSpPr txBox="1"/>
          <p:nvPr/>
        </p:nvSpPr>
        <p:spPr>
          <a:xfrm>
            <a:off x="2559050" y="2387644"/>
            <a:ext cx="4724400" cy="523220"/>
          </a:xfrm>
          <a:prstGeom prst="rect">
            <a:avLst/>
          </a:prstGeom>
          <a:noFill/>
        </p:spPr>
        <p:txBody>
          <a:bodyPr wrap="square" rtlCol="1">
            <a:spAutoFit/>
          </a:bodyPr>
          <a:lstStyle/>
          <a:p>
            <a:pPr algn="r" rtl="1"/>
            <a:r>
              <a:rPr lang="ar-SA" sz="1400" b="1" dirty="0"/>
              <a:t>البيانات الأساسية للمجتمع المهني  ( يعبأ من قبل المنفذين)</a:t>
            </a:r>
            <a:endParaRPr lang="en-US" sz="1400" dirty="0"/>
          </a:p>
          <a:p>
            <a:pPr algn="r" rtl="1"/>
            <a:endParaRPr lang="ar-SA" sz="1400" dirty="0"/>
          </a:p>
        </p:txBody>
      </p:sp>
      <p:graphicFrame>
        <p:nvGraphicFramePr>
          <p:cNvPr id="8" name="جدول 7">
            <a:extLst>
              <a:ext uri="{FF2B5EF4-FFF2-40B4-BE49-F238E27FC236}">
                <a16:creationId xmlns:a16="http://schemas.microsoft.com/office/drawing/2014/main" id="{CF546995-6714-BB08-EDF0-D31216CFBC73}"/>
              </a:ext>
            </a:extLst>
          </p:cNvPr>
          <p:cNvGraphicFramePr>
            <a:graphicFrameLocks noGrp="1"/>
          </p:cNvGraphicFramePr>
          <p:nvPr>
            <p:extLst>
              <p:ext uri="{D42A27DB-BD31-4B8C-83A1-F6EECF244321}">
                <p14:modId xmlns:p14="http://schemas.microsoft.com/office/powerpoint/2010/main" val="4257386823"/>
              </p:ext>
            </p:extLst>
          </p:nvPr>
        </p:nvGraphicFramePr>
        <p:xfrm>
          <a:off x="806450" y="2755900"/>
          <a:ext cx="6473825" cy="1800734"/>
        </p:xfrm>
        <a:graphic>
          <a:graphicData uri="http://schemas.openxmlformats.org/drawingml/2006/table">
            <a:tbl>
              <a:tblPr rtl="1" firstRow="1" firstCol="1" bandRow="1">
                <a:tableStyleId>{5940675A-B579-460E-94D1-54222C63F5DA}</a:tableStyleId>
              </a:tblPr>
              <a:tblGrid>
                <a:gridCol w="1193371">
                  <a:extLst>
                    <a:ext uri="{9D8B030D-6E8A-4147-A177-3AD203B41FA5}">
                      <a16:colId xmlns:a16="http://schemas.microsoft.com/office/drawing/2014/main" val="169193020"/>
                    </a:ext>
                  </a:extLst>
                </a:gridCol>
                <a:gridCol w="1193371">
                  <a:extLst>
                    <a:ext uri="{9D8B030D-6E8A-4147-A177-3AD203B41FA5}">
                      <a16:colId xmlns:a16="http://schemas.microsoft.com/office/drawing/2014/main" val="1080763411"/>
                    </a:ext>
                  </a:extLst>
                </a:gridCol>
                <a:gridCol w="1193371">
                  <a:extLst>
                    <a:ext uri="{9D8B030D-6E8A-4147-A177-3AD203B41FA5}">
                      <a16:colId xmlns:a16="http://schemas.microsoft.com/office/drawing/2014/main" val="226529993"/>
                    </a:ext>
                  </a:extLst>
                </a:gridCol>
                <a:gridCol w="1018158">
                  <a:extLst>
                    <a:ext uri="{9D8B030D-6E8A-4147-A177-3AD203B41FA5}">
                      <a16:colId xmlns:a16="http://schemas.microsoft.com/office/drawing/2014/main" val="3007160302"/>
                    </a:ext>
                  </a:extLst>
                </a:gridCol>
                <a:gridCol w="857396">
                  <a:extLst>
                    <a:ext uri="{9D8B030D-6E8A-4147-A177-3AD203B41FA5}">
                      <a16:colId xmlns:a16="http://schemas.microsoft.com/office/drawing/2014/main" val="256348785"/>
                    </a:ext>
                  </a:extLst>
                </a:gridCol>
                <a:gridCol w="1018158">
                  <a:extLst>
                    <a:ext uri="{9D8B030D-6E8A-4147-A177-3AD203B41FA5}">
                      <a16:colId xmlns:a16="http://schemas.microsoft.com/office/drawing/2014/main" val="3646016874"/>
                    </a:ext>
                  </a:extLst>
                </a:gridCol>
              </a:tblGrid>
              <a:tr h="212725">
                <a:tc>
                  <a:txBody>
                    <a:bodyPr/>
                    <a:lstStyle/>
                    <a:p>
                      <a:pPr algn="ctr" rtl="1">
                        <a:lnSpc>
                          <a:spcPct val="107000"/>
                        </a:lnSpc>
                        <a:spcAft>
                          <a:spcPts val="800"/>
                        </a:spcAft>
                        <a:buNone/>
                      </a:pPr>
                      <a:r>
                        <a:rPr lang="ar-SA" sz="1100" b="1" kern="100" dirty="0">
                          <a:effectLst/>
                        </a:rPr>
                        <a:t>عنوان المجتمع (الموضوع أو المهمة)</a:t>
                      </a:r>
                      <a:endParaRPr lang="en-US" sz="1100" b="1" kern="1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tc gridSpan="5">
                  <a:txBody>
                    <a:bodyPr/>
                    <a:lstStyle/>
                    <a:p>
                      <a:pPr algn="r" rtl="1">
                        <a:lnSpc>
                          <a:spcPct val="107000"/>
                        </a:lnSpc>
                        <a:spcAft>
                          <a:spcPts val="800"/>
                        </a:spcAft>
                        <a:buNone/>
                      </a:pPr>
                      <a:r>
                        <a:rPr lang="ar-SA" sz="1100" b="1" kern="100">
                          <a:effectLst/>
                        </a:rPr>
                        <a:t>                                  </a:t>
                      </a:r>
                      <a:endParaRPr lang="en-US" sz="1100" b="1"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tc hMerge="1">
                  <a:txBody>
                    <a:bodyPr/>
                    <a:lstStyle/>
                    <a:p>
                      <a:pPr rtl="1"/>
                      <a:endParaRPr lang="ar-SA"/>
                    </a:p>
                  </a:txBody>
                  <a:tcPr/>
                </a:tc>
                <a:tc hMerge="1">
                  <a:txBody>
                    <a:bodyPr/>
                    <a:lstStyle/>
                    <a:p>
                      <a:pPr rtl="1"/>
                      <a:endParaRPr lang="ar-SA"/>
                    </a:p>
                  </a:txBody>
                  <a:tcPr/>
                </a:tc>
                <a:tc hMerge="1">
                  <a:txBody>
                    <a:bodyPr/>
                    <a:lstStyle/>
                    <a:p>
                      <a:pPr rtl="1"/>
                      <a:endParaRPr lang="ar-SA"/>
                    </a:p>
                  </a:txBody>
                  <a:tcPr/>
                </a:tc>
                <a:tc hMerge="1">
                  <a:txBody>
                    <a:bodyPr/>
                    <a:lstStyle/>
                    <a:p>
                      <a:pPr rtl="1"/>
                      <a:endParaRPr lang="ar-SA"/>
                    </a:p>
                  </a:txBody>
                  <a:tcPr/>
                </a:tc>
                <a:extLst>
                  <a:ext uri="{0D108BD9-81ED-4DB2-BD59-A6C34878D82A}">
                    <a16:rowId xmlns:a16="http://schemas.microsoft.com/office/drawing/2014/main" val="2158894704"/>
                  </a:ext>
                </a:extLst>
              </a:tr>
              <a:tr h="108585">
                <a:tc>
                  <a:txBody>
                    <a:bodyPr/>
                    <a:lstStyle/>
                    <a:p>
                      <a:pPr algn="ctr" rtl="1">
                        <a:lnSpc>
                          <a:spcPct val="107000"/>
                        </a:lnSpc>
                        <a:spcAft>
                          <a:spcPts val="800"/>
                        </a:spcAft>
                        <a:buNone/>
                      </a:pPr>
                      <a:r>
                        <a:rPr lang="ar-SA" sz="1100" b="1" kern="100">
                          <a:effectLst/>
                        </a:rPr>
                        <a:t>يوم التنفيذ</a:t>
                      </a:r>
                      <a:endParaRPr lang="en-US" sz="1100" b="1"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tc gridSpan="2">
                  <a:txBody>
                    <a:bodyPr/>
                    <a:lstStyle/>
                    <a:p>
                      <a:pPr algn="ctr" rtl="1">
                        <a:lnSpc>
                          <a:spcPct val="107000"/>
                        </a:lnSpc>
                        <a:spcAft>
                          <a:spcPts val="800"/>
                        </a:spcAft>
                        <a:buNone/>
                      </a:pPr>
                      <a:r>
                        <a:rPr lang="ar-SA" sz="1100" b="1" kern="100">
                          <a:effectLst/>
                        </a:rPr>
                        <a:t> </a:t>
                      </a:r>
                      <a:endParaRPr lang="en-US" sz="1100" b="1"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tc hMerge="1">
                  <a:txBody>
                    <a:bodyPr/>
                    <a:lstStyle/>
                    <a:p>
                      <a:pPr rtl="1"/>
                      <a:endParaRPr lang="ar-SA"/>
                    </a:p>
                  </a:txBody>
                  <a:tcPr/>
                </a:tc>
                <a:tc>
                  <a:txBody>
                    <a:bodyPr/>
                    <a:lstStyle/>
                    <a:p>
                      <a:pPr algn="ctr" rtl="1">
                        <a:lnSpc>
                          <a:spcPct val="107000"/>
                        </a:lnSpc>
                        <a:spcAft>
                          <a:spcPts val="800"/>
                        </a:spcAft>
                        <a:buNone/>
                      </a:pPr>
                      <a:r>
                        <a:rPr lang="ar-SA" sz="1100" b="1" kern="100">
                          <a:effectLst/>
                        </a:rPr>
                        <a:t>التاريخ </a:t>
                      </a:r>
                      <a:endParaRPr lang="en-US" sz="1100" b="1"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tc gridSpan="2">
                  <a:txBody>
                    <a:bodyPr/>
                    <a:lstStyle/>
                    <a:p>
                      <a:pPr algn="r" rtl="1">
                        <a:lnSpc>
                          <a:spcPct val="107000"/>
                        </a:lnSpc>
                        <a:spcAft>
                          <a:spcPts val="800"/>
                        </a:spcAft>
                        <a:buNone/>
                      </a:pPr>
                      <a:r>
                        <a:rPr lang="ar-SA" sz="1100" b="1" kern="100">
                          <a:effectLst/>
                        </a:rPr>
                        <a:t> </a:t>
                      </a:r>
                      <a:endParaRPr lang="en-US" sz="1100" b="1"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tc hMerge="1">
                  <a:txBody>
                    <a:bodyPr/>
                    <a:lstStyle/>
                    <a:p>
                      <a:pPr rtl="1"/>
                      <a:endParaRPr lang="ar-SA"/>
                    </a:p>
                  </a:txBody>
                  <a:tcPr/>
                </a:tc>
                <a:extLst>
                  <a:ext uri="{0D108BD9-81ED-4DB2-BD59-A6C34878D82A}">
                    <a16:rowId xmlns:a16="http://schemas.microsoft.com/office/drawing/2014/main" val="2354640664"/>
                  </a:ext>
                </a:extLst>
              </a:tr>
              <a:tr h="212725">
                <a:tc>
                  <a:txBody>
                    <a:bodyPr/>
                    <a:lstStyle/>
                    <a:p>
                      <a:pPr algn="ctr" rtl="1">
                        <a:lnSpc>
                          <a:spcPct val="107000"/>
                        </a:lnSpc>
                        <a:spcAft>
                          <a:spcPts val="800"/>
                        </a:spcAft>
                        <a:buNone/>
                      </a:pPr>
                      <a:r>
                        <a:rPr lang="ar-SA" sz="1100" b="1" kern="100">
                          <a:effectLst/>
                        </a:rPr>
                        <a:t>مقر التنفيذ</a:t>
                      </a:r>
                      <a:endParaRPr lang="en-US" sz="1100" b="1"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tc>
                  <a:txBody>
                    <a:bodyPr/>
                    <a:lstStyle/>
                    <a:p>
                      <a:pPr algn="ctr" rtl="1">
                        <a:lnSpc>
                          <a:spcPct val="107000"/>
                        </a:lnSpc>
                        <a:spcAft>
                          <a:spcPts val="800"/>
                        </a:spcAft>
                        <a:buNone/>
                      </a:pPr>
                      <a:r>
                        <a:rPr lang="ar-SA" sz="1100" b="1" kern="100" dirty="0">
                          <a:effectLst/>
                        </a:rPr>
                        <a:t> </a:t>
                      </a:r>
                      <a:endParaRPr lang="en-US" sz="1100" b="1" kern="1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tc>
                  <a:txBody>
                    <a:bodyPr/>
                    <a:lstStyle/>
                    <a:p>
                      <a:pPr algn="ctr" rtl="1">
                        <a:lnSpc>
                          <a:spcPct val="107000"/>
                        </a:lnSpc>
                        <a:spcAft>
                          <a:spcPts val="800"/>
                        </a:spcAft>
                        <a:buNone/>
                      </a:pPr>
                      <a:r>
                        <a:rPr lang="ar-SA" sz="1100" b="1" kern="100">
                          <a:effectLst/>
                        </a:rPr>
                        <a:t>مدة التنفيذ</a:t>
                      </a:r>
                      <a:endParaRPr lang="en-US" sz="1100" b="1"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tc>
                  <a:txBody>
                    <a:bodyPr/>
                    <a:lstStyle/>
                    <a:p>
                      <a:pPr algn="ctr" rtl="1">
                        <a:lnSpc>
                          <a:spcPct val="107000"/>
                        </a:lnSpc>
                        <a:spcAft>
                          <a:spcPts val="800"/>
                        </a:spcAft>
                        <a:buNone/>
                      </a:pPr>
                      <a:r>
                        <a:rPr lang="ar-SA" sz="1100" b="1" kern="100">
                          <a:effectLst/>
                        </a:rPr>
                        <a:t> </a:t>
                      </a:r>
                      <a:endParaRPr lang="en-US" sz="1100" b="1"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tc>
                  <a:txBody>
                    <a:bodyPr/>
                    <a:lstStyle/>
                    <a:p>
                      <a:pPr algn="ctr" rtl="1">
                        <a:lnSpc>
                          <a:spcPct val="107000"/>
                        </a:lnSpc>
                        <a:spcAft>
                          <a:spcPts val="800"/>
                        </a:spcAft>
                        <a:buNone/>
                      </a:pPr>
                      <a:r>
                        <a:rPr lang="ar-SA" sz="1100" b="1" kern="100">
                          <a:effectLst/>
                        </a:rPr>
                        <a:t>عدد المستفيدين</a:t>
                      </a:r>
                      <a:endParaRPr lang="en-US" sz="1100" b="1"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tc>
                  <a:txBody>
                    <a:bodyPr/>
                    <a:lstStyle/>
                    <a:p>
                      <a:pPr algn="ctr" rtl="1">
                        <a:lnSpc>
                          <a:spcPct val="107000"/>
                        </a:lnSpc>
                        <a:spcAft>
                          <a:spcPts val="800"/>
                        </a:spcAft>
                        <a:buNone/>
                      </a:pPr>
                      <a:r>
                        <a:rPr lang="ar-SA" sz="1100" b="1" kern="100">
                          <a:effectLst/>
                        </a:rPr>
                        <a:t> </a:t>
                      </a:r>
                      <a:endParaRPr lang="en-US" sz="1100" b="1"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434575444"/>
                  </a:ext>
                </a:extLst>
              </a:tr>
              <a:tr h="212725">
                <a:tc rowSpan="2">
                  <a:txBody>
                    <a:bodyPr/>
                    <a:lstStyle/>
                    <a:p>
                      <a:pPr algn="ctr" rtl="1">
                        <a:lnSpc>
                          <a:spcPct val="107000"/>
                        </a:lnSpc>
                        <a:spcAft>
                          <a:spcPts val="800"/>
                        </a:spcAft>
                        <a:buNone/>
                      </a:pPr>
                      <a:r>
                        <a:rPr lang="ar-SA" sz="1100" b="1" kern="100">
                          <a:effectLst/>
                        </a:rPr>
                        <a:t>الفئة المنفذة</a:t>
                      </a:r>
                      <a:endParaRPr lang="en-US" sz="1100" b="1"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tc>
                  <a:txBody>
                    <a:bodyPr/>
                    <a:lstStyle/>
                    <a:p>
                      <a:pPr algn="ctr" rtl="1">
                        <a:lnSpc>
                          <a:spcPct val="107000"/>
                        </a:lnSpc>
                        <a:spcAft>
                          <a:spcPts val="800"/>
                        </a:spcAft>
                        <a:buNone/>
                      </a:pPr>
                      <a:r>
                        <a:rPr lang="ar-SA" sz="1100" b="1" kern="100">
                          <a:effectLst/>
                        </a:rPr>
                        <a:t>الاسم</a:t>
                      </a:r>
                      <a:endParaRPr lang="en-US" sz="1100" b="1"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tc>
                  <a:txBody>
                    <a:bodyPr/>
                    <a:lstStyle/>
                    <a:p>
                      <a:pPr algn="ctr" rtl="1">
                        <a:lnSpc>
                          <a:spcPct val="107000"/>
                        </a:lnSpc>
                        <a:spcAft>
                          <a:spcPts val="800"/>
                        </a:spcAft>
                        <a:buNone/>
                      </a:pPr>
                      <a:r>
                        <a:rPr lang="ar-SA" sz="1100" b="1" kern="100" dirty="0">
                          <a:effectLst/>
                        </a:rPr>
                        <a:t>الوصف الوظيفي</a:t>
                      </a:r>
                      <a:endParaRPr lang="en-US" sz="1100" b="1" kern="1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tc gridSpan="2">
                  <a:txBody>
                    <a:bodyPr/>
                    <a:lstStyle/>
                    <a:p>
                      <a:pPr algn="ctr" rtl="1">
                        <a:lnSpc>
                          <a:spcPct val="107000"/>
                        </a:lnSpc>
                        <a:spcAft>
                          <a:spcPts val="800"/>
                        </a:spcAft>
                        <a:buNone/>
                      </a:pPr>
                      <a:r>
                        <a:rPr lang="ar-SA" sz="1100" b="1" kern="100">
                          <a:effectLst/>
                        </a:rPr>
                        <a:t>الاسم</a:t>
                      </a:r>
                      <a:endParaRPr lang="en-US" sz="1100" b="1"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tc hMerge="1">
                  <a:txBody>
                    <a:bodyPr/>
                    <a:lstStyle/>
                    <a:p>
                      <a:pPr rtl="1"/>
                      <a:endParaRPr lang="ar-SA"/>
                    </a:p>
                  </a:txBody>
                  <a:tcPr/>
                </a:tc>
                <a:tc>
                  <a:txBody>
                    <a:bodyPr/>
                    <a:lstStyle/>
                    <a:p>
                      <a:pPr algn="ctr" rtl="1">
                        <a:lnSpc>
                          <a:spcPct val="107000"/>
                        </a:lnSpc>
                        <a:spcAft>
                          <a:spcPts val="800"/>
                        </a:spcAft>
                        <a:buNone/>
                      </a:pPr>
                      <a:r>
                        <a:rPr lang="ar-SA" sz="1100" b="1" kern="100">
                          <a:effectLst/>
                        </a:rPr>
                        <a:t>الوصف الوظيفي</a:t>
                      </a:r>
                      <a:endParaRPr lang="en-US" sz="1100" b="1"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2807686882"/>
                  </a:ext>
                </a:extLst>
              </a:tr>
              <a:tr h="212725">
                <a:tc vMerge="1">
                  <a:txBody>
                    <a:bodyPr/>
                    <a:lstStyle/>
                    <a:p>
                      <a:pPr rtl="1"/>
                      <a:endParaRPr lang="ar-SA"/>
                    </a:p>
                  </a:txBody>
                  <a:tcPr/>
                </a:tc>
                <a:tc>
                  <a:txBody>
                    <a:bodyPr/>
                    <a:lstStyle/>
                    <a:p>
                      <a:pPr algn="ctr" rtl="1">
                        <a:lnSpc>
                          <a:spcPct val="107000"/>
                        </a:lnSpc>
                        <a:spcAft>
                          <a:spcPts val="800"/>
                        </a:spcAft>
                        <a:buNone/>
                      </a:pPr>
                      <a:r>
                        <a:rPr lang="ar-SA" sz="1100" b="1" kern="100">
                          <a:effectLst/>
                        </a:rPr>
                        <a:t> </a:t>
                      </a:r>
                      <a:endParaRPr lang="en-US" sz="1100" b="1"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tc>
                  <a:txBody>
                    <a:bodyPr/>
                    <a:lstStyle/>
                    <a:p>
                      <a:pPr algn="ctr" rtl="1">
                        <a:lnSpc>
                          <a:spcPct val="107000"/>
                        </a:lnSpc>
                        <a:spcAft>
                          <a:spcPts val="800"/>
                        </a:spcAft>
                        <a:buNone/>
                      </a:pPr>
                      <a:r>
                        <a:rPr lang="ar-SA" sz="1100" b="1" kern="100">
                          <a:effectLst/>
                        </a:rPr>
                        <a:t> </a:t>
                      </a:r>
                      <a:endParaRPr lang="en-US" sz="1100" b="1"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tc gridSpan="2">
                  <a:txBody>
                    <a:bodyPr/>
                    <a:lstStyle/>
                    <a:p>
                      <a:pPr algn="r" rtl="1">
                        <a:lnSpc>
                          <a:spcPct val="107000"/>
                        </a:lnSpc>
                        <a:spcAft>
                          <a:spcPts val="800"/>
                        </a:spcAft>
                        <a:buNone/>
                      </a:pPr>
                      <a:r>
                        <a:rPr lang="ar-SA" sz="1100" b="1" kern="100" dirty="0">
                          <a:effectLst/>
                        </a:rPr>
                        <a:t> </a:t>
                      </a:r>
                      <a:endParaRPr lang="en-US" sz="1100" b="1" kern="1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tc hMerge="1">
                  <a:txBody>
                    <a:bodyPr/>
                    <a:lstStyle/>
                    <a:p>
                      <a:pPr rtl="1"/>
                      <a:endParaRPr lang="ar-SA"/>
                    </a:p>
                  </a:txBody>
                  <a:tcPr/>
                </a:tc>
                <a:tc>
                  <a:txBody>
                    <a:bodyPr/>
                    <a:lstStyle/>
                    <a:p>
                      <a:pPr algn="ctr" rtl="1">
                        <a:lnSpc>
                          <a:spcPct val="107000"/>
                        </a:lnSpc>
                        <a:spcAft>
                          <a:spcPts val="800"/>
                        </a:spcAft>
                        <a:buNone/>
                      </a:pPr>
                      <a:r>
                        <a:rPr lang="ar-SA" sz="1100" b="1" kern="100">
                          <a:effectLst/>
                        </a:rPr>
                        <a:t> </a:t>
                      </a:r>
                      <a:endParaRPr lang="en-US" sz="1100" b="1"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1818959438"/>
                  </a:ext>
                </a:extLst>
              </a:tr>
              <a:tr h="212725">
                <a:tc>
                  <a:txBody>
                    <a:bodyPr/>
                    <a:lstStyle/>
                    <a:p>
                      <a:pPr algn="ctr" rtl="1">
                        <a:lnSpc>
                          <a:spcPct val="107000"/>
                        </a:lnSpc>
                        <a:spcAft>
                          <a:spcPts val="800"/>
                        </a:spcAft>
                        <a:buNone/>
                      </a:pPr>
                      <a:r>
                        <a:rPr lang="ar-SA" sz="1100" b="1" kern="100">
                          <a:effectLst/>
                        </a:rPr>
                        <a:t>أوعية المجتمع المهني</a:t>
                      </a:r>
                      <a:endParaRPr lang="en-US" sz="1100" b="1"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tc gridSpan="5">
                  <a:txBody>
                    <a:bodyPr/>
                    <a:lstStyle/>
                    <a:p>
                      <a:pPr algn="r" rtl="0">
                        <a:lnSpc>
                          <a:spcPct val="107000"/>
                        </a:lnSpc>
                        <a:spcAft>
                          <a:spcPts val="800"/>
                        </a:spcAft>
                        <a:buNone/>
                      </a:pPr>
                      <a:r>
                        <a:rPr lang="en-US" sz="1100" b="1" kern="100" dirty="0">
                          <a:effectLst/>
                          <a:sym typeface="AGA Arabesque Desktop" panose="05010101010101010101" pitchFamily="2" charset="2"/>
                        </a:rPr>
                        <a:t></a:t>
                      </a:r>
                      <a:r>
                        <a:rPr lang="ar-SA" sz="1100" b="1" kern="100" dirty="0">
                          <a:effectLst/>
                        </a:rPr>
                        <a:t> اجتماعات ولقاءات       </a:t>
                      </a:r>
                      <a:r>
                        <a:rPr lang="en-US" sz="1100" b="1" kern="100" dirty="0">
                          <a:effectLst/>
                          <a:sym typeface="AGA Arabesque Desktop" panose="05010101010101010101" pitchFamily="2" charset="2"/>
                        </a:rPr>
                        <a:t></a:t>
                      </a:r>
                      <a:r>
                        <a:rPr lang="en-US" sz="1100" b="1" kern="100" dirty="0">
                          <a:effectLst/>
                        </a:rPr>
                        <a:t> </a:t>
                      </a:r>
                      <a:r>
                        <a:rPr lang="ar-SA" sz="1100" b="1" kern="100" dirty="0">
                          <a:effectLst/>
                        </a:rPr>
                        <a:t>ورش عمل وحلقات نقاش       </a:t>
                      </a:r>
                      <a:r>
                        <a:rPr lang="en-US" sz="1100" b="1" kern="100" dirty="0">
                          <a:effectLst/>
                          <a:sym typeface="AGA Arabesque Desktop" panose="05010101010101010101" pitchFamily="2" charset="2"/>
                        </a:rPr>
                        <a:t></a:t>
                      </a:r>
                      <a:r>
                        <a:rPr lang="en-US" sz="1100" b="1" kern="100" dirty="0">
                          <a:effectLst/>
                        </a:rPr>
                        <a:t> </a:t>
                      </a:r>
                      <a:r>
                        <a:rPr lang="ar-SA" sz="1100" b="1" kern="100" dirty="0">
                          <a:effectLst/>
                        </a:rPr>
                        <a:t>التدريب بالأقران       </a:t>
                      </a:r>
                      <a:r>
                        <a:rPr lang="en-US" sz="1100" b="1" kern="100" dirty="0">
                          <a:effectLst/>
                          <a:sym typeface="AGA Arabesque Desktop" panose="05010101010101010101" pitchFamily="2" charset="2"/>
                        </a:rPr>
                        <a:t></a:t>
                      </a:r>
                      <a:r>
                        <a:rPr lang="en-US" sz="1100" b="1" kern="100" dirty="0">
                          <a:effectLst/>
                        </a:rPr>
                        <a:t> </a:t>
                      </a:r>
                      <a:r>
                        <a:rPr lang="ar-SA" sz="1100" b="1" kern="100" dirty="0">
                          <a:effectLst/>
                        </a:rPr>
                        <a:t>زيارات متبادلة        </a:t>
                      </a:r>
                      <a:r>
                        <a:rPr lang="en-US" sz="1100" b="1" kern="100" dirty="0">
                          <a:effectLst/>
                          <a:sym typeface="AGA Arabesque Desktop" panose="05010101010101010101" pitchFamily="2" charset="2"/>
                        </a:rPr>
                        <a:t></a:t>
                      </a:r>
                      <a:r>
                        <a:rPr lang="ar-SA" sz="1100" b="1" kern="100" dirty="0">
                          <a:effectLst/>
                        </a:rPr>
                        <a:t> قراءة موجهة </a:t>
                      </a:r>
                      <a:endParaRPr lang="en-US" sz="1100" b="1" kern="100" dirty="0">
                        <a:effectLst/>
                      </a:endParaRPr>
                    </a:p>
                    <a:p>
                      <a:pPr algn="r" rtl="1">
                        <a:lnSpc>
                          <a:spcPct val="107000"/>
                        </a:lnSpc>
                        <a:spcAft>
                          <a:spcPts val="800"/>
                        </a:spcAft>
                        <a:buNone/>
                      </a:pPr>
                      <a:r>
                        <a:rPr lang="en-US" sz="1100" b="1" kern="100" dirty="0">
                          <a:effectLst/>
                          <a:sym typeface="AGA Arabesque Desktop" panose="05010101010101010101" pitchFamily="2" charset="2"/>
                        </a:rPr>
                        <a:t></a:t>
                      </a:r>
                      <a:r>
                        <a:rPr lang="en-US" sz="1100" b="1" kern="100" dirty="0">
                          <a:effectLst/>
                        </a:rPr>
                        <a:t> </a:t>
                      </a:r>
                      <a:r>
                        <a:rPr lang="ar-SA" sz="1100" b="1" kern="100" dirty="0">
                          <a:effectLst/>
                        </a:rPr>
                        <a:t>درس تطبيقي       </a:t>
                      </a:r>
                      <a:r>
                        <a:rPr lang="en-US" sz="1100" b="1" kern="100" dirty="0">
                          <a:effectLst/>
                          <a:sym typeface="AGA Arabesque Desktop" panose="05010101010101010101" pitchFamily="2" charset="2"/>
                        </a:rPr>
                        <a:t></a:t>
                      </a:r>
                      <a:r>
                        <a:rPr lang="en-US" sz="1100" b="1" kern="100" dirty="0">
                          <a:effectLst/>
                        </a:rPr>
                        <a:t> </a:t>
                      </a:r>
                      <a:r>
                        <a:rPr lang="ar-SA" sz="1100" b="1" kern="100" dirty="0">
                          <a:effectLst/>
                        </a:rPr>
                        <a:t>بحوث اجرائية       </a:t>
                      </a:r>
                      <a:r>
                        <a:rPr lang="en-US" sz="1100" b="1" kern="100" dirty="0">
                          <a:effectLst/>
                          <a:sym typeface="AGA Arabesque Desktop" panose="05010101010101010101" pitchFamily="2" charset="2"/>
                        </a:rPr>
                        <a:t></a:t>
                      </a:r>
                      <a:r>
                        <a:rPr lang="en-US" sz="1100" b="1" kern="100" dirty="0">
                          <a:effectLst/>
                        </a:rPr>
                        <a:t> </a:t>
                      </a:r>
                      <a:r>
                        <a:rPr lang="ar-SA" sz="1100" b="1" kern="100" dirty="0">
                          <a:effectLst/>
                        </a:rPr>
                        <a:t>تدريب مصغر      </a:t>
                      </a:r>
                      <a:r>
                        <a:rPr lang="en-US" sz="1100" b="1" kern="100" dirty="0">
                          <a:effectLst/>
                          <a:sym typeface="AGA Arabesque Desktop" panose="05010101010101010101" pitchFamily="2" charset="2"/>
                        </a:rPr>
                        <a:t></a:t>
                      </a:r>
                      <a:r>
                        <a:rPr lang="en-US" sz="1100" b="1" kern="100" dirty="0">
                          <a:effectLst/>
                        </a:rPr>
                        <a:t> </a:t>
                      </a:r>
                      <a:r>
                        <a:rPr lang="ar-SA" sz="1100" b="1" kern="100" dirty="0">
                          <a:effectLst/>
                        </a:rPr>
                        <a:t>تبادل الموارد التعليمية     </a:t>
                      </a:r>
                      <a:r>
                        <a:rPr lang="en-US" sz="1100" b="1" kern="100" dirty="0">
                          <a:effectLst/>
                          <a:sym typeface="AGA Arabesque Desktop" panose="05010101010101010101" pitchFamily="2" charset="2"/>
                        </a:rPr>
                        <a:t></a:t>
                      </a:r>
                      <a:r>
                        <a:rPr lang="ar-SA" sz="1100" b="1" kern="100" dirty="0">
                          <a:effectLst/>
                        </a:rPr>
                        <a:t> التفعيل الالكتروني</a:t>
                      </a:r>
                      <a:endParaRPr lang="en-US" sz="1100" b="1" kern="1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tc hMerge="1">
                  <a:txBody>
                    <a:bodyPr/>
                    <a:lstStyle/>
                    <a:p>
                      <a:pPr rtl="1"/>
                      <a:endParaRPr lang="ar-SA"/>
                    </a:p>
                  </a:txBody>
                  <a:tcPr/>
                </a:tc>
                <a:tc hMerge="1">
                  <a:txBody>
                    <a:bodyPr/>
                    <a:lstStyle/>
                    <a:p>
                      <a:pPr rtl="1"/>
                      <a:endParaRPr lang="ar-SA"/>
                    </a:p>
                  </a:txBody>
                  <a:tcPr/>
                </a:tc>
                <a:tc hMerge="1">
                  <a:txBody>
                    <a:bodyPr/>
                    <a:lstStyle/>
                    <a:p>
                      <a:pPr rtl="1"/>
                      <a:endParaRPr lang="ar-SA"/>
                    </a:p>
                  </a:txBody>
                  <a:tcPr/>
                </a:tc>
                <a:tc hMerge="1">
                  <a:txBody>
                    <a:bodyPr/>
                    <a:lstStyle/>
                    <a:p>
                      <a:pPr rtl="1"/>
                      <a:endParaRPr lang="ar-SA"/>
                    </a:p>
                  </a:txBody>
                  <a:tcPr/>
                </a:tc>
                <a:extLst>
                  <a:ext uri="{0D108BD9-81ED-4DB2-BD59-A6C34878D82A}">
                    <a16:rowId xmlns:a16="http://schemas.microsoft.com/office/drawing/2014/main" val="3654598892"/>
                  </a:ext>
                </a:extLst>
              </a:tr>
            </a:tbl>
          </a:graphicData>
        </a:graphic>
      </p:graphicFrame>
      <p:sp>
        <p:nvSpPr>
          <p:cNvPr id="9" name="مربع نص 8">
            <a:extLst>
              <a:ext uri="{FF2B5EF4-FFF2-40B4-BE49-F238E27FC236}">
                <a16:creationId xmlns:a16="http://schemas.microsoft.com/office/drawing/2014/main" id="{EBE23FC6-F66B-9C3F-AD45-8BB89B87D5FF}"/>
              </a:ext>
            </a:extLst>
          </p:cNvPr>
          <p:cNvSpPr txBox="1"/>
          <p:nvPr/>
        </p:nvSpPr>
        <p:spPr>
          <a:xfrm>
            <a:off x="2635250" y="4713716"/>
            <a:ext cx="4724400" cy="523220"/>
          </a:xfrm>
          <a:prstGeom prst="rect">
            <a:avLst/>
          </a:prstGeom>
          <a:noFill/>
        </p:spPr>
        <p:txBody>
          <a:bodyPr wrap="square" rtlCol="1">
            <a:spAutoFit/>
          </a:bodyPr>
          <a:lstStyle/>
          <a:p>
            <a:pPr algn="r" rtl="1"/>
            <a:r>
              <a:rPr lang="ar-SA" sz="1400" b="1" dirty="0"/>
              <a:t>منهجية التنفيذ ونواتج المجتمع المهني (يعبأ من قبل منفذ مجتمع التعلم المهني)</a:t>
            </a:r>
            <a:endParaRPr lang="en-US" sz="1400" dirty="0"/>
          </a:p>
          <a:p>
            <a:pPr algn="r" rtl="1"/>
            <a:endParaRPr lang="ar-SA" sz="1400" dirty="0"/>
          </a:p>
        </p:txBody>
      </p:sp>
      <p:graphicFrame>
        <p:nvGraphicFramePr>
          <p:cNvPr id="13" name="جدول 12">
            <a:extLst>
              <a:ext uri="{FF2B5EF4-FFF2-40B4-BE49-F238E27FC236}">
                <a16:creationId xmlns:a16="http://schemas.microsoft.com/office/drawing/2014/main" id="{2A512D9A-70E4-2E44-624F-B6F1303C66C8}"/>
              </a:ext>
            </a:extLst>
          </p:cNvPr>
          <p:cNvGraphicFramePr>
            <a:graphicFrameLocks noGrp="1"/>
          </p:cNvGraphicFramePr>
          <p:nvPr>
            <p:extLst>
              <p:ext uri="{D42A27DB-BD31-4B8C-83A1-F6EECF244321}">
                <p14:modId xmlns:p14="http://schemas.microsoft.com/office/powerpoint/2010/main" val="2120320702"/>
              </p:ext>
            </p:extLst>
          </p:nvPr>
        </p:nvGraphicFramePr>
        <p:xfrm>
          <a:off x="793115" y="5118100"/>
          <a:ext cx="6487160" cy="4019424"/>
        </p:xfrm>
        <a:graphic>
          <a:graphicData uri="http://schemas.openxmlformats.org/drawingml/2006/table">
            <a:tbl>
              <a:tblPr rtl="1" firstRow="1" firstCol="1" bandRow="1">
                <a:tableStyleId>{5940675A-B579-460E-94D1-54222C63F5DA}</a:tableStyleId>
              </a:tblPr>
              <a:tblGrid>
                <a:gridCol w="1270000">
                  <a:extLst>
                    <a:ext uri="{9D8B030D-6E8A-4147-A177-3AD203B41FA5}">
                      <a16:colId xmlns:a16="http://schemas.microsoft.com/office/drawing/2014/main" val="3214035735"/>
                    </a:ext>
                  </a:extLst>
                </a:gridCol>
                <a:gridCol w="5217160">
                  <a:extLst>
                    <a:ext uri="{9D8B030D-6E8A-4147-A177-3AD203B41FA5}">
                      <a16:colId xmlns:a16="http://schemas.microsoft.com/office/drawing/2014/main" val="386270407"/>
                    </a:ext>
                  </a:extLst>
                </a:gridCol>
              </a:tblGrid>
              <a:tr h="0">
                <a:tc>
                  <a:txBody>
                    <a:bodyPr/>
                    <a:lstStyle/>
                    <a:p>
                      <a:pPr algn="ctr" rtl="1">
                        <a:lnSpc>
                          <a:spcPct val="107000"/>
                        </a:lnSpc>
                        <a:spcAft>
                          <a:spcPts val="800"/>
                        </a:spcAft>
                        <a:buNone/>
                      </a:pPr>
                      <a:r>
                        <a:rPr lang="ar-SA" sz="1100" b="1" kern="100">
                          <a:effectLst/>
                          <a:cs typeface="+mn-cs"/>
                        </a:rPr>
                        <a:t>مجتمع تعلم مهني </a:t>
                      </a:r>
                      <a:endParaRPr lang="en-US" sz="1100" b="1" kern="100">
                        <a:effectLst/>
                        <a:latin typeface="Aptos" panose="020B0004020202020204" pitchFamily="34" charset="0"/>
                        <a:ea typeface="Aptos" panose="020B0004020202020204" pitchFamily="34" charset="0"/>
                        <a:cs typeface="+mn-cs"/>
                      </a:endParaRPr>
                    </a:p>
                  </a:txBody>
                  <a:tcPr marL="68580" marR="68580" marT="0" marB="0" anchor="ctr"/>
                </a:tc>
                <a:tc>
                  <a:txBody>
                    <a:bodyPr/>
                    <a:lstStyle/>
                    <a:p>
                      <a:pPr algn="r" rtl="1">
                        <a:lnSpc>
                          <a:spcPct val="107000"/>
                        </a:lnSpc>
                        <a:spcAft>
                          <a:spcPts val="800"/>
                        </a:spcAft>
                        <a:buNone/>
                      </a:pPr>
                      <a:r>
                        <a:rPr lang="ar-SA" sz="1100" b="1" kern="100">
                          <a:effectLst/>
                          <a:cs typeface="+mn-cs"/>
                        </a:rPr>
                        <a:t>مستوى الفريق ( </a:t>
                      </a:r>
                      <a:r>
                        <a:rPr lang="en-US" sz="1100" b="1" kern="100">
                          <a:effectLst/>
                          <a:cs typeface="+mn-cs"/>
                          <a:sym typeface="AGA Arabesque Desktop" panose="05010101010101010101" pitchFamily="2" charset="2"/>
                        </a:rPr>
                        <a:t></a:t>
                      </a:r>
                      <a:r>
                        <a:rPr lang="ar-SA" sz="1100" b="1" kern="100">
                          <a:effectLst/>
                          <a:cs typeface="+mn-cs"/>
                        </a:rPr>
                        <a:t>تخصصي    </a:t>
                      </a:r>
                      <a:r>
                        <a:rPr lang="en-US" sz="1100" b="1" kern="100">
                          <a:effectLst/>
                          <a:cs typeface="+mn-cs"/>
                          <a:sym typeface="AGA Arabesque Desktop" panose="05010101010101010101" pitchFamily="2" charset="2"/>
                        </a:rPr>
                        <a:t></a:t>
                      </a:r>
                      <a:r>
                        <a:rPr lang="en-US" sz="1100" b="1" kern="100">
                          <a:effectLst/>
                          <a:cs typeface="+mn-cs"/>
                        </a:rPr>
                        <a:t> </a:t>
                      </a:r>
                      <a:r>
                        <a:rPr lang="ar-SA" sz="1100" b="1" kern="100">
                          <a:effectLst/>
                          <a:cs typeface="+mn-cs"/>
                        </a:rPr>
                        <a:t>قضية مدرسية    </a:t>
                      </a:r>
                      <a:r>
                        <a:rPr lang="en-US" sz="1100" b="1" kern="100">
                          <a:effectLst/>
                          <a:cs typeface="+mn-cs"/>
                          <a:sym typeface="AGA Arabesque Desktop" panose="05010101010101010101" pitchFamily="2" charset="2"/>
                        </a:rPr>
                        <a:t></a:t>
                      </a:r>
                      <a:r>
                        <a:rPr lang="en-US" sz="1100" b="1" kern="100">
                          <a:effectLst/>
                          <a:cs typeface="+mn-cs"/>
                        </a:rPr>
                        <a:t> </a:t>
                      </a:r>
                      <a:r>
                        <a:rPr lang="ar-SA" sz="1100" b="1" kern="100">
                          <a:effectLst/>
                          <a:cs typeface="+mn-cs"/>
                        </a:rPr>
                        <a:t>قضية مرحلة دراسية)                         </a:t>
                      </a:r>
                      <a:r>
                        <a:rPr lang="en-US" sz="1100" b="1" kern="100">
                          <a:effectLst/>
                          <a:cs typeface="+mn-cs"/>
                          <a:sym typeface="AGA Arabesque Desktop" panose="05010101010101010101" pitchFamily="2" charset="2"/>
                        </a:rPr>
                        <a:t></a:t>
                      </a:r>
                      <a:r>
                        <a:rPr lang="ar-SA" sz="1100" b="1" kern="100">
                          <a:effectLst/>
                          <a:cs typeface="+mn-cs"/>
                        </a:rPr>
                        <a:t> مستوى المدرسة    </a:t>
                      </a:r>
                      <a:endParaRPr lang="en-US" sz="1100" b="1" kern="100">
                        <a:effectLst/>
                        <a:latin typeface="Aptos" panose="020B0004020202020204" pitchFamily="34" charset="0"/>
                        <a:ea typeface="Aptos" panose="020B0004020202020204" pitchFamily="34" charset="0"/>
                        <a:cs typeface="+mn-cs"/>
                      </a:endParaRPr>
                    </a:p>
                  </a:txBody>
                  <a:tcPr marL="68580" marR="68580" marT="0" marB="0" anchor="ctr"/>
                </a:tc>
                <a:extLst>
                  <a:ext uri="{0D108BD9-81ED-4DB2-BD59-A6C34878D82A}">
                    <a16:rowId xmlns:a16="http://schemas.microsoft.com/office/drawing/2014/main" val="2682220915"/>
                  </a:ext>
                </a:extLst>
              </a:tr>
              <a:tr h="361315">
                <a:tc>
                  <a:txBody>
                    <a:bodyPr/>
                    <a:lstStyle/>
                    <a:p>
                      <a:pPr algn="ctr" rtl="1">
                        <a:lnSpc>
                          <a:spcPct val="107000"/>
                        </a:lnSpc>
                        <a:spcAft>
                          <a:spcPts val="800"/>
                        </a:spcAft>
                        <a:buNone/>
                      </a:pPr>
                      <a:r>
                        <a:rPr lang="ar-SA" sz="1100" b="1" kern="100">
                          <a:effectLst/>
                          <a:cs typeface="+mn-cs"/>
                        </a:rPr>
                        <a:t>أسلوب تحديد الاحتياج </a:t>
                      </a:r>
                      <a:endParaRPr lang="en-US" sz="1100" b="1" kern="100">
                        <a:effectLst/>
                        <a:latin typeface="Aptos" panose="020B0004020202020204" pitchFamily="34" charset="0"/>
                        <a:ea typeface="Aptos" panose="020B0004020202020204" pitchFamily="34" charset="0"/>
                        <a:cs typeface="+mn-cs"/>
                      </a:endParaRPr>
                    </a:p>
                  </a:txBody>
                  <a:tcPr marL="68580" marR="68580" marT="0" marB="0" anchor="ctr"/>
                </a:tc>
                <a:tc>
                  <a:txBody>
                    <a:bodyPr/>
                    <a:lstStyle/>
                    <a:p>
                      <a:pPr algn="r" rtl="0">
                        <a:lnSpc>
                          <a:spcPct val="107000"/>
                        </a:lnSpc>
                        <a:spcAft>
                          <a:spcPts val="800"/>
                        </a:spcAft>
                        <a:buNone/>
                      </a:pPr>
                      <a:r>
                        <a:rPr lang="ar-SA" sz="1100" b="1" kern="100">
                          <a:effectLst/>
                          <a:cs typeface="+mn-cs"/>
                        </a:rPr>
                        <a:t> </a:t>
                      </a:r>
                      <a:r>
                        <a:rPr lang="en-US" sz="1100" b="1" kern="100">
                          <a:effectLst/>
                          <a:cs typeface="+mn-cs"/>
                          <a:sym typeface="AGA Arabesque Desktop" panose="05010101010101010101" pitchFamily="2" charset="2"/>
                        </a:rPr>
                        <a:t></a:t>
                      </a:r>
                      <a:r>
                        <a:rPr lang="ar-SA" sz="1100" b="1" kern="100">
                          <a:effectLst/>
                          <a:cs typeface="+mn-cs"/>
                        </a:rPr>
                        <a:t> الملاحظة          </a:t>
                      </a:r>
                      <a:r>
                        <a:rPr lang="en-US" sz="1100" b="1" kern="100">
                          <a:effectLst/>
                          <a:cs typeface="+mn-cs"/>
                          <a:sym typeface="AGA Arabesque Desktop" panose="05010101010101010101" pitchFamily="2" charset="2"/>
                        </a:rPr>
                        <a:t></a:t>
                      </a:r>
                      <a:r>
                        <a:rPr lang="ar-SA" sz="1100" b="1" kern="100">
                          <a:effectLst/>
                          <a:cs typeface="+mn-cs"/>
                        </a:rPr>
                        <a:t> مقابلات ومناقشات            </a:t>
                      </a:r>
                      <a:r>
                        <a:rPr lang="en-US" sz="1100" b="1" kern="100">
                          <a:effectLst/>
                          <a:cs typeface="+mn-cs"/>
                          <a:sym typeface="AGA Arabesque Desktop" panose="05010101010101010101" pitchFamily="2" charset="2"/>
                        </a:rPr>
                        <a:t></a:t>
                      </a:r>
                      <a:r>
                        <a:rPr lang="ar-SA" sz="1100" b="1" kern="100">
                          <a:effectLst/>
                          <a:cs typeface="+mn-cs"/>
                        </a:rPr>
                        <a:t> الاستبانة         </a:t>
                      </a:r>
                      <a:r>
                        <a:rPr lang="en-US" sz="1100" b="1" kern="100">
                          <a:effectLst/>
                          <a:cs typeface="+mn-cs"/>
                          <a:sym typeface="AGA Arabesque Desktop" panose="05010101010101010101" pitchFamily="2" charset="2"/>
                        </a:rPr>
                        <a:t></a:t>
                      </a:r>
                      <a:r>
                        <a:rPr lang="ar-SA" sz="1100" b="1" kern="100">
                          <a:effectLst/>
                          <a:cs typeface="+mn-cs"/>
                        </a:rPr>
                        <a:t>  تحليل نتائج         </a:t>
                      </a:r>
                      <a:r>
                        <a:rPr lang="en-US" sz="1100" b="1" kern="100">
                          <a:effectLst/>
                          <a:cs typeface="+mn-cs"/>
                          <a:sym typeface="AGA Arabesque Desktop" panose="05010101010101010101" pitchFamily="2" charset="2"/>
                        </a:rPr>
                        <a:t></a:t>
                      </a:r>
                      <a:r>
                        <a:rPr lang="en-US" sz="1100" b="1" kern="100">
                          <a:effectLst/>
                          <a:cs typeface="+mn-cs"/>
                        </a:rPr>
                        <a:t> </a:t>
                      </a:r>
                      <a:r>
                        <a:rPr lang="ar-SA" sz="1100" b="1" kern="100">
                          <a:effectLst/>
                          <a:cs typeface="+mn-cs"/>
                        </a:rPr>
                        <a:t>المداولات الإشرافية</a:t>
                      </a:r>
                      <a:endParaRPr lang="en-US" sz="1100" b="1" kern="100">
                        <a:effectLst/>
                        <a:latin typeface="Aptos" panose="020B0004020202020204" pitchFamily="34" charset="0"/>
                        <a:ea typeface="Aptos" panose="020B0004020202020204" pitchFamily="34" charset="0"/>
                        <a:cs typeface="+mn-cs"/>
                      </a:endParaRPr>
                    </a:p>
                  </a:txBody>
                  <a:tcPr marL="68580" marR="68580" marT="0" marB="0" anchor="ctr"/>
                </a:tc>
                <a:extLst>
                  <a:ext uri="{0D108BD9-81ED-4DB2-BD59-A6C34878D82A}">
                    <a16:rowId xmlns:a16="http://schemas.microsoft.com/office/drawing/2014/main" val="1814345697"/>
                  </a:ext>
                </a:extLst>
              </a:tr>
              <a:tr h="0">
                <a:tc>
                  <a:txBody>
                    <a:bodyPr/>
                    <a:lstStyle/>
                    <a:p>
                      <a:pPr algn="ctr" rtl="1">
                        <a:lnSpc>
                          <a:spcPct val="107000"/>
                        </a:lnSpc>
                        <a:spcAft>
                          <a:spcPts val="800"/>
                        </a:spcAft>
                        <a:buNone/>
                      </a:pPr>
                      <a:r>
                        <a:rPr lang="ar-SA" sz="1100" b="1" kern="100">
                          <a:effectLst/>
                          <a:cs typeface="+mn-cs"/>
                        </a:rPr>
                        <a:t>مجتمع التعلم المهني يركز على:</a:t>
                      </a:r>
                      <a:endParaRPr lang="en-US" sz="1100" b="1" kern="100">
                        <a:effectLst/>
                        <a:latin typeface="Aptos" panose="020B0004020202020204" pitchFamily="34" charset="0"/>
                        <a:ea typeface="Aptos" panose="020B0004020202020204" pitchFamily="34" charset="0"/>
                        <a:cs typeface="+mn-cs"/>
                      </a:endParaRPr>
                    </a:p>
                  </a:txBody>
                  <a:tcPr marL="68580" marR="68580" marT="0" marB="0" anchor="ctr"/>
                </a:tc>
                <a:tc>
                  <a:txBody>
                    <a:bodyPr/>
                    <a:lstStyle/>
                    <a:p>
                      <a:pPr algn="r" rtl="0">
                        <a:lnSpc>
                          <a:spcPct val="107000"/>
                        </a:lnSpc>
                        <a:spcAft>
                          <a:spcPts val="800"/>
                        </a:spcAft>
                        <a:buNone/>
                      </a:pPr>
                      <a:r>
                        <a:rPr lang="en-US" sz="1100" b="1" kern="100">
                          <a:effectLst/>
                          <a:cs typeface="+mn-cs"/>
                          <a:sym typeface="AGA Arabesque Desktop" panose="05010101010101010101" pitchFamily="2" charset="2"/>
                        </a:rPr>
                        <a:t></a:t>
                      </a:r>
                      <a:r>
                        <a:rPr lang="en-US" sz="1100" b="1" kern="100">
                          <a:effectLst/>
                          <a:cs typeface="+mn-cs"/>
                        </a:rPr>
                        <a:t>  </a:t>
                      </a:r>
                      <a:r>
                        <a:rPr lang="ar-SA" sz="1100" b="1" kern="100">
                          <a:effectLst/>
                          <a:cs typeface="+mn-cs"/>
                        </a:rPr>
                        <a:t>تجويد العمل      </a:t>
                      </a:r>
                      <a:r>
                        <a:rPr lang="en-US" sz="1100" b="1" kern="100">
                          <a:effectLst/>
                          <a:cs typeface="+mn-cs"/>
                          <a:sym typeface="AGA Arabesque Desktop" panose="05010101010101010101" pitchFamily="2" charset="2"/>
                        </a:rPr>
                        <a:t></a:t>
                      </a:r>
                      <a:r>
                        <a:rPr lang="en-US" sz="1100" b="1" kern="100">
                          <a:effectLst/>
                          <a:cs typeface="+mn-cs"/>
                        </a:rPr>
                        <a:t> </a:t>
                      </a:r>
                      <a:r>
                        <a:rPr lang="ar-SA" sz="1100" b="1" kern="100">
                          <a:effectLst/>
                          <a:cs typeface="+mn-cs"/>
                        </a:rPr>
                        <a:t>تحسين نواتج التعلم      </a:t>
                      </a:r>
                      <a:r>
                        <a:rPr lang="en-US" sz="1100" b="1" kern="100">
                          <a:effectLst/>
                          <a:cs typeface="+mn-cs"/>
                          <a:sym typeface="AGA Arabesque Desktop" panose="05010101010101010101" pitchFamily="2" charset="2"/>
                        </a:rPr>
                        <a:t></a:t>
                      </a:r>
                      <a:r>
                        <a:rPr lang="en-US" sz="1100" b="1" kern="100">
                          <a:effectLst/>
                          <a:cs typeface="+mn-cs"/>
                        </a:rPr>
                        <a:t> </a:t>
                      </a:r>
                      <a:r>
                        <a:rPr lang="ar-SA" sz="1100" b="1" kern="100">
                          <a:effectLst/>
                          <a:cs typeface="+mn-cs"/>
                        </a:rPr>
                        <a:t>تحسين البيئة التعليمية          </a:t>
                      </a:r>
                      <a:r>
                        <a:rPr lang="en-US" sz="1100" b="1" kern="100">
                          <a:effectLst/>
                          <a:cs typeface="+mn-cs"/>
                          <a:sym typeface="AGA Arabesque Desktop" panose="05010101010101010101" pitchFamily="2" charset="2"/>
                        </a:rPr>
                        <a:t></a:t>
                      </a:r>
                      <a:r>
                        <a:rPr lang="en-US" sz="1100" b="1" kern="100">
                          <a:effectLst/>
                          <a:cs typeface="+mn-cs"/>
                        </a:rPr>
                        <a:t> </a:t>
                      </a:r>
                      <a:r>
                        <a:rPr lang="ar-SA" sz="1100" b="1" kern="100">
                          <a:effectLst/>
                          <a:cs typeface="+mn-cs"/>
                        </a:rPr>
                        <a:t> قضايا تربوية أخرى ..........</a:t>
                      </a:r>
                      <a:endParaRPr lang="en-US" sz="1100" b="1" kern="100">
                        <a:effectLst/>
                        <a:latin typeface="Aptos" panose="020B0004020202020204" pitchFamily="34" charset="0"/>
                        <a:ea typeface="Aptos" panose="020B0004020202020204" pitchFamily="34" charset="0"/>
                        <a:cs typeface="+mn-cs"/>
                      </a:endParaRPr>
                    </a:p>
                  </a:txBody>
                  <a:tcPr marL="68580" marR="68580" marT="0" marB="0" anchor="ctr"/>
                </a:tc>
                <a:extLst>
                  <a:ext uri="{0D108BD9-81ED-4DB2-BD59-A6C34878D82A}">
                    <a16:rowId xmlns:a16="http://schemas.microsoft.com/office/drawing/2014/main" val="2324190920"/>
                  </a:ext>
                </a:extLst>
              </a:tr>
              <a:tr h="468630">
                <a:tc>
                  <a:txBody>
                    <a:bodyPr/>
                    <a:lstStyle/>
                    <a:p>
                      <a:pPr algn="ctr" rtl="1">
                        <a:lnSpc>
                          <a:spcPct val="107000"/>
                        </a:lnSpc>
                        <a:spcAft>
                          <a:spcPts val="800"/>
                        </a:spcAft>
                        <a:buNone/>
                      </a:pPr>
                      <a:r>
                        <a:rPr lang="ar-SA" sz="1100" b="1" kern="100">
                          <a:effectLst/>
                          <a:cs typeface="+mn-cs"/>
                        </a:rPr>
                        <a:t>الأهداف</a:t>
                      </a:r>
                      <a:endParaRPr lang="en-US" sz="1100" b="1" kern="100">
                        <a:effectLst/>
                        <a:latin typeface="Aptos" panose="020B0004020202020204" pitchFamily="34" charset="0"/>
                        <a:ea typeface="Aptos" panose="020B0004020202020204" pitchFamily="34" charset="0"/>
                        <a:cs typeface="+mn-cs"/>
                      </a:endParaRPr>
                    </a:p>
                  </a:txBody>
                  <a:tcPr marL="68580" marR="68580" marT="0" marB="0" anchor="ctr"/>
                </a:tc>
                <a:tc>
                  <a:txBody>
                    <a:bodyPr/>
                    <a:lstStyle/>
                    <a:p>
                      <a:pPr algn="r" rtl="1">
                        <a:lnSpc>
                          <a:spcPct val="107000"/>
                        </a:lnSpc>
                        <a:spcAft>
                          <a:spcPts val="800"/>
                        </a:spcAft>
                        <a:buNone/>
                      </a:pPr>
                      <a:r>
                        <a:rPr lang="ar-SA" sz="1100" b="1" kern="100">
                          <a:effectLst/>
                          <a:cs typeface="+mn-cs"/>
                        </a:rPr>
                        <a:t>الهدف العام:</a:t>
                      </a:r>
                      <a:endParaRPr lang="en-US" sz="1100" b="1" kern="100">
                        <a:effectLst/>
                        <a:cs typeface="+mn-cs"/>
                      </a:endParaRPr>
                    </a:p>
                    <a:p>
                      <a:pPr algn="r" rtl="1">
                        <a:lnSpc>
                          <a:spcPct val="107000"/>
                        </a:lnSpc>
                        <a:spcAft>
                          <a:spcPts val="800"/>
                        </a:spcAft>
                        <a:buNone/>
                      </a:pPr>
                      <a:r>
                        <a:rPr lang="ar-SA" sz="1100" b="1" kern="100">
                          <a:effectLst/>
                          <a:cs typeface="+mn-cs"/>
                        </a:rPr>
                        <a:t>الأهداف التفصيلية:</a:t>
                      </a:r>
                      <a:endParaRPr lang="en-US" sz="1100" b="1" kern="100">
                        <a:effectLst/>
                        <a:latin typeface="Aptos" panose="020B0004020202020204" pitchFamily="34" charset="0"/>
                        <a:ea typeface="Aptos" panose="020B0004020202020204" pitchFamily="34" charset="0"/>
                        <a:cs typeface="+mn-cs"/>
                      </a:endParaRPr>
                    </a:p>
                  </a:txBody>
                  <a:tcPr marL="68580" marR="68580" marT="0" marB="0" anchor="ctr"/>
                </a:tc>
                <a:extLst>
                  <a:ext uri="{0D108BD9-81ED-4DB2-BD59-A6C34878D82A}">
                    <a16:rowId xmlns:a16="http://schemas.microsoft.com/office/drawing/2014/main" val="1372290861"/>
                  </a:ext>
                </a:extLst>
              </a:tr>
              <a:tr h="541020">
                <a:tc>
                  <a:txBody>
                    <a:bodyPr/>
                    <a:lstStyle/>
                    <a:p>
                      <a:pPr algn="ctr" rtl="1">
                        <a:lnSpc>
                          <a:spcPct val="107000"/>
                        </a:lnSpc>
                        <a:spcAft>
                          <a:spcPts val="800"/>
                        </a:spcAft>
                        <a:buNone/>
                      </a:pPr>
                      <a:r>
                        <a:rPr lang="ar-SA" sz="1100" b="1" kern="100">
                          <a:effectLst/>
                          <a:cs typeface="+mn-cs"/>
                        </a:rPr>
                        <a:t>إجراءات التنفيذ</a:t>
                      </a:r>
                      <a:endParaRPr lang="en-US" sz="1100" b="1" kern="100">
                        <a:effectLst/>
                        <a:latin typeface="Aptos" panose="020B0004020202020204" pitchFamily="34" charset="0"/>
                        <a:ea typeface="Aptos" panose="020B0004020202020204" pitchFamily="34" charset="0"/>
                        <a:cs typeface="+mn-cs"/>
                      </a:endParaRPr>
                    </a:p>
                  </a:txBody>
                  <a:tcPr marL="68580" marR="68580" marT="0" marB="0" anchor="ctr"/>
                </a:tc>
                <a:tc>
                  <a:txBody>
                    <a:bodyPr/>
                    <a:lstStyle/>
                    <a:p>
                      <a:pPr marL="457200" algn="r" rtl="1">
                        <a:lnSpc>
                          <a:spcPct val="107000"/>
                        </a:lnSpc>
                        <a:buNone/>
                      </a:pPr>
                      <a:r>
                        <a:rPr lang="ar-SA" sz="1100" b="1" kern="100">
                          <a:effectLst/>
                          <a:cs typeface="+mn-cs"/>
                        </a:rPr>
                        <a:t> </a:t>
                      </a:r>
                      <a:endParaRPr lang="en-US" sz="1100" b="1" kern="100">
                        <a:effectLst/>
                        <a:cs typeface="+mn-cs"/>
                      </a:endParaRPr>
                    </a:p>
                    <a:p>
                      <a:pPr marL="457200" algn="r" rtl="1">
                        <a:lnSpc>
                          <a:spcPct val="107000"/>
                        </a:lnSpc>
                        <a:buNone/>
                      </a:pPr>
                      <a:r>
                        <a:rPr lang="ar-SA" sz="1100" b="1" kern="100">
                          <a:effectLst/>
                          <a:cs typeface="+mn-cs"/>
                        </a:rPr>
                        <a:t> </a:t>
                      </a:r>
                      <a:endParaRPr lang="en-US" sz="1100" b="1" kern="100">
                        <a:effectLst/>
                        <a:cs typeface="+mn-cs"/>
                      </a:endParaRPr>
                    </a:p>
                    <a:p>
                      <a:pPr marL="457200" algn="r" rtl="1">
                        <a:lnSpc>
                          <a:spcPct val="107000"/>
                        </a:lnSpc>
                        <a:spcAft>
                          <a:spcPts val="800"/>
                        </a:spcAft>
                        <a:buNone/>
                      </a:pPr>
                      <a:r>
                        <a:rPr lang="ar-SA" sz="1100" b="1" kern="100">
                          <a:effectLst/>
                          <a:cs typeface="+mn-cs"/>
                        </a:rPr>
                        <a:t> </a:t>
                      </a:r>
                      <a:endParaRPr lang="en-US" sz="1100" b="1" kern="100">
                        <a:effectLst/>
                        <a:latin typeface="Aptos" panose="020B0004020202020204" pitchFamily="34" charset="0"/>
                        <a:ea typeface="Aptos" panose="020B0004020202020204" pitchFamily="34" charset="0"/>
                        <a:cs typeface="+mn-cs"/>
                      </a:endParaRPr>
                    </a:p>
                  </a:txBody>
                  <a:tcPr marL="68580" marR="68580" marT="0" marB="0" anchor="ctr"/>
                </a:tc>
                <a:extLst>
                  <a:ext uri="{0D108BD9-81ED-4DB2-BD59-A6C34878D82A}">
                    <a16:rowId xmlns:a16="http://schemas.microsoft.com/office/drawing/2014/main" val="1434896851"/>
                  </a:ext>
                </a:extLst>
              </a:tr>
              <a:tr h="389255">
                <a:tc>
                  <a:txBody>
                    <a:bodyPr/>
                    <a:lstStyle/>
                    <a:p>
                      <a:pPr algn="ctr" rtl="1">
                        <a:lnSpc>
                          <a:spcPct val="107000"/>
                        </a:lnSpc>
                        <a:spcAft>
                          <a:spcPts val="800"/>
                        </a:spcAft>
                        <a:buNone/>
                      </a:pPr>
                      <a:r>
                        <a:rPr lang="ar-SA" sz="1100" b="1" kern="100">
                          <a:effectLst/>
                          <a:cs typeface="+mn-cs"/>
                        </a:rPr>
                        <a:t>أدوات القياس</a:t>
                      </a:r>
                      <a:endParaRPr lang="en-US" sz="1100" b="1" kern="100">
                        <a:effectLst/>
                        <a:latin typeface="Aptos" panose="020B0004020202020204" pitchFamily="34" charset="0"/>
                        <a:ea typeface="Aptos" panose="020B0004020202020204" pitchFamily="34" charset="0"/>
                        <a:cs typeface="+mn-cs"/>
                      </a:endParaRPr>
                    </a:p>
                  </a:txBody>
                  <a:tcPr marL="68580" marR="68580" marT="0" marB="0" anchor="ctr"/>
                </a:tc>
                <a:tc>
                  <a:txBody>
                    <a:bodyPr/>
                    <a:lstStyle/>
                    <a:p>
                      <a:pPr algn="r" rtl="0">
                        <a:buNone/>
                      </a:pPr>
                      <a:r>
                        <a:rPr lang="ar-SA" sz="1100" b="1" kern="100">
                          <a:effectLst/>
                          <a:cs typeface="+mn-cs"/>
                        </a:rPr>
                        <a:t> </a:t>
                      </a:r>
                      <a:endParaRPr lang="en-US" sz="1100" b="1" kern="100">
                        <a:effectLst/>
                        <a:latin typeface="Aptos" panose="020B0004020202020204" pitchFamily="34" charset="0"/>
                        <a:ea typeface="Times New Roman" panose="02020603050405020304" pitchFamily="18" charset="0"/>
                        <a:cs typeface="+mn-cs"/>
                      </a:endParaRPr>
                    </a:p>
                  </a:txBody>
                  <a:tcPr marL="68580" marR="68580" marT="0" marB="0" anchor="ctr"/>
                </a:tc>
                <a:extLst>
                  <a:ext uri="{0D108BD9-81ED-4DB2-BD59-A6C34878D82A}">
                    <a16:rowId xmlns:a16="http://schemas.microsoft.com/office/drawing/2014/main" val="3287383592"/>
                  </a:ext>
                </a:extLst>
              </a:tr>
              <a:tr h="389255">
                <a:tc>
                  <a:txBody>
                    <a:bodyPr/>
                    <a:lstStyle/>
                    <a:p>
                      <a:pPr algn="ctr" rtl="1">
                        <a:lnSpc>
                          <a:spcPct val="107000"/>
                        </a:lnSpc>
                        <a:spcAft>
                          <a:spcPts val="800"/>
                        </a:spcAft>
                        <a:buNone/>
                      </a:pPr>
                      <a:r>
                        <a:rPr lang="ar-SA" sz="1100" b="1" kern="100">
                          <a:effectLst/>
                          <a:cs typeface="+mn-cs"/>
                        </a:rPr>
                        <a:t>قياس الأثر</a:t>
                      </a:r>
                      <a:endParaRPr lang="en-US" sz="1100" b="1" kern="100">
                        <a:effectLst/>
                        <a:latin typeface="Aptos" panose="020B0004020202020204" pitchFamily="34" charset="0"/>
                        <a:ea typeface="Aptos" panose="020B0004020202020204" pitchFamily="34" charset="0"/>
                        <a:cs typeface="+mn-cs"/>
                      </a:endParaRPr>
                    </a:p>
                  </a:txBody>
                  <a:tcPr marL="68580" marR="68580" marT="0" marB="0" anchor="ctr"/>
                </a:tc>
                <a:tc>
                  <a:txBody>
                    <a:bodyPr/>
                    <a:lstStyle/>
                    <a:p>
                      <a:pPr algn="r" rtl="0">
                        <a:buNone/>
                      </a:pPr>
                      <a:r>
                        <a:rPr lang="ar-SA" sz="1100" b="1" kern="100">
                          <a:effectLst/>
                          <a:cs typeface="+mn-cs"/>
                        </a:rPr>
                        <a:t> </a:t>
                      </a:r>
                      <a:endParaRPr lang="en-US" sz="1100" b="1" kern="100">
                        <a:effectLst/>
                        <a:latin typeface="Aptos" panose="020B0004020202020204" pitchFamily="34" charset="0"/>
                        <a:ea typeface="Times New Roman" panose="02020603050405020304" pitchFamily="18" charset="0"/>
                        <a:cs typeface="+mn-cs"/>
                      </a:endParaRPr>
                    </a:p>
                  </a:txBody>
                  <a:tcPr marL="68580" marR="68580" marT="0" marB="0" anchor="ctr"/>
                </a:tc>
                <a:extLst>
                  <a:ext uri="{0D108BD9-81ED-4DB2-BD59-A6C34878D82A}">
                    <a16:rowId xmlns:a16="http://schemas.microsoft.com/office/drawing/2014/main" val="4124000212"/>
                  </a:ext>
                </a:extLst>
              </a:tr>
              <a:tr h="389255">
                <a:tc>
                  <a:txBody>
                    <a:bodyPr/>
                    <a:lstStyle/>
                    <a:p>
                      <a:pPr algn="ctr" rtl="1">
                        <a:lnSpc>
                          <a:spcPct val="107000"/>
                        </a:lnSpc>
                        <a:spcAft>
                          <a:spcPts val="800"/>
                        </a:spcAft>
                        <a:buNone/>
                      </a:pPr>
                      <a:r>
                        <a:rPr lang="ar-SA" sz="1100" b="1" kern="100">
                          <a:effectLst/>
                          <a:cs typeface="+mn-cs"/>
                        </a:rPr>
                        <a:t>التوصيات</a:t>
                      </a:r>
                      <a:endParaRPr lang="en-US" sz="1100" b="1" kern="100">
                        <a:effectLst/>
                        <a:latin typeface="Aptos" panose="020B0004020202020204" pitchFamily="34" charset="0"/>
                        <a:ea typeface="Aptos" panose="020B0004020202020204" pitchFamily="34" charset="0"/>
                        <a:cs typeface="+mn-cs"/>
                      </a:endParaRPr>
                    </a:p>
                  </a:txBody>
                  <a:tcPr marL="68580" marR="68580" marT="0" marB="0" anchor="ctr"/>
                </a:tc>
                <a:tc>
                  <a:txBody>
                    <a:bodyPr/>
                    <a:lstStyle/>
                    <a:p>
                      <a:pPr algn="r" rtl="0">
                        <a:buNone/>
                      </a:pPr>
                      <a:r>
                        <a:rPr lang="ar-SA" sz="1100" b="1" kern="100">
                          <a:effectLst/>
                          <a:cs typeface="+mn-cs"/>
                        </a:rPr>
                        <a:t> </a:t>
                      </a:r>
                      <a:endParaRPr lang="en-US" sz="1100" b="1" kern="100">
                        <a:effectLst/>
                        <a:latin typeface="Aptos" panose="020B0004020202020204" pitchFamily="34" charset="0"/>
                        <a:ea typeface="Times New Roman" panose="02020603050405020304" pitchFamily="18" charset="0"/>
                        <a:cs typeface="+mn-cs"/>
                      </a:endParaRPr>
                    </a:p>
                  </a:txBody>
                  <a:tcPr marL="68580" marR="68580" marT="0" marB="0" anchor="ctr"/>
                </a:tc>
                <a:extLst>
                  <a:ext uri="{0D108BD9-81ED-4DB2-BD59-A6C34878D82A}">
                    <a16:rowId xmlns:a16="http://schemas.microsoft.com/office/drawing/2014/main" val="786659890"/>
                  </a:ext>
                </a:extLst>
              </a:tr>
              <a:tr h="389255">
                <a:tc>
                  <a:txBody>
                    <a:bodyPr/>
                    <a:lstStyle/>
                    <a:p>
                      <a:pPr algn="ctr" rtl="1">
                        <a:lnSpc>
                          <a:spcPct val="107000"/>
                        </a:lnSpc>
                        <a:spcAft>
                          <a:spcPts val="800"/>
                        </a:spcAft>
                        <a:buNone/>
                      </a:pPr>
                      <a:r>
                        <a:rPr lang="ar-SA" sz="1100" b="1" kern="100">
                          <a:effectLst/>
                          <a:cs typeface="+mn-cs"/>
                        </a:rPr>
                        <a:t>شواهد التنفيذ</a:t>
                      </a:r>
                      <a:endParaRPr lang="en-US" sz="1100" b="1" kern="100">
                        <a:effectLst/>
                        <a:latin typeface="Aptos" panose="020B0004020202020204" pitchFamily="34" charset="0"/>
                        <a:ea typeface="Aptos" panose="020B0004020202020204" pitchFamily="34" charset="0"/>
                        <a:cs typeface="+mn-cs"/>
                      </a:endParaRPr>
                    </a:p>
                  </a:txBody>
                  <a:tcPr marL="68580" marR="68580" marT="0" marB="0" anchor="ctr"/>
                </a:tc>
                <a:tc>
                  <a:txBody>
                    <a:bodyPr/>
                    <a:lstStyle/>
                    <a:p>
                      <a:pPr algn="r" rtl="0">
                        <a:buNone/>
                      </a:pPr>
                      <a:r>
                        <a:rPr lang="ar-SA" sz="1100" b="1" kern="100">
                          <a:effectLst/>
                          <a:cs typeface="+mn-cs"/>
                        </a:rPr>
                        <a:t> </a:t>
                      </a:r>
                      <a:endParaRPr lang="en-US" sz="1100" b="1" kern="100">
                        <a:effectLst/>
                        <a:latin typeface="Aptos" panose="020B0004020202020204" pitchFamily="34" charset="0"/>
                        <a:ea typeface="Times New Roman" panose="02020603050405020304" pitchFamily="18" charset="0"/>
                        <a:cs typeface="+mn-cs"/>
                      </a:endParaRPr>
                    </a:p>
                  </a:txBody>
                  <a:tcPr marL="68580" marR="68580" marT="0" marB="0" anchor="ctr"/>
                </a:tc>
                <a:extLst>
                  <a:ext uri="{0D108BD9-81ED-4DB2-BD59-A6C34878D82A}">
                    <a16:rowId xmlns:a16="http://schemas.microsoft.com/office/drawing/2014/main" val="869415301"/>
                  </a:ext>
                </a:extLst>
              </a:tr>
              <a:tr h="389255">
                <a:tc>
                  <a:txBody>
                    <a:bodyPr/>
                    <a:lstStyle/>
                    <a:p>
                      <a:pPr algn="ctr" rtl="1">
                        <a:lnSpc>
                          <a:spcPct val="107000"/>
                        </a:lnSpc>
                        <a:spcAft>
                          <a:spcPts val="800"/>
                        </a:spcAft>
                        <a:buNone/>
                      </a:pPr>
                      <a:r>
                        <a:rPr lang="ar-SA" sz="1100" b="1" kern="100">
                          <a:effectLst/>
                          <a:cs typeface="+mn-cs"/>
                        </a:rPr>
                        <a:t>اسم وتوقيع المنفذين </a:t>
                      </a:r>
                      <a:endParaRPr lang="en-US" sz="1100" b="1" kern="100">
                        <a:effectLst/>
                        <a:latin typeface="Aptos" panose="020B0004020202020204" pitchFamily="34" charset="0"/>
                        <a:ea typeface="Aptos" panose="020B0004020202020204" pitchFamily="34" charset="0"/>
                        <a:cs typeface="+mn-cs"/>
                      </a:endParaRPr>
                    </a:p>
                  </a:txBody>
                  <a:tcPr marL="68580" marR="68580" marT="0" marB="0" anchor="ctr"/>
                </a:tc>
                <a:tc>
                  <a:txBody>
                    <a:bodyPr/>
                    <a:lstStyle/>
                    <a:p>
                      <a:pPr algn="r" rtl="1">
                        <a:lnSpc>
                          <a:spcPct val="107000"/>
                        </a:lnSpc>
                        <a:spcAft>
                          <a:spcPts val="800"/>
                        </a:spcAft>
                        <a:buNone/>
                      </a:pPr>
                      <a:r>
                        <a:rPr lang="ar-SA" sz="1100" b="1" kern="100" dirty="0">
                          <a:effectLst/>
                          <a:cs typeface="+mn-cs"/>
                        </a:rPr>
                        <a:t> </a:t>
                      </a:r>
                      <a:endParaRPr lang="en-US" sz="1100" b="1" kern="100" dirty="0">
                        <a:effectLst/>
                        <a:latin typeface="Aptos" panose="020B0004020202020204" pitchFamily="34" charset="0"/>
                        <a:ea typeface="Aptos" panose="020B0004020202020204" pitchFamily="34" charset="0"/>
                        <a:cs typeface="+mn-cs"/>
                      </a:endParaRPr>
                    </a:p>
                  </a:txBody>
                  <a:tcPr marL="68580" marR="68580" marT="0" marB="0" anchor="ctr"/>
                </a:tc>
                <a:extLst>
                  <a:ext uri="{0D108BD9-81ED-4DB2-BD59-A6C34878D82A}">
                    <a16:rowId xmlns:a16="http://schemas.microsoft.com/office/drawing/2014/main" val="1905081719"/>
                  </a:ext>
                </a:extLst>
              </a:tr>
            </a:tbl>
          </a:graphicData>
        </a:graphic>
      </p:graphicFrame>
      <p:sp>
        <p:nvSpPr>
          <p:cNvPr id="14" name="مربع نص 13">
            <a:extLst>
              <a:ext uri="{FF2B5EF4-FFF2-40B4-BE49-F238E27FC236}">
                <a16:creationId xmlns:a16="http://schemas.microsoft.com/office/drawing/2014/main" id="{841CD068-F735-5325-5D5F-F09D2E8F549E}"/>
              </a:ext>
            </a:extLst>
          </p:cNvPr>
          <p:cNvSpPr txBox="1"/>
          <p:nvPr/>
        </p:nvSpPr>
        <p:spPr>
          <a:xfrm>
            <a:off x="736257" y="9592934"/>
            <a:ext cx="6477000" cy="307777"/>
          </a:xfrm>
          <a:prstGeom prst="rect">
            <a:avLst/>
          </a:prstGeom>
          <a:noFill/>
        </p:spPr>
        <p:txBody>
          <a:bodyPr wrap="square" rtlCol="1">
            <a:spAutoFit/>
          </a:bodyPr>
          <a:lstStyle/>
          <a:p>
            <a:pPr algn="r" rtl="1"/>
            <a:r>
              <a:rPr lang="ar-SA" sz="1400" b="1" dirty="0"/>
              <a:t>مديرة المدرسة / جيهان محمد علي بنا                                                          الختم</a:t>
            </a:r>
            <a:endParaRPr lang="en-US" sz="1400" dirty="0"/>
          </a:p>
        </p:txBody>
      </p:sp>
    </p:spTree>
    <p:extLst>
      <p:ext uri="{BB962C8B-B14F-4D97-AF65-F5344CB8AC3E}">
        <p14:creationId xmlns:p14="http://schemas.microsoft.com/office/powerpoint/2010/main" val="343833574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62C4B0"/>
        </a:solidFill>
        <a:effectLst/>
      </p:bgPr>
    </p:bg>
    <p:spTree>
      <p:nvGrpSpPr>
        <p:cNvPr id="1" name="">
          <a:extLst>
            <a:ext uri="{FF2B5EF4-FFF2-40B4-BE49-F238E27FC236}">
              <a16:creationId xmlns:a16="http://schemas.microsoft.com/office/drawing/2014/main" id="{A9A729E2-2829-F5A8-C72F-1B83AD1F61BA}"/>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CE2FB006-C0F4-0F75-73DE-1937483F9498}"/>
              </a:ext>
            </a:extLst>
          </p:cNvPr>
          <p:cNvSpPr/>
          <p:nvPr/>
        </p:nvSpPr>
        <p:spPr>
          <a:xfrm>
            <a:off x="-251374" y="0"/>
            <a:ext cx="7872660" cy="10895551"/>
          </a:xfrm>
          <a:custGeom>
            <a:avLst/>
            <a:gdLst/>
            <a:ahLst/>
            <a:cxnLst/>
            <a:rect l="l" t="t" r="r" b="b"/>
            <a:pathLst>
              <a:path w="7758846" h="8416894">
                <a:moveTo>
                  <a:pt x="0" y="0"/>
                </a:moveTo>
                <a:lnTo>
                  <a:pt x="7758846" y="0"/>
                </a:lnTo>
                <a:lnTo>
                  <a:pt x="7758846" y="8416894"/>
                </a:lnTo>
                <a:lnTo>
                  <a:pt x="0" y="8416894"/>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ar-SA"/>
          </a:p>
        </p:txBody>
      </p:sp>
      <p:sp>
        <p:nvSpPr>
          <p:cNvPr id="4" name="Freeform 4">
            <a:extLst>
              <a:ext uri="{FF2B5EF4-FFF2-40B4-BE49-F238E27FC236}">
                <a16:creationId xmlns:a16="http://schemas.microsoft.com/office/drawing/2014/main" id="{8797142C-166B-125A-1031-9A72D8780C99}"/>
              </a:ext>
            </a:extLst>
          </p:cNvPr>
          <p:cNvSpPr/>
          <p:nvPr/>
        </p:nvSpPr>
        <p:spPr>
          <a:xfrm>
            <a:off x="0" y="39592"/>
            <a:ext cx="5683250" cy="393700"/>
          </a:xfrm>
          <a:custGeom>
            <a:avLst/>
            <a:gdLst/>
            <a:ahLst/>
            <a:cxnLst/>
            <a:rect l="l" t="t" r="r" b="b"/>
            <a:pathLst>
              <a:path w="3308517" h="1467779">
                <a:moveTo>
                  <a:pt x="0" y="0"/>
                </a:moveTo>
                <a:lnTo>
                  <a:pt x="3308517" y="0"/>
                </a:lnTo>
                <a:lnTo>
                  <a:pt x="3308517" y="1467779"/>
                </a:lnTo>
                <a:lnTo>
                  <a:pt x="0" y="1467779"/>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ar-SA"/>
          </a:p>
        </p:txBody>
      </p:sp>
      <p:sp>
        <p:nvSpPr>
          <p:cNvPr id="10" name="مربع نص 9">
            <a:extLst>
              <a:ext uri="{FF2B5EF4-FFF2-40B4-BE49-F238E27FC236}">
                <a16:creationId xmlns:a16="http://schemas.microsoft.com/office/drawing/2014/main" id="{9533B4CF-4DF3-8838-5101-F8B94CC15028}"/>
              </a:ext>
            </a:extLst>
          </p:cNvPr>
          <p:cNvSpPr txBox="1"/>
          <p:nvPr/>
        </p:nvSpPr>
        <p:spPr>
          <a:xfrm>
            <a:off x="1797050" y="1536347"/>
            <a:ext cx="3733800" cy="369332"/>
          </a:xfrm>
          <a:prstGeom prst="rect">
            <a:avLst/>
          </a:prstGeom>
          <a:noFill/>
        </p:spPr>
        <p:txBody>
          <a:bodyPr wrap="square" rtlCol="1">
            <a:spAutoFit/>
          </a:bodyPr>
          <a:lstStyle/>
          <a:p>
            <a:pPr algn="ctr" rtl="1"/>
            <a:r>
              <a:rPr lang="ar-SA" b="1" dirty="0">
                <a:solidFill>
                  <a:srgbClr val="C00000"/>
                </a:solidFill>
              </a:rPr>
              <a:t>تقرير تنفيذ مجتمع تعلم مهني حسب المرحلة</a:t>
            </a:r>
            <a:endParaRPr lang="en-US" dirty="0">
              <a:solidFill>
                <a:srgbClr val="C00000"/>
              </a:solidFill>
            </a:endParaRPr>
          </a:p>
        </p:txBody>
      </p:sp>
      <p:sp>
        <p:nvSpPr>
          <p:cNvPr id="3" name="مربع نص 2">
            <a:extLst>
              <a:ext uri="{FF2B5EF4-FFF2-40B4-BE49-F238E27FC236}">
                <a16:creationId xmlns:a16="http://schemas.microsoft.com/office/drawing/2014/main" id="{21A376F9-0950-432F-423D-C71BA1E69E66}"/>
              </a:ext>
            </a:extLst>
          </p:cNvPr>
          <p:cNvSpPr txBox="1"/>
          <p:nvPr/>
        </p:nvSpPr>
        <p:spPr>
          <a:xfrm>
            <a:off x="2559050" y="2387644"/>
            <a:ext cx="4724400" cy="523220"/>
          </a:xfrm>
          <a:prstGeom prst="rect">
            <a:avLst/>
          </a:prstGeom>
          <a:noFill/>
        </p:spPr>
        <p:txBody>
          <a:bodyPr wrap="square" rtlCol="1">
            <a:spAutoFit/>
          </a:bodyPr>
          <a:lstStyle/>
          <a:p>
            <a:pPr algn="r" rtl="1"/>
            <a:r>
              <a:rPr lang="ar-SA" sz="1400" b="1" dirty="0"/>
              <a:t>البيانات الأساسية للمجتمع المهني  ( يعبأ من قبل المنفذين)</a:t>
            </a:r>
            <a:endParaRPr lang="en-US" sz="1400" dirty="0"/>
          </a:p>
          <a:p>
            <a:pPr algn="r" rtl="1"/>
            <a:endParaRPr lang="ar-SA" sz="1400" dirty="0"/>
          </a:p>
        </p:txBody>
      </p:sp>
      <p:graphicFrame>
        <p:nvGraphicFramePr>
          <p:cNvPr id="8" name="جدول 7">
            <a:extLst>
              <a:ext uri="{FF2B5EF4-FFF2-40B4-BE49-F238E27FC236}">
                <a16:creationId xmlns:a16="http://schemas.microsoft.com/office/drawing/2014/main" id="{2D321E6B-D963-E04C-A023-D5FF7D4476BD}"/>
              </a:ext>
            </a:extLst>
          </p:cNvPr>
          <p:cNvGraphicFramePr>
            <a:graphicFrameLocks noGrp="1"/>
          </p:cNvGraphicFramePr>
          <p:nvPr/>
        </p:nvGraphicFramePr>
        <p:xfrm>
          <a:off x="806450" y="2755900"/>
          <a:ext cx="6473825" cy="1800734"/>
        </p:xfrm>
        <a:graphic>
          <a:graphicData uri="http://schemas.openxmlformats.org/drawingml/2006/table">
            <a:tbl>
              <a:tblPr rtl="1" firstRow="1" firstCol="1" bandRow="1">
                <a:tableStyleId>{5940675A-B579-460E-94D1-54222C63F5DA}</a:tableStyleId>
              </a:tblPr>
              <a:tblGrid>
                <a:gridCol w="1193371">
                  <a:extLst>
                    <a:ext uri="{9D8B030D-6E8A-4147-A177-3AD203B41FA5}">
                      <a16:colId xmlns:a16="http://schemas.microsoft.com/office/drawing/2014/main" val="169193020"/>
                    </a:ext>
                  </a:extLst>
                </a:gridCol>
                <a:gridCol w="1193371">
                  <a:extLst>
                    <a:ext uri="{9D8B030D-6E8A-4147-A177-3AD203B41FA5}">
                      <a16:colId xmlns:a16="http://schemas.microsoft.com/office/drawing/2014/main" val="1080763411"/>
                    </a:ext>
                  </a:extLst>
                </a:gridCol>
                <a:gridCol w="1193371">
                  <a:extLst>
                    <a:ext uri="{9D8B030D-6E8A-4147-A177-3AD203B41FA5}">
                      <a16:colId xmlns:a16="http://schemas.microsoft.com/office/drawing/2014/main" val="226529993"/>
                    </a:ext>
                  </a:extLst>
                </a:gridCol>
                <a:gridCol w="1018158">
                  <a:extLst>
                    <a:ext uri="{9D8B030D-6E8A-4147-A177-3AD203B41FA5}">
                      <a16:colId xmlns:a16="http://schemas.microsoft.com/office/drawing/2014/main" val="3007160302"/>
                    </a:ext>
                  </a:extLst>
                </a:gridCol>
                <a:gridCol w="857396">
                  <a:extLst>
                    <a:ext uri="{9D8B030D-6E8A-4147-A177-3AD203B41FA5}">
                      <a16:colId xmlns:a16="http://schemas.microsoft.com/office/drawing/2014/main" val="256348785"/>
                    </a:ext>
                  </a:extLst>
                </a:gridCol>
                <a:gridCol w="1018158">
                  <a:extLst>
                    <a:ext uri="{9D8B030D-6E8A-4147-A177-3AD203B41FA5}">
                      <a16:colId xmlns:a16="http://schemas.microsoft.com/office/drawing/2014/main" val="3646016874"/>
                    </a:ext>
                  </a:extLst>
                </a:gridCol>
              </a:tblGrid>
              <a:tr h="212725">
                <a:tc>
                  <a:txBody>
                    <a:bodyPr/>
                    <a:lstStyle/>
                    <a:p>
                      <a:pPr algn="ctr" rtl="1">
                        <a:lnSpc>
                          <a:spcPct val="107000"/>
                        </a:lnSpc>
                        <a:spcAft>
                          <a:spcPts val="800"/>
                        </a:spcAft>
                        <a:buNone/>
                      </a:pPr>
                      <a:r>
                        <a:rPr lang="ar-SA" sz="1100" b="1" kern="100" dirty="0">
                          <a:effectLst/>
                        </a:rPr>
                        <a:t>عنوان المجتمع (الموضوع أو المهمة)</a:t>
                      </a:r>
                      <a:endParaRPr lang="en-US" sz="1100" b="1" kern="1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tc gridSpan="5">
                  <a:txBody>
                    <a:bodyPr/>
                    <a:lstStyle/>
                    <a:p>
                      <a:pPr algn="r" rtl="1">
                        <a:lnSpc>
                          <a:spcPct val="107000"/>
                        </a:lnSpc>
                        <a:spcAft>
                          <a:spcPts val="800"/>
                        </a:spcAft>
                        <a:buNone/>
                      </a:pPr>
                      <a:r>
                        <a:rPr lang="ar-SA" sz="1100" b="1" kern="100">
                          <a:effectLst/>
                        </a:rPr>
                        <a:t>                                  </a:t>
                      </a:r>
                      <a:endParaRPr lang="en-US" sz="1100" b="1"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tc hMerge="1">
                  <a:txBody>
                    <a:bodyPr/>
                    <a:lstStyle/>
                    <a:p>
                      <a:pPr rtl="1"/>
                      <a:endParaRPr lang="ar-SA"/>
                    </a:p>
                  </a:txBody>
                  <a:tcPr/>
                </a:tc>
                <a:tc hMerge="1">
                  <a:txBody>
                    <a:bodyPr/>
                    <a:lstStyle/>
                    <a:p>
                      <a:pPr rtl="1"/>
                      <a:endParaRPr lang="ar-SA"/>
                    </a:p>
                  </a:txBody>
                  <a:tcPr/>
                </a:tc>
                <a:tc hMerge="1">
                  <a:txBody>
                    <a:bodyPr/>
                    <a:lstStyle/>
                    <a:p>
                      <a:pPr rtl="1"/>
                      <a:endParaRPr lang="ar-SA"/>
                    </a:p>
                  </a:txBody>
                  <a:tcPr/>
                </a:tc>
                <a:tc hMerge="1">
                  <a:txBody>
                    <a:bodyPr/>
                    <a:lstStyle/>
                    <a:p>
                      <a:pPr rtl="1"/>
                      <a:endParaRPr lang="ar-SA"/>
                    </a:p>
                  </a:txBody>
                  <a:tcPr/>
                </a:tc>
                <a:extLst>
                  <a:ext uri="{0D108BD9-81ED-4DB2-BD59-A6C34878D82A}">
                    <a16:rowId xmlns:a16="http://schemas.microsoft.com/office/drawing/2014/main" val="2158894704"/>
                  </a:ext>
                </a:extLst>
              </a:tr>
              <a:tr h="108585">
                <a:tc>
                  <a:txBody>
                    <a:bodyPr/>
                    <a:lstStyle/>
                    <a:p>
                      <a:pPr algn="ctr" rtl="1">
                        <a:lnSpc>
                          <a:spcPct val="107000"/>
                        </a:lnSpc>
                        <a:spcAft>
                          <a:spcPts val="800"/>
                        </a:spcAft>
                        <a:buNone/>
                      </a:pPr>
                      <a:r>
                        <a:rPr lang="ar-SA" sz="1100" b="1" kern="100">
                          <a:effectLst/>
                        </a:rPr>
                        <a:t>يوم التنفيذ</a:t>
                      </a:r>
                      <a:endParaRPr lang="en-US" sz="1100" b="1"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tc gridSpan="2">
                  <a:txBody>
                    <a:bodyPr/>
                    <a:lstStyle/>
                    <a:p>
                      <a:pPr algn="ctr" rtl="1">
                        <a:lnSpc>
                          <a:spcPct val="107000"/>
                        </a:lnSpc>
                        <a:spcAft>
                          <a:spcPts val="800"/>
                        </a:spcAft>
                        <a:buNone/>
                      </a:pPr>
                      <a:r>
                        <a:rPr lang="ar-SA" sz="1100" b="1" kern="100">
                          <a:effectLst/>
                        </a:rPr>
                        <a:t> </a:t>
                      </a:r>
                      <a:endParaRPr lang="en-US" sz="1100" b="1"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tc hMerge="1">
                  <a:txBody>
                    <a:bodyPr/>
                    <a:lstStyle/>
                    <a:p>
                      <a:pPr rtl="1"/>
                      <a:endParaRPr lang="ar-SA"/>
                    </a:p>
                  </a:txBody>
                  <a:tcPr/>
                </a:tc>
                <a:tc>
                  <a:txBody>
                    <a:bodyPr/>
                    <a:lstStyle/>
                    <a:p>
                      <a:pPr algn="ctr" rtl="1">
                        <a:lnSpc>
                          <a:spcPct val="107000"/>
                        </a:lnSpc>
                        <a:spcAft>
                          <a:spcPts val="800"/>
                        </a:spcAft>
                        <a:buNone/>
                      </a:pPr>
                      <a:r>
                        <a:rPr lang="ar-SA" sz="1100" b="1" kern="100">
                          <a:effectLst/>
                        </a:rPr>
                        <a:t>التاريخ </a:t>
                      </a:r>
                      <a:endParaRPr lang="en-US" sz="1100" b="1"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tc gridSpan="2">
                  <a:txBody>
                    <a:bodyPr/>
                    <a:lstStyle/>
                    <a:p>
                      <a:pPr algn="r" rtl="1">
                        <a:lnSpc>
                          <a:spcPct val="107000"/>
                        </a:lnSpc>
                        <a:spcAft>
                          <a:spcPts val="800"/>
                        </a:spcAft>
                        <a:buNone/>
                      </a:pPr>
                      <a:r>
                        <a:rPr lang="ar-SA" sz="1100" b="1" kern="100">
                          <a:effectLst/>
                        </a:rPr>
                        <a:t> </a:t>
                      </a:r>
                      <a:endParaRPr lang="en-US" sz="1100" b="1"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tc hMerge="1">
                  <a:txBody>
                    <a:bodyPr/>
                    <a:lstStyle/>
                    <a:p>
                      <a:pPr rtl="1"/>
                      <a:endParaRPr lang="ar-SA"/>
                    </a:p>
                  </a:txBody>
                  <a:tcPr/>
                </a:tc>
                <a:extLst>
                  <a:ext uri="{0D108BD9-81ED-4DB2-BD59-A6C34878D82A}">
                    <a16:rowId xmlns:a16="http://schemas.microsoft.com/office/drawing/2014/main" val="2354640664"/>
                  </a:ext>
                </a:extLst>
              </a:tr>
              <a:tr h="212725">
                <a:tc>
                  <a:txBody>
                    <a:bodyPr/>
                    <a:lstStyle/>
                    <a:p>
                      <a:pPr algn="ctr" rtl="1">
                        <a:lnSpc>
                          <a:spcPct val="107000"/>
                        </a:lnSpc>
                        <a:spcAft>
                          <a:spcPts val="800"/>
                        </a:spcAft>
                        <a:buNone/>
                      </a:pPr>
                      <a:r>
                        <a:rPr lang="ar-SA" sz="1100" b="1" kern="100">
                          <a:effectLst/>
                        </a:rPr>
                        <a:t>مقر التنفيذ</a:t>
                      </a:r>
                      <a:endParaRPr lang="en-US" sz="1100" b="1"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tc>
                  <a:txBody>
                    <a:bodyPr/>
                    <a:lstStyle/>
                    <a:p>
                      <a:pPr algn="ctr" rtl="1">
                        <a:lnSpc>
                          <a:spcPct val="107000"/>
                        </a:lnSpc>
                        <a:spcAft>
                          <a:spcPts val="800"/>
                        </a:spcAft>
                        <a:buNone/>
                      </a:pPr>
                      <a:r>
                        <a:rPr lang="ar-SA" sz="1100" b="1" kern="100" dirty="0">
                          <a:effectLst/>
                        </a:rPr>
                        <a:t> </a:t>
                      </a:r>
                      <a:endParaRPr lang="en-US" sz="1100" b="1" kern="1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tc>
                  <a:txBody>
                    <a:bodyPr/>
                    <a:lstStyle/>
                    <a:p>
                      <a:pPr algn="ctr" rtl="1">
                        <a:lnSpc>
                          <a:spcPct val="107000"/>
                        </a:lnSpc>
                        <a:spcAft>
                          <a:spcPts val="800"/>
                        </a:spcAft>
                        <a:buNone/>
                      </a:pPr>
                      <a:r>
                        <a:rPr lang="ar-SA" sz="1100" b="1" kern="100">
                          <a:effectLst/>
                        </a:rPr>
                        <a:t>مدة التنفيذ</a:t>
                      </a:r>
                      <a:endParaRPr lang="en-US" sz="1100" b="1"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tc>
                  <a:txBody>
                    <a:bodyPr/>
                    <a:lstStyle/>
                    <a:p>
                      <a:pPr algn="ctr" rtl="1">
                        <a:lnSpc>
                          <a:spcPct val="107000"/>
                        </a:lnSpc>
                        <a:spcAft>
                          <a:spcPts val="800"/>
                        </a:spcAft>
                        <a:buNone/>
                      </a:pPr>
                      <a:r>
                        <a:rPr lang="ar-SA" sz="1100" b="1" kern="100">
                          <a:effectLst/>
                        </a:rPr>
                        <a:t> </a:t>
                      </a:r>
                      <a:endParaRPr lang="en-US" sz="1100" b="1"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tc>
                  <a:txBody>
                    <a:bodyPr/>
                    <a:lstStyle/>
                    <a:p>
                      <a:pPr algn="ctr" rtl="1">
                        <a:lnSpc>
                          <a:spcPct val="107000"/>
                        </a:lnSpc>
                        <a:spcAft>
                          <a:spcPts val="800"/>
                        </a:spcAft>
                        <a:buNone/>
                      </a:pPr>
                      <a:r>
                        <a:rPr lang="ar-SA" sz="1100" b="1" kern="100">
                          <a:effectLst/>
                        </a:rPr>
                        <a:t>عدد المستفيدين</a:t>
                      </a:r>
                      <a:endParaRPr lang="en-US" sz="1100" b="1"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tc>
                  <a:txBody>
                    <a:bodyPr/>
                    <a:lstStyle/>
                    <a:p>
                      <a:pPr algn="ctr" rtl="1">
                        <a:lnSpc>
                          <a:spcPct val="107000"/>
                        </a:lnSpc>
                        <a:spcAft>
                          <a:spcPts val="800"/>
                        </a:spcAft>
                        <a:buNone/>
                      </a:pPr>
                      <a:r>
                        <a:rPr lang="ar-SA" sz="1100" b="1" kern="100">
                          <a:effectLst/>
                        </a:rPr>
                        <a:t> </a:t>
                      </a:r>
                      <a:endParaRPr lang="en-US" sz="1100" b="1"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434575444"/>
                  </a:ext>
                </a:extLst>
              </a:tr>
              <a:tr h="212725">
                <a:tc rowSpan="2">
                  <a:txBody>
                    <a:bodyPr/>
                    <a:lstStyle/>
                    <a:p>
                      <a:pPr algn="ctr" rtl="1">
                        <a:lnSpc>
                          <a:spcPct val="107000"/>
                        </a:lnSpc>
                        <a:spcAft>
                          <a:spcPts val="800"/>
                        </a:spcAft>
                        <a:buNone/>
                      </a:pPr>
                      <a:r>
                        <a:rPr lang="ar-SA" sz="1100" b="1" kern="100">
                          <a:effectLst/>
                        </a:rPr>
                        <a:t>الفئة المنفذة</a:t>
                      </a:r>
                      <a:endParaRPr lang="en-US" sz="1100" b="1"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tc>
                  <a:txBody>
                    <a:bodyPr/>
                    <a:lstStyle/>
                    <a:p>
                      <a:pPr algn="ctr" rtl="1">
                        <a:lnSpc>
                          <a:spcPct val="107000"/>
                        </a:lnSpc>
                        <a:spcAft>
                          <a:spcPts val="800"/>
                        </a:spcAft>
                        <a:buNone/>
                      </a:pPr>
                      <a:r>
                        <a:rPr lang="ar-SA" sz="1100" b="1" kern="100">
                          <a:effectLst/>
                        </a:rPr>
                        <a:t>الاسم</a:t>
                      </a:r>
                      <a:endParaRPr lang="en-US" sz="1100" b="1"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tc>
                  <a:txBody>
                    <a:bodyPr/>
                    <a:lstStyle/>
                    <a:p>
                      <a:pPr algn="ctr" rtl="1">
                        <a:lnSpc>
                          <a:spcPct val="107000"/>
                        </a:lnSpc>
                        <a:spcAft>
                          <a:spcPts val="800"/>
                        </a:spcAft>
                        <a:buNone/>
                      </a:pPr>
                      <a:r>
                        <a:rPr lang="ar-SA" sz="1100" b="1" kern="100" dirty="0">
                          <a:effectLst/>
                        </a:rPr>
                        <a:t>الوصف الوظيفي</a:t>
                      </a:r>
                      <a:endParaRPr lang="en-US" sz="1100" b="1" kern="1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tc gridSpan="2">
                  <a:txBody>
                    <a:bodyPr/>
                    <a:lstStyle/>
                    <a:p>
                      <a:pPr algn="ctr" rtl="1">
                        <a:lnSpc>
                          <a:spcPct val="107000"/>
                        </a:lnSpc>
                        <a:spcAft>
                          <a:spcPts val="800"/>
                        </a:spcAft>
                        <a:buNone/>
                      </a:pPr>
                      <a:r>
                        <a:rPr lang="ar-SA" sz="1100" b="1" kern="100">
                          <a:effectLst/>
                        </a:rPr>
                        <a:t>الاسم</a:t>
                      </a:r>
                      <a:endParaRPr lang="en-US" sz="1100" b="1"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tc hMerge="1">
                  <a:txBody>
                    <a:bodyPr/>
                    <a:lstStyle/>
                    <a:p>
                      <a:pPr rtl="1"/>
                      <a:endParaRPr lang="ar-SA"/>
                    </a:p>
                  </a:txBody>
                  <a:tcPr/>
                </a:tc>
                <a:tc>
                  <a:txBody>
                    <a:bodyPr/>
                    <a:lstStyle/>
                    <a:p>
                      <a:pPr algn="ctr" rtl="1">
                        <a:lnSpc>
                          <a:spcPct val="107000"/>
                        </a:lnSpc>
                        <a:spcAft>
                          <a:spcPts val="800"/>
                        </a:spcAft>
                        <a:buNone/>
                      </a:pPr>
                      <a:r>
                        <a:rPr lang="ar-SA" sz="1100" b="1" kern="100">
                          <a:effectLst/>
                        </a:rPr>
                        <a:t>الوصف الوظيفي</a:t>
                      </a:r>
                      <a:endParaRPr lang="en-US" sz="1100" b="1"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2807686882"/>
                  </a:ext>
                </a:extLst>
              </a:tr>
              <a:tr h="212725">
                <a:tc vMerge="1">
                  <a:txBody>
                    <a:bodyPr/>
                    <a:lstStyle/>
                    <a:p>
                      <a:pPr rtl="1"/>
                      <a:endParaRPr lang="ar-SA"/>
                    </a:p>
                  </a:txBody>
                  <a:tcPr/>
                </a:tc>
                <a:tc>
                  <a:txBody>
                    <a:bodyPr/>
                    <a:lstStyle/>
                    <a:p>
                      <a:pPr algn="ctr" rtl="1">
                        <a:lnSpc>
                          <a:spcPct val="107000"/>
                        </a:lnSpc>
                        <a:spcAft>
                          <a:spcPts val="800"/>
                        </a:spcAft>
                        <a:buNone/>
                      </a:pPr>
                      <a:r>
                        <a:rPr lang="ar-SA" sz="1100" b="1" kern="100">
                          <a:effectLst/>
                        </a:rPr>
                        <a:t> </a:t>
                      </a:r>
                      <a:endParaRPr lang="en-US" sz="1100" b="1"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tc>
                  <a:txBody>
                    <a:bodyPr/>
                    <a:lstStyle/>
                    <a:p>
                      <a:pPr algn="ctr" rtl="1">
                        <a:lnSpc>
                          <a:spcPct val="107000"/>
                        </a:lnSpc>
                        <a:spcAft>
                          <a:spcPts val="800"/>
                        </a:spcAft>
                        <a:buNone/>
                      </a:pPr>
                      <a:r>
                        <a:rPr lang="ar-SA" sz="1100" b="1" kern="100">
                          <a:effectLst/>
                        </a:rPr>
                        <a:t> </a:t>
                      </a:r>
                      <a:endParaRPr lang="en-US" sz="1100" b="1"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tc gridSpan="2">
                  <a:txBody>
                    <a:bodyPr/>
                    <a:lstStyle/>
                    <a:p>
                      <a:pPr algn="r" rtl="1">
                        <a:lnSpc>
                          <a:spcPct val="107000"/>
                        </a:lnSpc>
                        <a:spcAft>
                          <a:spcPts val="800"/>
                        </a:spcAft>
                        <a:buNone/>
                      </a:pPr>
                      <a:r>
                        <a:rPr lang="ar-SA" sz="1100" b="1" kern="100" dirty="0">
                          <a:effectLst/>
                        </a:rPr>
                        <a:t> </a:t>
                      </a:r>
                      <a:endParaRPr lang="en-US" sz="1100" b="1" kern="1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tc hMerge="1">
                  <a:txBody>
                    <a:bodyPr/>
                    <a:lstStyle/>
                    <a:p>
                      <a:pPr rtl="1"/>
                      <a:endParaRPr lang="ar-SA"/>
                    </a:p>
                  </a:txBody>
                  <a:tcPr/>
                </a:tc>
                <a:tc>
                  <a:txBody>
                    <a:bodyPr/>
                    <a:lstStyle/>
                    <a:p>
                      <a:pPr algn="ctr" rtl="1">
                        <a:lnSpc>
                          <a:spcPct val="107000"/>
                        </a:lnSpc>
                        <a:spcAft>
                          <a:spcPts val="800"/>
                        </a:spcAft>
                        <a:buNone/>
                      </a:pPr>
                      <a:r>
                        <a:rPr lang="ar-SA" sz="1100" b="1" kern="100">
                          <a:effectLst/>
                        </a:rPr>
                        <a:t> </a:t>
                      </a:r>
                      <a:endParaRPr lang="en-US" sz="1100" b="1"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1818959438"/>
                  </a:ext>
                </a:extLst>
              </a:tr>
              <a:tr h="212725">
                <a:tc>
                  <a:txBody>
                    <a:bodyPr/>
                    <a:lstStyle/>
                    <a:p>
                      <a:pPr algn="ctr" rtl="1">
                        <a:lnSpc>
                          <a:spcPct val="107000"/>
                        </a:lnSpc>
                        <a:spcAft>
                          <a:spcPts val="800"/>
                        </a:spcAft>
                        <a:buNone/>
                      </a:pPr>
                      <a:r>
                        <a:rPr lang="ar-SA" sz="1100" b="1" kern="100">
                          <a:effectLst/>
                        </a:rPr>
                        <a:t>أوعية المجتمع المهني</a:t>
                      </a:r>
                      <a:endParaRPr lang="en-US" sz="1100" b="1"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tc gridSpan="5">
                  <a:txBody>
                    <a:bodyPr/>
                    <a:lstStyle/>
                    <a:p>
                      <a:pPr algn="r" rtl="0">
                        <a:lnSpc>
                          <a:spcPct val="107000"/>
                        </a:lnSpc>
                        <a:spcAft>
                          <a:spcPts val="800"/>
                        </a:spcAft>
                        <a:buNone/>
                      </a:pPr>
                      <a:r>
                        <a:rPr lang="en-US" sz="1100" b="1" kern="100" dirty="0">
                          <a:effectLst/>
                          <a:sym typeface="AGA Arabesque Desktop" panose="05010101010101010101" pitchFamily="2" charset="2"/>
                        </a:rPr>
                        <a:t></a:t>
                      </a:r>
                      <a:r>
                        <a:rPr lang="ar-SA" sz="1100" b="1" kern="100" dirty="0">
                          <a:effectLst/>
                        </a:rPr>
                        <a:t> اجتماعات ولقاءات       </a:t>
                      </a:r>
                      <a:r>
                        <a:rPr lang="en-US" sz="1100" b="1" kern="100" dirty="0">
                          <a:effectLst/>
                          <a:sym typeface="AGA Arabesque Desktop" panose="05010101010101010101" pitchFamily="2" charset="2"/>
                        </a:rPr>
                        <a:t></a:t>
                      </a:r>
                      <a:r>
                        <a:rPr lang="en-US" sz="1100" b="1" kern="100" dirty="0">
                          <a:effectLst/>
                        </a:rPr>
                        <a:t> </a:t>
                      </a:r>
                      <a:r>
                        <a:rPr lang="ar-SA" sz="1100" b="1" kern="100" dirty="0">
                          <a:effectLst/>
                        </a:rPr>
                        <a:t>ورش عمل وحلقات نقاش       </a:t>
                      </a:r>
                      <a:r>
                        <a:rPr lang="en-US" sz="1100" b="1" kern="100" dirty="0">
                          <a:effectLst/>
                          <a:sym typeface="AGA Arabesque Desktop" panose="05010101010101010101" pitchFamily="2" charset="2"/>
                        </a:rPr>
                        <a:t></a:t>
                      </a:r>
                      <a:r>
                        <a:rPr lang="en-US" sz="1100" b="1" kern="100" dirty="0">
                          <a:effectLst/>
                        </a:rPr>
                        <a:t> </a:t>
                      </a:r>
                      <a:r>
                        <a:rPr lang="ar-SA" sz="1100" b="1" kern="100" dirty="0">
                          <a:effectLst/>
                        </a:rPr>
                        <a:t>التدريب بالأقران       </a:t>
                      </a:r>
                      <a:r>
                        <a:rPr lang="en-US" sz="1100" b="1" kern="100" dirty="0">
                          <a:effectLst/>
                          <a:sym typeface="AGA Arabesque Desktop" panose="05010101010101010101" pitchFamily="2" charset="2"/>
                        </a:rPr>
                        <a:t></a:t>
                      </a:r>
                      <a:r>
                        <a:rPr lang="en-US" sz="1100" b="1" kern="100" dirty="0">
                          <a:effectLst/>
                        </a:rPr>
                        <a:t> </a:t>
                      </a:r>
                      <a:r>
                        <a:rPr lang="ar-SA" sz="1100" b="1" kern="100" dirty="0">
                          <a:effectLst/>
                        </a:rPr>
                        <a:t>زيارات متبادلة        </a:t>
                      </a:r>
                      <a:r>
                        <a:rPr lang="en-US" sz="1100" b="1" kern="100" dirty="0">
                          <a:effectLst/>
                          <a:sym typeface="AGA Arabesque Desktop" panose="05010101010101010101" pitchFamily="2" charset="2"/>
                        </a:rPr>
                        <a:t></a:t>
                      </a:r>
                      <a:r>
                        <a:rPr lang="ar-SA" sz="1100" b="1" kern="100" dirty="0">
                          <a:effectLst/>
                        </a:rPr>
                        <a:t> قراءة موجهة </a:t>
                      </a:r>
                      <a:endParaRPr lang="en-US" sz="1100" b="1" kern="100" dirty="0">
                        <a:effectLst/>
                      </a:endParaRPr>
                    </a:p>
                    <a:p>
                      <a:pPr algn="r" rtl="1">
                        <a:lnSpc>
                          <a:spcPct val="107000"/>
                        </a:lnSpc>
                        <a:spcAft>
                          <a:spcPts val="800"/>
                        </a:spcAft>
                        <a:buNone/>
                      </a:pPr>
                      <a:r>
                        <a:rPr lang="en-US" sz="1100" b="1" kern="100" dirty="0">
                          <a:effectLst/>
                          <a:sym typeface="AGA Arabesque Desktop" panose="05010101010101010101" pitchFamily="2" charset="2"/>
                        </a:rPr>
                        <a:t></a:t>
                      </a:r>
                      <a:r>
                        <a:rPr lang="en-US" sz="1100" b="1" kern="100" dirty="0">
                          <a:effectLst/>
                        </a:rPr>
                        <a:t> </a:t>
                      </a:r>
                      <a:r>
                        <a:rPr lang="ar-SA" sz="1100" b="1" kern="100" dirty="0">
                          <a:effectLst/>
                        </a:rPr>
                        <a:t>درس تطبيقي       </a:t>
                      </a:r>
                      <a:r>
                        <a:rPr lang="en-US" sz="1100" b="1" kern="100" dirty="0">
                          <a:effectLst/>
                          <a:sym typeface="AGA Arabesque Desktop" panose="05010101010101010101" pitchFamily="2" charset="2"/>
                        </a:rPr>
                        <a:t></a:t>
                      </a:r>
                      <a:r>
                        <a:rPr lang="en-US" sz="1100" b="1" kern="100" dirty="0">
                          <a:effectLst/>
                        </a:rPr>
                        <a:t> </a:t>
                      </a:r>
                      <a:r>
                        <a:rPr lang="ar-SA" sz="1100" b="1" kern="100" dirty="0">
                          <a:effectLst/>
                        </a:rPr>
                        <a:t>بحوث اجرائية       </a:t>
                      </a:r>
                      <a:r>
                        <a:rPr lang="en-US" sz="1100" b="1" kern="100" dirty="0">
                          <a:effectLst/>
                          <a:sym typeface="AGA Arabesque Desktop" panose="05010101010101010101" pitchFamily="2" charset="2"/>
                        </a:rPr>
                        <a:t></a:t>
                      </a:r>
                      <a:r>
                        <a:rPr lang="en-US" sz="1100" b="1" kern="100" dirty="0">
                          <a:effectLst/>
                        </a:rPr>
                        <a:t> </a:t>
                      </a:r>
                      <a:r>
                        <a:rPr lang="ar-SA" sz="1100" b="1" kern="100" dirty="0">
                          <a:effectLst/>
                        </a:rPr>
                        <a:t>تدريب مصغر      </a:t>
                      </a:r>
                      <a:r>
                        <a:rPr lang="en-US" sz="1100" b="1" kern="100" dirty="0">
                          <a:effectLst/>
                          <a:sym typeface="AGA Arabesque Desktop" panose="05010101010101010101" pitchFamily="2" charset="2"/>
                        </a:rPr>
                        <a:t></a:t>
                      </a:r>
                      <a:r>
                        <a:rPr lang="en-US" sz="1100" b="1" kern="100" dirty="0">
                          <a:effectLst/>
                        </a:rPr>
                        <a:t> </a:t>
                      </a:r>
                      <a:r>
                        <a:rPr lang="ar-SA" sz="1100" b="1" kern="100" dirty="0">
                          <a:effectLst/>
                        </a:rPr>
                        <a:t>تبادل الموارد التعليمية     </a:t>
                      </a:r>
                      <a:r>
                        <a:rPr lang="en-US" sz="1100" b="1" kern="100" dirty="0">
                          <a:effectLst/>
                          <a:sym typeface="AGA Arabesque Desktop" panose="05010101010101010101" pitchFamily="2" charset="2"/>
                        </a:rPr>
                        <a:t></a:t>
                      </a:r>
                      <a:r>
                        <a:rPr lang="ar-SA" sz="1100" b="1" kern="100" dirty="0">
                          <a:effectLst/>
                        </a:rPr>
                        <a:t> التفعيل الالكتروني</a:t>
                      </a:r>
                      <a:endParaRPr lang="en-US" sz="1100" b="1" kern="1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tc hMerge="1">
                  <a:txBody>
                    <a:bodyPr/>
                    <a:lstStyle/>
                    <a:p>
                      <a:pPr rtl="1"/>
                      <a:endParaRPr lang="ar-SA"/>
                    </a:p>
                  </a:txBody>
                  <a:tcPr/>
                </a:tc>
                <a:tc hMerge="1">
                  <a:txBody>
                    <a:bodyPr/>
                    <a:lstStyle/>
                    <a:p>
                      <a:pPr rtl="1"/>
                      <a:endParaRPr lang="ar-SA"/>
                    </a:p>
                  </a:txBody>
                  <a:tcPr/>
                </a:tc>
                <a:tc hMerge="1">
                  <a:txBody>
                    <a:bodyPr/>
                    <a:lstStyle/>
                    <a:p>
                      <a:pPr rtl="1"/>
                      <a:endParaRPr lang="ar-SA"/>
                    </a:p>
                  </a:txBody>
                  <a:tcPr/>
                </a:tc>
                <a:tc hMerge="1">
                  <a:txBody>
                    <a:bodyPr/>
                    <a:lstStyle/>
                    <a:p>
                      <a:pPr rtl="1"/>
                      <a:endParaRPr lang="ar-SA"/>
                    </a:p>
                  </a:txBody>
                  <a:tcPr/>
                </a:tc>
                <a:extLst>
                  <a:ext uri="{0D108BD9-81ED-4DB2-BD59-A6C34878D82A}">
                    <a16:rowId xmlns:a16="http://schemas.microsoft.com/office/drawing/2014/main" val="3654598892"/>
                  </a:ext>
                </a:extLst>
              </a:tr>
            </a:tbl>
          </a:graphicData>
        </a:graphic>
      </p:graphicFrame>
      <p:sp>
        <p:nvSpPr>
          <p:cNvPr id="9" name="مربع نص 8">
            <a:extLst>
              <a:ext uri="{FF2B5EF4-FFF2-40B4-BE49-F238E27FC236}">
                <a16:creationId xmlns:a16="http://schemas.microsoft.com/office/drawing/2014/main" id="{0A8C90B6-9BDD-DD0E-65D0-ED76734879A7}"/>
              </a:ext>
            </a:extLst>
          </p:cNvPr>
          <p:cNvSpPr txBox="1"/>
          <p:nvPr/>
        </p:nvSpPr>
        <p:spPr>
          <a:xfrm>
            <a:off x="2635250" y="4713716"/>
            <a:ext cx="4724400" cy="523220"/>
          </a:xfrm>
          <a:prstGeom prst="rect">
            <a:avLst/>
          </a:prstGeom>
          <a:noFill/>
        </p:spPr>
        <p:txBody>
          <a:bodyPr wrap="square" rtlCol="1">
            <a:spAutoFit/>
          </a:bodyPr>
          <a:lstStyle/>
          <a:p>
            <a:pPr algn="r" rtl="1"/>
            <a:r>
              <a:rPr lang="ar-SA" sz="1400" b="1" dirty="0"/>
              <a:t>منهجية التنفيذ ونواتج المجتمع المهني (يعبأ من قبل منفذ مجتمع التعلم المهني)</a:t>
            </a:r>
            <a:endParaRPr lang="en-US" sz="1400" dirty="0"/>
          </a:p>
          <a:p>
            <a:pPr algn="r" rtl="1"/>
            <a:endParaRPr lang="ar-SA" sz="1400" dirty="0"/>
          </a:p>
        </p:txBody>
      </p:sp>
      <p:graphicFrame>
        <p:nvGraphicFramePr>
          <p:cNvPr id="13" name="جدول 12">
            <a:extLst>
              <a:ext uri="{FF2B5EF4-FFF2-40B4-BE49-F238E27FC236}">
                <a16:creationId xmlns:a16="http://schemas.microsoft.com/office/drawing/2014/main" id="{49A51E68-6868-0EE3-0FA7-B779F3BBEB2B}"/>
              </a:ext>
            </a:extLst>
          </p:cNvPr>
          <p:cNvGraphicFramePr>
            <a:graphicFrameLocks noGrp="1"/>
          </p:cNvGraphicFramePr>
          <p:nvPr/>
        </p:nvGraphicFramePr>
        <p:xfrm>
          <a:off x="793115" y="5118100"/>
          <a:ext cx="6487160" cy="4019424"/>
        </p:xfrm>
        <a:graphic>
          <a:graphicData uri="http://schemas.openxmlformats.org/drawingml/2006/table">
            <a:tbl>
              <a:tblPr rtl="1" firstRow="1" firstCol="1" bandRow="1">
                <a:tableStyleId>{5940675A-B579-460E-94D1-54222C63F5DA}</a:tableStyleId>
              </a:tblPr>
              <a:tblGrid>
                <a:gridCol w="1270000">
                  <a:extLst>
                    <a:ext uri="{9D8B030D-6E8A-4147-A177-3AD203B41FA5}">
                      <a16:colId xmlns:a16="http://schemas.microsoft.com/office/drawing/2014/main" val="3214035735"/>
                    </a:ext>
                  </a:extLst>
                </a:gridCol>
                <a:gridCol w="5217160">
                  <a:extLst>
                    <a:ext uri="{9D8B030D-6E8A-4147-A177-3AD203B41FA5}">
                      <a16:colId xmlns:a16="http://schemas.microsoft.com/office/drawing/2014/main" val="386270407"/>
                    </a:ext>
                  </a:extLst>
                </a:gridCol>
              </a:tblGrid>
              <a:tr h="0">
                <a:tc>
                  <a:txBody>
                    <a:bodyPr/>
                    <a:lstStyle/>
                    <a:p>
                      <a:pPr algn="ctr" rtl="1">
                        <a:lnSpc>
                          <a:spcPct val="107000"/>
                        </a:lnSpc>
                        <a:spcAft>
                          <a:spcPts val="800"/>
                        </a:spcAft>
                        <a:buNone/>
                      </a:pPr>
                      <a:r>
                        <a:rPr lang="ar-SA" sz="1100" b="1" kern="100">
                          <a:effectLst/>
                          <a:cs typeface="+mn-cs"/>
                        </a:rPr>
                        <a:t>مجتمع تعلم مهني </a:t>
                      </a:r>
                      <a:endParaRPr lang="en-US" sz="1100" b="1" kern="100">
                        <a:effectLst/>
                        <a:latin typeface="Aptos" panose="020B0004020202020204" pitchFamily="34" charset="0"/>
                        <a:ea typeface="Aptos" panose="020B0004020202020204" pitchFamily="34" charset="0"/>
                        <a:cs typeface="+mn-cs"/>
                      </a:endParaRPr>
                    </a:p>
                  </a:txBody>
                  <a:tcPr marL="68580" marR="68580" marT="0" marB="0" anchor="ctr"/>
                </a:tc>
                <a:tc>
                  <a:txBody>
                    <a:bodyPr/>
                    <a:lstStyle/>
                    <a:p>
                      <a:pPr algn="r" rtl="1">
                        <a:lnSpc>
                          <a:spcPct val="107000"/>
                        </a:lnSpc>
                        <a:spcAft>
                          <a:spcPts val="800"/>
                        </a:spcAft>
                        <a:buNone/>
                      </a:pPr>
                      <a:r>
                        <a:rPr lang="ar-SA" sz="1100" b="1" kern="100">
                          <a:effectLst/>
                          <a:cs typeface="+mn-cs"/>
                        </a:rPr>
                        <a:t>مستوى الفريق ( </a:t>
                      </a:r>
                      <a:r>
                        <a:rPr lang="en-US" sz="1100" b="1" kern="100">
                          <a:effectLst/>
                          <a:cs typeface="+mn-cs"/>
                          <a:sym typeface="AGA Arabesque Desktop" panose="05010101010101010101" pitchFamily="2" charset="2"/>
                        </a:rPr>
                        <a:t></a:t>
                      </a:r>
                      <a:r>
                        <a:rPr lang="ar-SA" sz="1100" b="1" kern="100">
                          <a:effectLst/>
                          <a:cs typeface="+mn-cs"/>
                        </a:rPr>
                        <a:t>تخصصي    </a:t>
                      </a:r>
                      <a:r>
                        <a:rPr lang="en-US" sz="1100" b="1" kern="100">
                          <a:effectLst/>
                          <a:cs typeface="+mn-cs"/>
                          <a:sym typeface="AGA Arabesque Desktop" panose="05010101010101010101" pitchFamily="2" charset="2"/>
                        </a:rPr>
                        <a:t></a:t>
                      </a:r>
                      <a:r>
                        <a:rPr lang="en-US" sz="1100" b="1" kern="100">
                          <a:effectLst/>
                          <a:cs typeface="+mn-cs"/>
                        </a:rPr>
                        <a:t> </a:t>
                      </a:r>
                      <a:r>
                        <a:rPr lang="ar-SA" sz="1100" b="1" kern="100">
                          <a:effectLst/>
                          <a:cs typeface="+mn-cs"/>
                        </a:rPr>
                        <a:t>قضية مدرسية    </a:t>
                      </a:r>
                      <a:r>
                        <a:rPr lang="en-US" sz="1100" b="1" kern="100">
                          <a:effectLst/>
                          <a:cs typeface="+mn-cs"/>
                          <a:sym typeface="AGA Arabesque Desktop" panose="05010101010101010101" pitchFamily="2" charset="2"/>
                        </a:rPr>
                        <a:t></a:t>
                      </a:r>
                      <a:r>
                        <a:rPr lang="en-US" sz="1100" b="1" kern="100">
                          <a:effectLst/>
                          <a:cs typeface="+mn-cs"/>
                        </a:rPr>
                        <a:t> </a:t>
                      </a:r>
                      <a:r>
                        <a:rPr lang="ar-SA" sz="1100" b="1" kern="100">
                          <a:effectLst/>
                          <a:cs typeface="+mn-cs"/>
                        </a:rPr>
                        <a:t>قضية مرحلة دراسية)                         </a:t>
                      </a:r>
                      <a:r>
                        <a:rPr lang="en-US" sz="1100" b="1" kern="100">
                          <a:effectLst/>
                          <a:cs typeface="+mn-cs"/>
                          <a:sym typeface="AGA Arabesque Desktop" panose="05010101010101010101" pitchFamily="2" charset="2"/>
                        </a:rPr>
                        <a:t></a:t>
                      </a:r>
                      <a:r>
                        <a:rPr lang="ar-SA" sz="1100" b="1" kern="100">
                          <a:effectLst/>
                          <a:cs typeface="+mn-cs"/>
                        </a:rPr>
                        <a:t> مستوى المدرسة    </a:t>
                      </a:r>
                      <a:endParaRPr lang="en-US" sz="1100" b="1" kern="100">
                        <a:effectLst/>
                        <a:latin typeface="Aptos" panose="020B0004020202020204" pitchFamily="34" charset="0"/>
                        <a:ea typeface="Aptos" panose="020B0004020202020204" pitchFamily="34" charset="0"/>
                        <a:cs typeface="+mn-cs"/>
                      </a:endParaRPr>
                    </a:p>
                  </a:txBody>
                  <a:tcPr marL="68580" marR="68580" marT="0" marB="0" anchor="ctr"/>
                </a:tc>
                <a:extLst>
                  <a:ext uri="{0D108BD9-81ED-4DB2-BD59-A6C34878D82A}">
                    <a16:rowId xmlns:a16="http://schemas.microsoft.com/office/drawing/2014/main" val="2682220915"/>
                  </a:ext>
                </a:extLst>
              </a:tr>
              <a:tr h="361315">
                <a:tc>
                  <a:txBody>
                    <a:bodyPr/>
                    <a:lstStyle/>
                    <a:p>
                      <a:pPr algn="ctr" rtl="1">
                        <a:lnSpc>
                          <a:spcPct val="107000"/>
                        </a:lnSpc>
                        <a:spcAft>
                          <a:spcPts val="800"/>
                        </a:spcAft>
                        <a:buNone/>
                      </a:pPr>
                      <a:r>
                        <a:rPr lang="ar-SA" sz="1100" b="1" kern="100">
                          <a:effectLst/>
                          <a:cs typeface="+mn-cs"/>
                        </a:rPr>
                        <a:t>أسلوب تحديد الاحتياج </a:t>
                      </a:r>
                      <a:endParaRPr lang="en-US" sz="1100" b="1" kern="100">
                        <a:effectLst/>
                        <a:latin typeface="Aptos" panose="020B0004020202020204" pitchFamily="34" charset="0"/>
                        <a:ea typeface="Aptos" panose="020B0004020202020204" pitchFamily="34" charset="0"/>
                        <a:cs typeface="+mn-cs"/>
                      </a:endParaRPr>
                    </a:p>
                  </a:txBody>
                  <a:tcPr marL="68580" marR="68580" marT="0" marB="0" anchor="ctr"/>
                </a:tc>
                <a:tc>
                  <a:txBody>
                    <a:bodyPr/>
                    <a:lstStyle/>
                    <a:p>
                      <a:pPr algn="r" rtl="0">
                        <a:lnSpc>
                          <a:spcPct val="107000"/>
                        </a:lnSpc>
                        <a:spcAft>
                          <a:spcPts val="800"/>
                        </a:spcAft>
                        <a:buNone/>
                      </a:pPr>
                      <a:r>
                        <a:rPr lang="ar-SA" sz="1100" b="1" kern="100">
                          <a:effectLst/>
                          <a:cs typeface="+mn-cs"/>
                        </a:rPr>
                        <a:t> </a:t>
                      </a:r>
                      <a:r>
                        <a:rPr lang="en-US" sz="1100" b="1" kern="100">
                          <a:effectLst/>
                          <a:cs typeface="+mn-cs"/>
                          <a:sym typeface="AGA Arabesque Desktop" panose="05010101010101010101" pitchFamily="2" charset="2"/>
                        </a:rPr>
                        <a:t></a:t>
                      </a:r>
                      <a:r>
                        <a:rPr lang="ar-SA" sz="1100" b="1" kern="100">
                          <a:effectLst/>
                          <a:cs typeface="+mn-cs"/>
                        </a:rPr>
                        <a:t> الملاحظة          </a:t>
                      </a:r>
                      <a:r>
                        <a:rPr lang="en-US" sz="1100" b="1" kern="100">
                          <a:effectLst/>
                          <a:cs typeface="+mn-cs"/>
                          <a:sym typeface="AGA Arabesque Desktop" panose="05010101010101010101" pitchFamily="2" charset="2"/>
                        </a:rPr>
                        <a:t></a:t>
                      </a:r>
                      <a:r>
                        <a:rPr lang="ar-SA" sz="1100" b="1" kern="100">
                          <a:effectLst/>
                          <a:cs typeface="+mn-cs"/>
                        </a:rPr>
                        <a:t> مقابلات ومناقشات            </a:t>
                      </a:r>
                      <a:r>
                        <a:rPr lang="en-US" sz="1100" b="1" kern="100">
                          <a:effectLst/>
                          <a:cs typeface="+mn-cs"/>
                          <a:sym typeface="AGA Arabesque Desktop" panose="05010101010101010101" pitchFamily="2" charset="2"/>
                        </a:rPr>
                        <a:t></a:t>
                      </a:r>
                      <a:r>
                        <a:rPr lang="ar-SA" sz="1100" b="1" kern="100">
                          <a:effectLst/>
                          <a:cs typeface="+mn-cs"/>
                        </a:rPr>
                        <a:t> الاستبانة         </a:t>
                      </a:r>
                      <a:r>
                        <a:rPr lang="en-US" sz="1100" b="1" kern="100">
                          <a:effectLst/>
                          <a:cs typeface="+mn-cs"/>
                          <a:sym typeface="AGA Arabesque Desktop" panose="05010101010101010101" pitchFamily="2" charset="2"/>
                        </a:rPr>
                        <a:t></a:t>
                      </a:r>
                      <a:r>
                        <a:rPr lang="ar-SA" sz="1100" b="1" kern="100">
                          <a:effectLst/>
                          <a:cs typeface="+mn-cs"/>
                        </a:rPr>
                        <a:t>  تحليل نتائج         </a:t>
                      </a:r>
                      <a:r>
                        <a:rPr lang="en-US" sz="1100" b="1" kern="100">
                          <a:effectLst/>
                          <a:cs typeface="+mn-cs"/>
                          <a:sym typeface="AGA Arabesque Desktop" panose="05010101010101010101" pitchFamily="2" charset="2"/>
                        </a:rPr>
                        <a:t></a:t>
                      </a:r>
                      <a:r>
                        <a:rPr lang="en-US" sz="1100" b="1" kern="100">
                          <a:effectLst/>
                          <a:cs typeface="+mn-cs"/>
                        </a:rPr>
                        <a:t> </a:t>
                      </a:r>
                      <a:r>
                        <a:rPr lang="ar-SA" sz="1100" b="1" kern="100">
                          <a:effectLst/>
                          <a:cs typeface="+mn-cs"/>
                        </a:rPr>
                        <a:t>المداولات الإشرافية</a:t>
                      </a:r>
                      <a:endParaRPr lang="en-US" sz="1100" b="1" kern="100">
                        <a:effectLst/>
                        <a:latin typeface="Aptos" panose="020B0004020202020204" pitchFamily="34" charset="0"/>
                        <a:ea typeface="Aptos" panose="020B0004020202020204" pitchFamily="34" charset="0"/>
                        <a:cs typeface="+mn-cs"/>
                      </a:endParaRPr>
                    </a:p>
                  </a:txBody>
                  <a:tcPr marL="68580" marR="68580" marT="0" marB="0" anchor="ctr"/>
                </a:tc>
                <a:extLst>
                  <a:ext uri="{0D108BD9-81ED-4DB2-BD59-A6C34878D82A}">
                    <a16:rowId xmlns:a16="http://schemas.microsoft.com/office/drawing/2014/main" val="1814345697"/>
                  </a:ext>
                </a:extLst>
              </a:tr>
              <a:tr h="0">
                <a:tc>
                  <a:txBody>
                    <a:bodyPr/>
                    <a:lstStyle/>
                    <a:p>
                      <a:pPr algn="ctr" rtl="1">
                        <a:lnSpc>
                          <a:spcPct val="107000"/>
                        </a:lnSpc>
                        <a:spcAft>
                          <a:spcPts val="800"/>
                        </a:spcAft>
                        <a:buNone/>
                      </a:pPr>
                      <a:r>
                        <a:rPr lang="ar-SA" sz="1100" b="1" kern="100">
                          <a:effectLst/>
                          <a:cs typeface="+mn-cs"/>
                        </a:rPr>
                        <a:t>مجتمع التعلم المهني يركز على:</a:t>
                      </a:r>
                      <a:endParaRPr lang="en-US" sz="1100" b="1" kern="100">
                        <a:effectLst/>
                        <a:latin typeface="Aptos" panose="020B0004020202020204" pitchFamily="34" charset="0"/>
                        <a:ea typeface="Aptos" panose="020B0004020202020204" pitchFamily="34" charset="0"/>
                        <a:cs typeface="+mn-cs"/>
                      </a:endParaRPr>
                    </a:p>
                  </a:txBody>
                  <a:tcPr marL="68580" marR="68580" marT="0" marB="0" anchor="ctr"/>
                </a:tc>
                <a:tc>
                  <a:txBody>
                    <a:bodyPr/>
                    <a:lstStyle/>
                    <a:p>
                      <a:pPr algn="r" rtl="0">
                        <a:lnSpc>
                          <a:spcPct val="107000"/>
                        </a:lnSpc>
                        <a:spcAft>
                          <a:spcPts val="800"/>
                        </a:spcAft>
                        <a:buNone/>
                      </a:pPr>
                      <a:r>
                        <a:rPr lang="en-US" sz="1100" b="1" kern="100">
                          <a:effectLst/>
                          <a:cs typeface="+mn-cs"/>
                          <a:sym typeface="AGA Arabesque Desktop" panose="05010101010101010101" pitchFamily="2" charset="2"/>
                        </a:rPr>
                        <a:t></a:t>
                      </a:r>
                      <a:r>
                        <a:rPr lang="en-US" sz="1100" b="1" kern="100">
                          <a:effectLst/>
                          <a:cs typeface="+mn-cs"/>
                        </a:rPr>
                        <a:t>  </a:t>
                      </a:r>
                      <a:r>
                        <a:rPr lang="ar-SA" sz="1100" b="1" kern="100">
                          <a:effectLst/>
                          <a:cs typeface="+mn-cs"/>
                        </a:rPr>
                        <a:t>تجويد العمل      </a:t>
                      </a:r>
                      <a:r>
                        <a:rPr lang="en-US" sz="1100" b="1" kern="100">
                          <a:effectLst/>
                          <a:cs typeface="+mn-cs"/>
                          <a:sym typeface="AGA Arabesque Desktop" panose="05010101010101010101" pitchFamily="2" charset="2"/>
                        </a:rPr>
                        <a:t></a:t>
                      </a:r>
                      <a:r>
                        <a:rPr lang="en-US" sz="1100" b="1" kern="100">
                          <a:effectLst/>
                          <a:cs typeface="+mn-cs"/>
                        </a:rPr>
                        <a:t> </a:t>
                      </a:r>
                      <a:r>
                        <a:rPr lang="ar-SA" sz="1100" b="1" kern="100">
                          <a:effectLst/>
                          <a:cs typeface="+mn-cs"/>
                        </a:rPr>
                        <a:t>تحسين نواتج التعلم      </a:t>
                      </a:r>
                      <a:r>
                        <a:rPr lang="en-US" sz="1100" b="1" kern="100">
                          <a:effectLst/>
                          <a:cs typeface="+mn-cs"/>
                          <a:sym typeface="AGA Arabesque Desktop" panose="05010101010101010101" pitchFamily="2" charset="2"/>
                        </a:rPr>
                        <a:t></a:t>
                      </a:r>
                      <a:r>
                        <a:rPr lang="en-US" sz="1100" b="1" kern="100">
                          <a:effectLst/>
                          <a:cs typeface="+mn-cs"/>
                        </a:rPr>
                        <a:t> </a:t>
                      </a:r>
                      <a:r>
                        <a:rPr lang="ar-SA" sz="1100" b="1" kern="100">
                          <a:effectLst/>
                          <a:cs typeface="+mn-cs"/>
                        </a:rPr>
                        <a:t>تحسين البيئة التعليمية          </a:t>
                      </a:r>
                      <a:r>
                        <a:rPr lang="en-US" sz="1100" b="1" kern="100">
                          <a:effectLst/>
                          <a:cs typeface="+mn-cs"/>
                          <a:sym typeface="AGA Arabesque Desktop" panose="05010101010101010101" pitchFamily="2" charset="2"/>
                        </a:rPr>
                        <a:t></a:t>
                      </a:r>
                      <a:r>
                        <a:rPr lang="en-US" sz="1100" b="1" kern="100">
                          <a:effectLst/>
                          <a:cs typeface="+mn-cs"/>
                        </a:rPr>
                        <a:t> </a:t>
                      </a:r>
                      <a:r>
                        <a:rPr lang="ar-SA" sz="1100" b="1" kern="100">
                          <a:effectLst/>
                          <a:cs typeface="+mn-cs"/>
                        </a:rPr>
                        <a:t> قضايا تربوية أخرى ..........</a:t>
                      </a:r>
                      <a:endParaRPr lang="en-US" sz="1100" b="1" kern="100">
                        <a:effectLst/>
                        <a:latin typeface="Aptos" panose="020B0004020202020204" pitchFamily="34" charset="0"/>
                        <a:ea typeface="Aptos" panose="020B0004020202020204" pitchFamily="34" charset="0"/>
                        <a:cs typeface="+mn-cs"/>
                      </a:endParaRPr>
                    </a:p>
                  </a:txBody>
                  <a:tcPr marL="68580" marR="68580" marT="0" marB="0" anchor="ctr"/>
                </a:tc>
                <a:extLst>
                  <a:ext uri="{0D108BD9-81ED-4DB2-BD59-A6C34878D82A}">
                    <a16:rowId xmlns:a16="http://schemas.microsoft.com/office/drawing/2014/main" val="2324190920"/>
                  </a:ext>
                </a:extLst>
              </a:tr>
              <a:tr h="468630">
                <a:tc>
                  <a:txBody>
                    <a:bodyPr/>
                    <a:lstStyle/>
                    <a:p>
                      <a:pPr algn="ctr" rtl="1">
                        <a:lnSpc>
                          <a:spcPct val="107000"/>
                        </a:lnSpc>
                        <a:spcAft>
                          <a:spcPts val="800"/>
                        </a:spcAft>
                        <a:buNone/>
                      </a:pPr>
                      <a:r>
                        <a:rPr lang="ar-SA" sz="1100" b="1" kern="100">
                          <a:effectLst/>
                          <a:cs typeface="+mn-cs"/>
                        </a:rPr>
                        <a:t>الأهداف</a:t>
                      </a:r>
                      <a:endParaRPr lang="en-US" sz="1100" b="1" kern="100">
                        <a:effectLst/>
                        <a:latin typeface="Aptos" panose="020B0004020202020204" pitchFamily="34" charset="0"/>
                        <a:ea typeface="Aptos" panose="020B0004020202020204" pitchFamily="34" charset="0"/>
                        <a:cs typeface="+mn-cs"/>
                      </a:endParaRPr>
                    </a:p>
                  </a:txBody>
                  <a:tcPr marL="68580" marR="68580" marT="0" marB="0" anchor="ctr"/>
                </a:tc>
                <a:tc>
                  <a:txBody>
                    <a:bodyPr/>
                    <a:lstStyle/>
                    <a:p>
                      <a:pPr algn="r" rtl="1">
                        <a:lnSpc>
                          <a:spcPct val="107000"/>
                        </a:lnSpc>
                        <a:spcAft>
                          <a:spcPts val="800"/>
                        </a:spcAft>
                        <a:buNone/>
                      </a:pPr>
                      <a:r>
                        <a:rPr lang="ar-SA" sz="1100" b="1" kern="100">
                          <a:effectLst/>
                          <a:cs typeface="+mn-cs"/>
                        </a:rPr>
                        <a:t>الهدف العام:</a:t>
                      </a:r>
                      <a:endParaRPr lang="en-US" sz="1100" b="1" kern="100">
                        <a:effectLst/>
                        <a:cs typeface="+mn-cs"/>
                      </a:endParaRPr>
                    </a:p>
                    <a:p>
                      <a:pPr algn="r" rtl="1">
                        <a:lnSpc>
                          <a:spcPct val="107000"/>
                        </a:lnSpc>
                        <a:spcAft>
                          <a:spcPts val="800"/>
                        </a:spcAft>
                        <a:buNone/>
                      </a:pPr>
                      <a:r>
                        <a:rPr lang="ar-SA" sz="1100" b="1" kern="100">
                          <a:effectLst/>
                          <a:cs typeface="+mn-cs"/>
                        </a:rPr>
                        <a:t>الأهداف التفصيلية:</a:t>
                      </a:r>
                      <a:endParaRPr lang="en-US" sz="1100" b="1" kern="100">
                        <a:effectLst/>
                        <a:latin typeface="Aptos" panose="020B0004020202020204" pitchFamily="34" charset="0"/>
                        <a:ea typeface="Aptos" panose="020B0004020202020204" pitchFamily="34" charset="0"/>
                        <a:cs typeface="+mn-cs"/>
                      </a:endParaRPr>
                    </a:p>
                  </a:txBody>
                  <a:tcPr marL="68580" marR="68580" marT="0" marB="0" anchor="ctr"/>
                </a:tc>
                <a:extLst>
                  <a:ext uri="{0D108BD9-81ED-4DB2-BD59-A6C34878D82A}">
                    <a16:rowId xmlns:a16="http://schemas.microsoft.com/office/drawing/2014/main" val="1372290861"/>
                  </a:ext>
                </a:extLst>
              </a:tr>
              <a:tr h="541020">
                <a:tc>
                  <a:txBody>
                    <a:bodyPr/>
                    <a:lstStyle/>
                    <a:p>
                      <a:pPr algn="ctr" rtl="1">
                        <a:lnSpc>
                          <a:spcPct val="107000"/>
                        </a:lnSpc>
                        <a:spcAft>
                          <a:spcPts val="800"/>
                        </a:spcAft>
                        <a:buNone/>
                      </a:pPr>
                      <a:r>
                        <a:rPr lang="ar-SA" sz="1100" b="1" kern="100">
                          <a:effectLst/>
                          <a:cs typeface="+mn-cs"/>
                        </a:rPr>
                        <a:t>إجراءات التنفيذ</a:t>
                      </a:r>
                      <a:endParaRPr lang="en-US" sz="1100" b="1" kern="100">
                        <a:effectLst/>
                        <a:latin typeface="Aptos" panose="020B0004020202020204" pitchFamily="34" charset="0"/>
                        <a:ea typeface="Aptos" panose="020B0004020202020204" pitchFamily="34" charset="0"/>
                        <a:cs typeface="+mn-cs"/>
                      </a:endParaRPr>
                    </a:p>
                  </a:txBody>
                  <a:tcPr marL="68580" marR="68580" marT="0" marB="0" anchor="ctr"/>
                </a:tc>
                <a:tc>
                  <a:txBody>
                    <a:bodyPr/>
                    <a:lstStyle/>
                    <a:p>
                      <a:pPr marL="457200" algn="r" rtl="1">
                        <a:lnSpc>
                          <a:spcPct val="107000"/>
                        </a:lnSpc>
                        <a:buNone/>
                      </a:pPr>
                      <a:r>
                        <a:rPr lang="ar-SA" sz="1100" b="1" kern="100">
                          <a:effectLst/>
                          <a:cs typeface="+mn-cs"/>
                        </a:rPr>
                        <a:t> </a:t>
                      </a:r>
                      <a:endParaRPr lang="en-US" sz="1100" b="1" kern="100">
                        <a:effectLst/>
                        <a:cs typeface="+mn-cs"/>
                      </a:endParaRPr>
                    </a:p>
                    <a:p>
                      <a:pPr marL="457200" algn="r" rtl="1">
                        <a:lnSpc>
                          <a:spcPct val="107000"/>
                        </a:lnSpc>
                        <a:buNone/>
                      </a:pPr>
                      <a:r>
                        <a:rPr lang="ar-SA" sz="1100" b="1" kern="100">
                          <a:effectLst/>
                          <a:cs typeface="+mn-cs"/>
                        </a:rPr>
                        <a:t> </a:t>
                      </a:r>
                      <a:endParaRPr lang="en-US" sz="1100" b="1" kern="100">
                        <a:effectLst/>
                        <a:cs typeface="+mn-cs"/>
                      </a:endParaRPr>
                    </a:p>
                    <a:p>
                      <a:pPr marL="457200" algn="r" rtl="1">
                        <a:lnSpc>
                          <a:spcPct val="107000"/>
                        </a:lnSpc>
                        <a:spcAft>
                          <a:spcPts val="800"/>
                        </a:spcAft>
                        <a:buNone/>
                      </a:pPr>
                      <a:r>
                        <a:rPr lang="ar-SA" sz="1100" b="1" kern="100">
                          <a:effectLst/>
                          <a:cs typeface="+mn-cs"/>
                        </a:rPr>
                        <a:t> </a:t>
                      </a:r>
                      <a:endParaRPr lang="en-US" sz="1100" b="1" kern="100">
                        <a:effectLst/>
                        <a:latin typeface="Aptos" panose="020B0004020202020204" pitchFamily="34" charset="0"/>
                        <a:ea typeface="Aptos" panose="020B0004020202020204" pitchFamily="34" charset="0"/>
                        <a:cs typeface="+mn-cs"/>
                      </a:endParaRPr>
                    </a:p>
                  </a:txBody>
                  <a:tcPr marL="68580" marR="68580" marT="0" marB="0" anchor="ctr"/>
                </a:tc>
                <a:extLst>
                  <a:ext uri="{0D108BD9-81ED-4DB2-BD59-A6C34878D82A}">
                    <a16:rowId xmlns:a16="http://schemas.microsoft.com/office/drawing/2014/main" val="1434896851"/>
                  </a:ext>
                </a:extLst>
              </a:tr>
              <a:tr h="389255">
                <a:tc>
                  <a:txBody>
                    <a:bodyPr/>
                    <a:lstStyle/>
                    <a:p>
                      <a:pPr algn="ctr" rtl="1">
                        <a:lnSpc>
                          <a:spcPct val="107000"/>
                        </a:lnSpc>
                        <a:spcAft>
                          <a:spcPts val="800"/>
                        </a:spcAft>
                        <a:buNone/>
                      </a:pPr>
                      <a:r>
                        <a:rPr lang="ar-SA" sz="1100" b="1" kern="100">
                          <a:effectLst/>
                          <a:cs typeface="+mn-cs"/>
                        </a:rPr>
                        <a:t>أدوات القياس</a:t>
                      </a:r>
                      <a:endParaRPr lang="en-US" sz="1100" b="1" kern="100">
                        <a:effectLst/>
                        <a:latin typeface="Aptos" panose="020B0004020202020204" pitchFamily="34" charset="0"/>
                        <a:ea typeface="Aptos" panose="020B0004020202020204" pitchFamily="34" charset="0"/>
                        <a:cs typeface="+mn-cs"/>
                      </a:endParaRPr>
                    </a:p>
                  </a:txBody>
                  <a:tcPr marL="68580" marR="68580" marT="0" marB="0" anchor="ctr"/>
                </a:tc>
                <a:tc>
                  <a:txBody>
                    <a:bodyPr/>
                    <a:lstStyle/>
                    <a:p>
                      <a:pPr algn="r" rtl="0">
                        <a:buNone/>
                      </a:pPr>
                      <a:r>
                        <a:rPr lang="ar-SA" sz="1100" b="1" kern="100">
                          <a:effectLst/>
                          <a:cs typeface="+mn-cs"/>
                        </a:rPr>
                        <a:t> </a:t>
                      </a:r>
                      <a:endParaRPr lang="en-US" sz="1100" b="1" kern="100">
                        <a:effectLst/>
                        <a:latin typeface="Aptos" panose="020B0004020202020204" pitchFamily="34" charset="0"/>
                        <a:ea typeface="Times New Roman" panose="02020603050405020304" pitchFamily="18" charset="0"/>
                        <a:cs typeface="+mn-cs"/>
                      </a:endParaRPr>
                    </a:p>
                  </a:txBody>
                  <a:tcPr marL="68580" marR="68580" marT="0" marB="0" anchor="ctr"/>
                </a:tc>
                <a:extLst>
                  <a:ext uri="{0D108BD9-81ED-4DB2-BD59-A6C34878D82A}">
                    <a16:rowId xmlns:a16="http://schemas.microsoft.com/office/drawing/2014/main" val="3287383592"/>
                  </a:ext>
                </a:extLst>
              </a:tr>
              <a:tr h="389255">
                <a:tc>
                  <a:txBody>
                    <a:bodyPr/>
                    <a:lstStyle/>
                    <a:p>
                      <a:pPr algn="ctr" rtl="1">
                        <a:lnSpc>
                          <a:spcPct val="107000"/>
                        </a:lnSpc>
                        <a:spcAft>
                          <a:spcPts val="800"/>
                        </a:spcAft>
                        <a:buNone/>
                      </a:pPr>
                      <a:r>
                        <a:rPr lang="ar-SA" sz="1100" b="1" kern="100">
                          <a:effectLst/>
                          <a:cs typeface="+mn-cs"/>
                        </a:rPr>
                        <a:t>قياس الأثر</a:t>
                      </a:r>
                      <a:endParaRPr lang="en-US" sz="1100" b="1" kern="100">
                        <a:effectLst/>
                        <a:latin typeface="Aptos" panose="020B0004020202020204" pitchFamily="34" charset="0"/>
                        <a:ea typeface="Aptos" panose="020B0004020202020204" pitchFamily="34" charset="0"/>
                        <a:cs typeface="+mn-cs"/>
                      </a:endParaRPr>
                    </a:p>
                  </a:txBody>
                  <a:tcPr marL="68580" marR="68580" marT="0" marB="0" anchor="ctr"/>
                </a:tc>
                <a:tc>
                  <a:txBody>
                    <a:bodyPr/>
                    <a:lstStyle/>
                    <a:p>
                      <a:pPr algn="r" rtl="0">
                        <a:buNone/>
                      </a:pPr>
                      <a:r>
                        <a:rPr lang="ar-SA" sz="1100" b="1" kern="100">
                          <a:effectLst/>
                          <a:cs typeface="+mn-cs"/>
                        </a:rPr>
                        <a:t> </a:t>
                      </a:r>
                      <a:endParaRPr lang="en-US" sz="1100" b="1" kern="100">
                        <a:effectLst/>
                        <a:latin typeface="Aptos" panose="020B0004020202020204" pitchFamily="34" charset="0"/>
                        <a:ea typeface="Times New Roman" panose="02020603050405020304" pitchFamily="18" charset="0"/>
                        <a:cs typeface="+mn-cs"/>
                      </a:endParaRPr>
                    </a:p>
                  </a:txBody>
                  <a:tcPr marL="68580" marR="68580" marT="0" marB="0" anchor="ctr"/>
                </a:tc>
                <a:extLst>
                  <a:ext uri="{0D108BD9-81ED-4DB2-BD59-A6C34878D82A}">
                    <a16:rowId xmlns:a16="http://schemas.microsoft.com/office/drawing/2014/main" val="4124000212"/>
                  </a:ext>
                </a:extLst>
              </a:tr>
              <a:tr h="389255">
                <a:tc>
                  <a:txBody>
                    <a:bodyPr/>
                    <a:lstStyle/>
                    <a:p>
                      <a:pPr algn="ctr" rtl="1">
                        <a:lnSpc>
                          <a:spcPct val="107000"/>
                        </a:lnSpc>
                        <a:spcAft>
                          <a:spcPts val="800"/>
                        </a:spcAft>
                        <a:buNone/>
                      </a:pPr>
                      <a:r>
                        <a:rPr lang="ar-SA" sz="1100" b="1" kern="100">
                          <a:effectLst/>
                          <a:cs typeface="+mn-cs"/>
                        </a:rPr>
                        <a:t>التوصيات</a:t>
                      </a:r>
                      <a:endParaRPr lang="en-US" sz="1100" b="1" kern="100">
                        <a:effectLst/>
                        <a:latin typeface="Aptos" panose="020B0004020202020204" pitchFamily="34" charset="0"/>
                        <a:ea typeface="Aptos" panose="020B0004020202020204" pitchFamily="34" charset="0"/>
                        <a:cs typeface="+mn-cs"/>
                      </a:endParaRPr>
                    </a:p>
                  </a:txBody>
                  <a:tcPr marL="68580" marR="68580" marT="0" marB="0" anchor="ctr"/>
                </a:tc>
                <a:tc>
                  <a:txBody>
                    <a:bodyPr/>
                    <a:lstStyle/>
                    <a:p>
                      <a:pPr algn="r" rtl="0">
                        <a:buNone/>
                      </a:pPr>
                      <a:r>
                        <a:rPr lang="ar-SA" sz="1100" b="1" kern="100">
                          <a:effectLst/>
                          <a:cs typeface="+mn-cs"/>
                        </a:rPr>
                        <a:t> </a:t>
                      </a:r>
                      <a:endParaRPr lang="en-US" sz="1100" b="1" kern="100">
                        <a:effectLst/>
                        <a:latin typeface="Aptos" panose="020B0004020202020204" pitchFamily="34" charset="0"/>
                        <a:ea typeface="Times New Roman" panose="02020603050405020304" pitchFamily="18" charset="0"/>
                        <a:cs typeface="+mn-cs"/>
                      </a:endParaRPr>
                    </a:p>
                  </a:txBody>
                  <a:tcPr marL="68580" marR="68580" marT="0" marB="0" anchor="ctr"/>
                </a:tc>
                <a:extLst>
                  <a:ext uri="{0D108BD9-81ED-4DB2-BD59-A6C34878D82A}">
                    <a16:rowId xmlns:a16="http://schemas.microsoft.com/office/drawing/2014/main" val="786659890"/>
                  </a:ext>
                </a:extLst>
              </a:tr>
              <a:tr h="389255">
                <a:tc>
                  <a:txBody>
                    <a:bodyPr/>
                    <a:lstStyle/>
                    <a:p>
                      <a:pPr algn="ctr" rtl="1">
                        <a:lnSpc>
                          <a:spcPct val="107000"/>
                        </a:lnSpc>
                        <a:spcAft>
                          <a:spcPts val="800"/>
                        </a:spcAft>
                        <a:buNone/>
                      </a:pPr>
                      <a:r>
                        <a:rPr lang="ar-SA" sz="1100" b="1" kern="100">
                          <a:effectLst/>
                          <a:cs typeface="+mn-cs"/>
                        </a:rPr>
                        <a:t>شواهد التنفيذ</a:t>
                      </a:r>
                      <a:endParaRPr lang="en-US" sz="1100" b="1" kern="100">
                        <a:effectLst/>
                        <a:latin typeface="Aptos" panose="020B0004020202020204" pitchFamily="34" charset="0"/>
                        <a:ea typeface="Aptos" panose="020B0004020202020204" pitchFamily="34" charset="0"/>
                        <a:cs typeface="+mn-cs"/>
                      </a:endParaRPr>
                    </a:p>
                  </a:txBody>
                  <a:tcPr marL="68580" marR="68580" marT="0" marB="0" anchor="ctr"/>
                </a:tc>
                <a:tc>
                  <a:txBody>
                    <a:bodyPr/>
                    <a:lstStyle/>
                    <a:p>
                      <a:pPr algn="r" rtl="0">
                        <a:buNone/>
                      </a:pPr>
                      <a:r>
                        <a:rPr lang="ar-SA" sz="1100" b="1" kern="100">
                          <a:effectLst/>
                          <a:cs typeface="+mn-cs"/>
                        </a:rPr>
                        <a:t> </a:t>
                      </a:r>
                      <a:endParaRPr lang="en-US" sz="1100" b="1" kern="100">
                        <a:effectLst/>
                        <a:latin typeface="Aptos" panose="020B0004020202020204" pitchFamily="34" charset="0"/>
                        <a:ea typeface="Times New Roman" panose="02020603050405020304" pitchFamily="18" charset="0"/>
                        <a:cs typeface="+mn-cs"/>
                      </a:endParaRPr>
                    </a:p>
                  </a:txBody>
                  <a:tcPr marL="68580" marR="68580" marT="0" marB="0" anchor="ctr"/>
                </a:tc>
                <a:extLst>
                  <a:ext uri="{0D108BD9-81ED-4DB2-BD59-A6C34878D82A}">
                    <a16:rowId xmlns:a16="http://schemas.microsoft.com/office/drawing/2014/main" val="869415301"/>
                  </a:ext>
                </a:extLst>
              </a:tr>
              <a:tr h="389255">
                <a:tc>
                  <a:txBody>
                    <a:bodyPr/>
                    <a:lstStyle/>
                    <a:p>
                      <a:pPr algn="ctr" rtl="1">
                        <a:lnSpc>
                          <a:spcPct val="107000"/>
                        </a:lnSpc>
                        <a:spcAft>
                          <a:spcPts val="800"/>
                        </a:spcAft>
                        <a:buNone/>
                      </a:pPr>
                      <a:r>
                        <a:rPr lang="ar-SA" sz="1100" b="1" kern="100">
                          <a:effectLst/>
                          <a:cs typeface="+mn-cs"/>
                        </a:rPr>
                        <a:t>اسم وتوقيع المنفذين </a:t>
                      </a:r>
                      <a:endParaRPr lang="en-US" sz="1100" b="1" kern="100">
                        <a:effectLst/>
                        <a:latin typeface="Aptos" panose="020B0004020202020204" pitchFamily="34" charset="0"/>
                        <a:ea typeface="Aptos" panose="020B0004020202020204" pitchFamily="34" charset="0"/>
                        <a:cs typeface="+mn-cs"/>
                      </a:endParaRPr>
                    </a:p>
                  </a:txBody>
                  <a:tcPr marL="68580" marR="68580" marT="0" marB="0" anchor="ctr"/>
                </a:tc>
                <a:tc>
                  <a:txBody>
                    <a:bodyPr/>
                    <a:lstStyle/>
                    <a:p>
                      <a:pPr algn="r" rtl="1">
                        <a:lnSpc>
                          <a:spcPct val="107000"/>
                        </a:lnSpc>
                        <a:spcAft>
                          <a:spcPts val="800"/>
                        </a:spcAft>
                        <a:buNone/>
                      </a:pPr>
                      <a:r>
                        <a:rPr lang="ar-SA" sz="1100" b="1" kern="100" dirty="0">
                          <a:effectLst/>
                          <a:cs typeface="+mn-cs"/>
                        </a:rPr>
                        <a:t> </a:t>
                      </a:r>
                      <a:endParaRPr lang="en-US" sz="1100" b="1" kern="100" dirty="0">
                        <a:effectLst/>
                        <a:latin typeface="Aptos" panose="020B0004020202020204" pitchFamily="34" charset="0"/>
                        <a:ea typeface="Aptos" panose="020B0004020202020204" pitchFamily="34" charset="0"/>
                        <a:cs typeface="+mn-cs"/>
                      </a:endParaRPr>
                    </a:p>
                  </a:txBody>
                  <a:tcPr marL="68580" marR="68580" marT="0" marB="0" anchor="ctr"/>
                </a:tc>
                <a:extLst>
                  <a:ext uri="{0D108BD9-81ED-4DB2-BD59-A6C34878D82A}">
                    <a16:rowId xmlns:a16="http://schemas.microsoft.com/office/drawing/2014/main" val="1905081719"/>
                  </a:ext>
                </a:extLst>
              </a:tr>
            </a:tbl>
          </a:graphicData>
        </a:graphic>
      </p:graphicFrame>
      <p:sp>
        <p:nvSpPr>
          <p:cNvPr id="14" name="مربع نص 13">
            <a:extLst>
              <a:ext uri="{FF2B5EF4-FFF2-40B4-BE49-F238E27FC236}">
                <a16:creationId xmlns:a16="http://schemas.microsoft.com/office/drawing/2014/main" id="{F33AFF42-93C3-4458-0EB0-DF2C653DE6E4}"/>
              </a:ext>
            </a:extLst>
          </p:cNvPr>
          <p:cNvSpPr txBox="1"/>
          <p:nvPr/>
        </p:nvSpPr>
        <p:spPr>
          <a:xfrm>
            <a:off x="736257" y="9592934"/>
            <a:ext cx="6477000" cy="307777"/>
          </a:xfrm>
          <a:prstGeom prst="rect">
            <a:avLst/>
          </a:prstGeom>
          <a:noFill/>
        </p:spPr>
        <p:txBody>
          <a:bodyPr wrap="square" rtlCol="1">
            <a:spAutoFit/>
          </a:bodyPr>
          <a:lstStyle/>
          <a:p>
            <a:pPr algn="r" rtl="1"/>
            <a:r>
              <a:rPr lang="ar-SA" sz="1400" b="1" dirty="0"/>
              <a:t>مديرة المدرسة / جيهان محمد علي بنا                                                          الختم</a:t>
            </a:r>
            <a:endParaRPr lang="en-US" sz="1400" dirty="0"/>
          </a:p>
        </p:txBody>
      </p:sp>
    </p:spTree>
    <p:extLst>
      <p:ext uri="{BB962C8B-B14F-4D97-AF65-F5344CB8AC3E}">
        <p14:creationId xmlns:p14="http://schemas.microsoft.com/office/powerpoint/2010/main" val="418756963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62C4B0"/>
        </a:solidFill>
        <a:effectLst/>
      </p:bgPr>
    </p:bg>
    <p:spTree>
      <p:nvGrpSpPr>
        <p:cNvPr id="1" name="">
          <a:extLst>
            <a:ext uri="{FF2B5EF4-FFF2-40B4-BE49-F238E27FC236}">
              <a16:creationId xmlns:a16="http://schemas.microsoft.com/office/drawing/2014/main" id="{86460857-AC19-0421-27C7-C685E820EB64}"/>
            </a:ext>
          </a:extLst>
        </p:cNvPr>
        <p:cNvGrpSpPr/>
        <p:nvPr/>
      </p:nvGrpSpPr>
      <p:grpSpPr>
        <a:xfrm>
          <a:off x="0" y="0"/>
          <a:ext cx="0" cy="0"/>
          <a:chOff x="0" y="0"/>
          <a:chExt cx="0" cy="0"/>
        </a:xfrm>
      </p:grpSpPr>
      <p:sp>
        <p:nvSpPr>
          <p:cNvPr id="3" name="Freeform 3">
            <a:extLst>
              <a:ext uri="{FF2B5EF4-FFF2-40B4-BE49-F238E27FC236}">
                <a16:creationId xmlns:a16="http://schemas.microsoft.com/office/drawing/2014/main" id="{65287778-61F6-D1A4-020B-3ED9508FC0CB}"/>
              </a:ext>
            </a:extLst>
          </p:cNvPr>
          <p:cNvSpPr/>
          <p:nvPr/>
        </p:nvSpPr>
        <p:spPr>
          <a:xfrm>
            <a:off x="6356098" y="9511291"/>
            <a:ext cx="1200402" cy="1200402"/>
          </a:xfrm>
          <a:custGeom>
            <a:avLst/>
            <a:gdLst/>
            <a:ahLst/>
            <a:cxnLst/>
            <a:rect l="l" t="t" r="r" b="b"/>
            <a:pathLst>
              <a:path w="1200402" h="1200402">
                <a:moveTo>
                  <a:pt x="0" y="0"/>
                </a:moveTo>
                <a:lnTo>
                  <a:pt x="1200402" y="0"/>
                </a:lnTo>
                <a:lnTo>
                  <a:pt x="1200402" y="1200402"/>
                </a:lnTo>
                <a:lnTo>
                  <a:pt x="0" y="1200402"/>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ar-SA"/>
          </a:p>
        </p:txBody>
      </p:sp>
      <p:sp>
        <p:nvSpPr>
          <p:cNvPr id="5" name="Freeform 5">
            <a:extLst>
              <a:ext uri="{FF2B5EF4-FFF2-40B4-BE49-F238E27FC236}">
                <a16:creationId xmlns:a16="http://schemas.microsoft.com/office/drawing/2014/main" id="{B1F5162A-A987-BF41-F9D9-D4FDE4660375}"/>
              </a:ext>
            </a:extLst>
          </p:cNvPr>
          <p:cNvSpPr/>
          <p:nvPr/>
        </p:nvSpPr>
        <p:spPr>
          <a:xfrm flipH="1">
            <a:off x="33964" y="9492998"/>
            <a:ext cx="1200402" cy="1200402"/>
          </a:xfrm>
          <a:custGeom>
            <a:avLst/>
            <a:gdLst/>
            <a:ahLst/>
            <a:cxnLst/>
            <a:rect l="l" t="t" r="r" b="b"/>
            <a:pathLst>
              <a:path w="1200402" h="1200402">
                <a:moveTo>
                  <a:pt x="1200402" y="0"/>
                </a:moveTo>
                <a:lnTo>
                  <a:pt x="0" y="0"/>
                </a:lnTo>
                <a:lnTo>
                  <a:pt x="0" y="1200402"/>
                </a:lnTo>
                <a:lnTo>
                  <a:pt x="1200402" y="1200402"/>
                </a:lnTo>
                <a:lnTo>
                  <a:pt x="1200402"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ar-SA" dirty="0"/>
          </a:p>
        </p:txBody>
      </p:sp>
      <p:pic>
        <p:nvPicPr>
          <p:cNvPr id="8" name="صورة 7">
            <a:extLst>
              <a:ext uri="{FF2B5EF4-FFF2-40B4-BE49-F238E27FC236}">
                <a16:creationId xmlns:a16="http://schemas.microsoft.com/office/drawing/2014/main" id="{A19C4EC5-58A1-ED11-2015-783020E2A60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2080" y="176133"/>
            <a:ext cx="2011680" cy="1464806"/>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12" name="مربع نص 11">
            <a:extLst>
              <a:ext uri="{FF2B5EF4-FFF2-40B4-BE49-F238E27FC236}">
                <a16:creationId xmlns:a16="http://schemas.microsoft.com/office/drawing/2014/main" id="{E33D718A-6298-62D7-3D79-1890E67DE63B}"/>
              </a:ext>
            </a:extLst>
          </p:cNvPr>
          <p:cNvSpPr txBox="1"/>
          <p:nvPr/>
        </p:nvSpPr>
        <p:spPr>
          <a:xfrm>
            <a:off x="5251198" y="317500"/>
            <a:ext cx="2209800" cy="1323439"/>
          </a:xfrm>
          <a:prstGeom prst="rect">
            <a:avLst/>
          </a:prstGeom>
          <a:noFill/>
        </p:spPr>
        <p:txBody>
          <a:bodyPr wrap="square" rtlCol="1">
            <a:spAutoFit/>
          </a:bodyPr>
          <a:lstStyle/>
          <a:p>
            <a:pPr algn="ctr" rtl="1"/>
            <a:r>
              <a:rPr lang="ar-EG" sz="1600" b="1" dirty="0"/>
              <a:t>المملكة العربية السعودية</a:t>
            </a:r>
            <a:endParaRPr lang="en-US" sz="1600" b="1" dirty="0"/>
          </a:p>
          <a:p>
            <a:pPr algn="ctr" rtl="1"/>
            <a:r>
              <a:rPr lang="ar-EG" sz="1600" b="1" dirty="0"/>
              <a:t>وزارة التعليم</a:t>
            </a:r>
            <a:endParaRPr lang="en-US" sz="1600" b="1" dirty="0"/>
          </a:p>
          <a:p>
            <a:pPr algn="ctr" rtl="1"/>
            <a:r>
              <a:rPr lang="ar-EG" sz="1600" b="1" dirty="0"/>
              <a:t>الإدارة العامة للتعليم بمنطقة الرياض</a:t>
            </a:r>
            <a:endParaRPr lang="en-US" sz="1600" b="1" dirty="0"/>
          </a:p>
          <a:p>
            <a:pPr algn="ctr" rtl="1"/>
            <a:r>
              <a:rPr lang="ar-EG" sz="1600" b="1" dirty="0"/>
              <a:t>الثانوية  76  بالرياض</a:t>
            </a:r>
            <a:endParaRPr lang="ar-SA" sz="1600" b="1" dirty="0"/>
          </a:p>
        </p:txBody>
      </p:sp>
      <p:sp>
        <p:nvSpPr>
          <p:cNvPr id="13" name="مستطيل 12">
            <a:extLst>
              <a:ext uri="{FF2B5EF4-FFF2-40B4-BE49-F238E27FC236}">
                <a16:creationId xmlns:a16="http://schemas.microsoft.com/office/drawing/2014/main" id="{1DC22DC4-8040-FC2A-5938-0ADE5799AA1A}"/>
              </a:ext>
            </a:extLst>
          </p:cNvPr>
          <p:cNvSpPr/>
          <p:nvPr/>
        </p:nvSpPr>
        <p:spPr>
          <a:xfrm>
            <a:off x="495817" y="4203700"/>
            <a:ext cx="6357830" cy="1754326"/>
          </a:xfrm>
          <a:prstGeom prst="rect">
            <a:avLst/>
          </a:prstGeom>
          <a:noFill/>
        </p:spPr>
        <p:txBody>
          <a:bodyPr wrap="none" lIns="91440" tIns="45720" rIns="91440" bIns="45720">
            <a:spAutoFit/>
          </a:bodyPr>
          <a:lstStyle/>
          <a:p>
            <a:pPr algn="ctr"/>
            <a:r>
              <a:rPr lang="ar-SA" sz="5400" b="1" dirty="0">
                <a:ln w="0"/>
                <a:solidFill>
                  <a:schemeClr val="bg1">
                    <a:lumMod val="95000"/>
                  </a:schemeClr>
                </a:solidFill>
                <a:effectLst>
                  <a:outerShdw blurRad="38100" dist="19050" dir="2700000" algn="tl" rotWithShape="0">
                    <a:schemeClr val="dk1">
                      <a:alpha val="40000"/>
                    </a:schemeClr>
                  </a:outerShdw>
                </a:effectLst>
              </a:rPr>
              <a:t>نماذج تفعيل التطوير المهني</a:t>
            </a:r>
          </a:p>
          <a:p>
            <a:pPr algn="ctr"/>
            <a:r>
              <a:rPr lang="ar-SA" sz="5400" b="1" dirty="0">
                <a:ln w="0"/>
                <a:solidFill>
                  <a:schemeClr val="bg1">
                    <a:lumMod val="95000"/>
                  </a:schemeClr>
                </a:solidFill>
                <a:effectLst>
                  <a:outerShdw blurRad="38100" dist="19050" dir="2700000" algn="tl" rotWithShape="0">
                    <a:schemeClr val="dk1">
                      <a:alpha val="40000"/>
                    </a:schemeClr>
                  </a:outerShdw>
                </a:effectLst>
              </a:rPr>
              <a:t>(الذاتي) </a:t>
            </a:r>
            <a:endParaRPr lang="ar-SA" sz="5400" b="1" cap="none" spc="0" dirty="0">
              <a:ln w="0"/>
              <a:solidFill>
                <a:schemeClr val="bg1">
                  <a:lumMod val="95000"/>
                </a:schemeClr>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5003401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62C4B0"/>
        </a:solidFill>
        <a:effectLst/>
      </p:bgPr>
    </p:bg>
    <p:spTree>
      <p:nvGrpSpPr>
        <p:cNvPr id="1" name="">
          <a:extLst>
            <a:ext uri="{FF2B5EF4-FFF2-40B4-BE49-F238E27FC236}">
              <a16:creationId xmlns:a16="http://schemas.microsoft.com/office/drawing/2014/main" id="{47AFF4A9-776F-659A-A9B0-37911B937BDA}"/>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B0031B22-E91A-B84F-F675-DC39D15474C4}"/>
              </a:ext>
            </a:extLst>
          </p:cNvPr>
          <p:cNvSpPr/>
          <p:nvPr/>
        </p:nvSpPr>
        <p:spPr>
          <a:xfrm>
            <a:off x="-251374" y="0"/>
            <a:ext cx="7872660" cy="10895551"/>
          </a:xfrm>
          <a:custGeom>
            <a:avLst/>
            <a:gdLst/>
            <a:ahLst/>
            <a:cxnLst/>
            <a:rect l="l" t="t" r="r" b="b"/>
            <a:pathLst>
              <a:path w="7758846" h="8416894">
                <a:moveTo>
                  <a:pt x="0" y="0"/>
                </a:moveTo>
                <a:lnTo>
                  <a:pt x="7758846" y="0"/>
                </a:lnTo>
                <a:lnTo>
                  <a:pt x="7758846" y="8416894"/>
                </a:lnTo>
                <a:lnTo>
                  <a:pt x="0" y="8416894"/>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ar-SA"/>
          </a:p>
        </p:txBody>
      </p:sp>
      <p:sp>
        <p:nvSpPr>
          <p:cNvPr id="4" name="Freeform 4">
            <a:extLst>
              <a:ext uri="{FF2B5EF4-FFF2-40B4-BE49-F238E27FC236}">
                <a16:creationId xmlns:a16="http://schemas.microsoft.com/office/drawing/2014/main" id="{B313554E-A0D8-30C1-3B57-903BA012C96F}"/>
              </a:ext>
            </a:extLst>
          </p:cNvPr>
          <p:cNvSpPr/>
          <p:nvPr/>
        </p:nvSpPr>
        <p:spPr>
          <a:xfrm>
            <a:off x="0" y="39592"/>
            <a:ext cx="5683250" cy="393700"/>
          </a:xfrm>
          <a:custGeom>
            <a:avLst/>
            <a:gdLst/>
            <a:ahLst/>
            <a:cxnLst/>
            <a:rect l="l" t="t" r="r" b="b"/>
            <a:pathLst>
              <a:path w="3308517" h="1467779">
                <a:moveTo>
                  <a:pt x="0" y="0"/>
                </a:moveTo>
                <a:lnTo>
                  <a:pt x="3308517" y="0"/>
                </a:lnTo>
                <a:lnTo>
                  <a:pt x="3308517" y="1467779"/>
                </a:lnTo>
                <a:lnTo>
                  <a:pt x="0" y="1467779"/>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ar-SA"/>
          </a:p>
        </p:txBody>
      </p:sp>
      <p:sp>
        <p:nvSpPr>
          <p:cNvPr id="5" name="Freeform 5">
            <a:extLst>
              <a:ext uri="{FF2B5EF4-FFF2-40B4-BE49-F238E27FC236}">
                <a16:creationId xmlns:a16="http://schemas.microsoft.com/office/drawing/2014/main" id="{A1EEDA38-53B7-06DB-B56B-97CF13EFF569}"/>
              </a:ext>
            </a:extLst>
          </p:cNvPr>
          <p:cNvSpPr/>
          <p:nvPr/>
        </p:nvSpPr>
        <p:spPr>
          <a:xfrm>
            <a:off x="2482849" y="7785100"/>
            <a:ext cx="2404213" cy="401273"/>
          </a:xfrm>
          <a:custGeom>
            <a:avLst/>
            <a:gdLst/>
            <a:ahLst/>
            <a:cxnLst/>
            <a:rect l="l" t="t" r="r" b="b"/>
            <a:pathLst>
              <a:path w="1973530" h="742765">
                <a:moveTo>
                  <a:pt x="0" y="0"/>
                </a:moveTo>
                <a:lnTo>
                  <a:pt x="1973530" y="0"/>
                </a:lnTo>
                <a:lnTo>
                  <a:pt x="1973530" y="742765"/>
                </a:lnTo>
                <a:lnTo>
                  <a:pt x="0" y="742765"/>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ar-SA"/>
          </a:p>
        </p:txBody>
      </p:sp>
      <p:sp>
        <p:nvSpPr>
          <p:cNvPr id="3" name="مربع نص 2">
            <a:extLst>
              <a:ext uri="{FF2B5EF4-FFF2-40B4-BE49-F238E27FC236}">
                <a16:creationId xmlns:a16="http://schemas.microsoft.com/office/drawing/2014/main" id="{9E8F86F1-0C43-AB96-8E3E-9F5FEBC2D667}"/>
              </a:ext>
            </a:extLst>
          </p:cNvPr>
          <p:cNvSpPr txBox="1"/>
          <p:nvPr/>
        </p:nvSpPr>
        <p:spPr>
          <a:xfrm>
            <a:off x="1339850" y="1460500"/>
            <a:ext cx="3276600" cy="461665"/>
          </a:xfrm>
          <a:prstGeom prst="rect">
            <a:avLst/>
          </a:prstGeom>
          <a:noFill/>
        </p:spPr>
        <p:txBody>
          <a:bodyPr wrap="square" rtlCol="1">
            <a:spAutoFit/>
          </a:bodyPr>
          <a:lstStyle/>
          <a:p>
            <a:pPr algn="ctr" rtl="1"/>
            <a:r>
              <a:rPr lang="ar-SA" sz="2400" b="1" dirty="0">
                <a:solidFill>
                  <a:srgbClr val="C00000"/>
                </a:solidFill>
              </a:rPr>
              <a:t>التطوير الذاتي</a:t>
            </a:r>
          </a:p>
        </p:txBody>
      </p:sp>
      <p:sp>
        <p:nvSpPr>
          <p:cNvPr id="6" name="مربع نص 5">
            <a:extLst>
              <a:ext uri="{FF2B5EF4-FFF2-40B4-BE49-F238E27FC236}">
                <a16:creationId xmlns:a16="http://schemas.microsoft.com/office/drawing/2014/main" id="{C8BA1835-7881-F396-FC32-09488BFA50BE}"/>
              </a:ext>
            </a:extLst>
          </p:cNvPr>
          <p:cNvSpPr txBox="1"/>
          <p:nvPr/>
        </p:nvSpPr>
        <p:spPr>
          <a:xfrm>
            <a:off x="806450" y="3136900"/>
            <a:ext cx="6172200" cy="4401205"/>
          </a:xfrm>
          <a:prstGeom prst="rect">
            <a:avLst/>
          </a:prstGeom>
          <a:noFill/>
        </p:spPr>
        <p:txBody>
          <a:bodyPr wrap="square" rtlCol="1">
            <a:spAutoFit/>
          </a:bodyPr>
          <a:lstStyle/>
          <a:p>
            <a:pPr algn="ctr" rtl="1"/>
            <a:r>
              <a:rPr lang="ar-SA" sz="2000" b="1" dirty="0">
                <a:latin typeface="Arial" panose="020B0604020202020204" pitchFamily="34" charset="0"/>
                <a:cs typeface="Arial" panose="020B0604020202020204" pitchFamily="34" charset="0"/>
              </a:rPr>
              <a:t>يُعدّ التطوير الذاتي للمعلمة من الركائز الأساسية للارتقاء بجودة التعليم وتحسين نواتج التعلم، إذ إن المعلمة الناجحة هي التي تسعى باستمرار إلى تنمية معارفها ومهاراتها المهنية، ومواكبة المستجدات التربوية والتقنية، بما ينعكس إيجابًا على أدائها داخل الصف الدراسي. فالتطوير الذاتي يسهم في تعزيز الكفاءة المهنية، ورفع مستوى الثقة بالنفس، وتمكين المعلمة من التعامل بفاعلية مع التحديات التعليمية المتجددة</a:t>
            </a:r>
            <a:r>
              <a:rPr lang="en-US" sz="2000" b="1" dirty="0">
                <a:latin typeface="Arial" panose="020B0604020202020204" pitchFamily="34" charset="0"/>
                <a:cs typeface="Arial" panose="020B0604020202020204" pitchFamily="34" charset="0"/>
              </a:rPr>
              <a:t>.</a:t>
            </a:r>
          </a:p>
          <a:p>
            <a:pPr algn="ctr" rtl="1"/>
            <a:endParaRPr lang="en-US" sz="2000" b="1" dirty="0">
              <a:latin typeface="Arial" panose="020B0604020202020204" pitchFamily="34" charset="0"/>
              <a:cs typeface="Arial" panose="020B0604020202020204" pitchFamily="34" charset="0"/>
            </a:endParaRPr>
          </a:p>
          <a:p>
            <a:pPr algn="ctr" rtl="1"/>
            <a:endParaRPr lang="en-US" sz="2000" dirty="0">
              <a:latin typeface="Arial" panose="020B0604020202020204" pitchFamily="34" charset="0"/>
              <a:cs typeface="Arial" panose="020B0604020202020204" pitchFamily="34" charset="0"/>
            </a:endParaRPr>
          </a:p>
          <a:p>
            <a:pPr algn="ctr" rtl="1"/>
            <a:r>
              <a:rPr lang="ar-SA" sz="2000" b="1" dirty="0">
                <a:latin typeface="Arial" panose="020B0604020202020204" pitchFamily="34" charset="0"/>
                <a:cs typeface="Arial" panose="020B0604020202020204" pitchFamily="34" charset="0"/>
              </a:rPr>
              <a:t>كما يساعد التطوير الذاتي المعلمة على تنويع استراتيجيات التدريس، وتحسين أساليب التقويم، ومراعاة الفروق الفردية بين الطالبات، إضافة إلى بناء بيئة تعليمية محفزة وجاذبة للتعلم. ومن خلال الاستمرار في التعلم والتأمل في الممارسات المهنية، تصبح المعلمة أكثر قدرة على الإبداع والتميز، وأكثر استعدادًا لتحقيق أهداف العملية التعليمية بكفاءة واقتدار</a:t>
            </a:r>
            <a:r>
              <a:rPr lang="en-US" sz="2000" b="1" dirty="0">
                <a:latin typeface="Arial" panose="020B0604020202020204" pitchFamily="34" charset="0"/>
                <a:cs typeface="Arial" panose="020B0604020202020204" pitchFamily="34" charset="0"/>
              </a:rPr>
              <a:t>.</a:t>
            </a:r>
            <a:endParaRPr lang="en-US" sz="2000" dirty="0">
              <a:latin typeface="Arial" panose="020B0604020202020204" pitchFamily="34" charset="0"/>
              <a:cs typeface="Arial" panose="020B0604020202020204" pitchFamily="34" charset="0"/>
            </a:endParaRPr>
          </a:p>
          <a:p>
            <a:pPr algn="ctr" rtl="1"/>
            <a:endParaRPr lang="ar-SA"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24698511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62C4B0"/>
        </a:solidFill>
        <a:effectLst/>
      </p:bgPr>
    </p:bg>
    <p:spTree>
      <p:nvGrpSpPr>
        <p:cNvPr id="1" name="">
          <a:extLst>
            <a:ext uri="{FF2B5EF4-FFF2-40B4-BE49-F238E27FC236}">
              <a16:creationId xmlns:a16="http://schemas.microsoft.com/office/drawing/2014/main" id="{6FB09FBC-A852-BC77-74CA-A09D40FF9E82}"/>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DDFA10F5-1FFB-D031-DB28-D2E9B868AB7A}"/>
              </a:ext>
            </a:extLst>
          </p:cNvPr>
          <p:cNvSpPr/>
          <p:nvPr/>
        </p:nvSpPr>
        <p:spPr>
          <a:xfrm>
            <a:off x="-251374" y="0"/>
            <a:ext cx="7872660" cy="10895551"/>
          </a:xfrm>
          <a:custGeom>
            <a:avLst/>
            <a:gdLst/>
            <a:ahLst/>
            <a:cxnLst/>
            <a:rect l="l" t="t" r="r" b="b"/>
            <a:pathLst>
              <a:path w="7758846" h="8416894">
                <a:moveTo>
                  <a:pt x="0" y="0"/>
                </a:moveTo>
                <a:lnTo>
                  <a:pt x="7758846" y="0"/>
                </a:lnTo>
                <a:lnTo>
                  <a:pt x="7758846" y="8416894"/>
                </a:lnTo>
                <a:lnTo>
                  <a:pt x="0" y="8416894"/>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ar-SA"/>
          </a:p>
        </p:txBody>
      </p:sp>
      <p:sp>
        <p:nvSpPr>
          <p:cNvPr id="4" name="Freeform 4">
            <a:extLst>
              <a:ext uri="{FF2B5EF4-FFF2-40B4-BE49-F238E27FC236}">
                <a16:creationId xmlns:a16="http://schemas.microsoft.com/office/drawing/2014/main" id="{BA96B6E4-3995-18F7-8D83-EDD8965190B2}"/>
              </a:ext>
            </a:extLst>
          </p:cNvPr>
          <p:cNvSpPr/>
          <p:nvPr/>
        </p:nvSpPr>
        <p:spPr>
          <a:xfrm>
            <a:off x="0" y="39592"/>
            <a:ext cx="5683250" cy="393700"/>
          </a:xfrm>
          <a:custGeom>
            <a:avLst/>
            <a:gdLst/>
            <a:ahLst/>
            <a:cxnLst/>
            <a:rect l="l" t="t" r="r" b="b"/>
            <a:pathLst>
              <a:path w="3308517" h="1467779">
                <a:moveTo>
                  <a:pt x="0" y="0"/>
                </a:moveTo>
                <a:lnTo>
                  <a:pt x="3308517" y="0"/>
                </a:lnTo>
                <a:lnTo>
                  <a:pt x="3308517" y="1467779"/>
                </a:lnTo>
                <a:lnTo>
                  <a:pt x="0" y="1467779"/>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ar-SA"/>
          </a:p>
        </p:txBody>
      </p:sp>
      <p:sp>
        <p:nvSpPr>
          <p:cNvPr id="3" name="مربع نص 2">
            <a:extLst>
              <a:ext uri="{FF2B5EF4-FFF2-40B4-BE49-F238E27FC236}">
                <a16:creationId xmlns:a16="http://schemas.microsoft.com/office/drawing/2014/main" id="{A3A2A396-7CC4-7B5E-5597-EDC084BD9CCF}"/>
              </a:ext>
            </a:extLst>
          </p:cNvPr>
          <p:cNvSpPr txBox="1"/>
          <p:nvPr/>
        </p:nvSpPr>
        <p:spPr>
          <a:xfrm>
            <a:off x="1187450" y="1689100"/>
            <a:ext cx="4267200" cy="369332"/>
          </a:xfrm>
          <a:prstGeom prst="rect">
            <a:avLst/>
          </a:prstGeom>
          <a:noFill/>
        </p:spPr>
        <p:txBody>
          <a:bodyPr wrap="square" rtlCol="1">
            <a:spAutoFit/>
          </a:bodyPr>
          <a:lstStyle/>
          <a:p>
            <a:pPr algn="ctr"/>
            <a:r>
              <a:rPr lang="ar-SA" b="1" dirty="0">
                <a:solidFill>
                  <a:srgbClr val="C00000"/>
                </a:solidFill>
              </a:rPr>
              <a:t>استمارة تأمل ذاتي للمعلم</a:t>
            </a:r>
            <a:endParaRPr lang="en-US" dirty="0">
              <a:solidFill>
                <a:srgbClr val="C00000"/>
              </a:solidFill>
            </a:endParaRPr>
          </a:p>
        </p:txBody>
      </p:sp>
      <p:graphicFrame>
        <p:nvGraphicFramePr>
          <p:cNvPr id="8" name="جدول 7">
            <a:extLst>
              <a:ext uri="{FF2B5EF4-FFF2-40B4-BE49-F238E27FC236}">
                <a16:creationId xmlns:a16="http://schemas.microsoft.com/office/drawing/2014/main" id="{3EC65409-022E-DEC7-1CEA-D42E849688BC}"/>
              </a:ext>
            </a:extLst>
          </p:cNvPr>
          <p:cNvGraphicFramePr>
            <a:graphicFrameLocks noGrp="1"/>
          </p:cNvGraphicFramePr>
          <p:nvPr>
            <p:extLst>
              <p:ext uri="{D42A27DB-BD31-4B8C-83A1-F6EECF244321}">
                <p14:modId xmlns:p14="http://schemas.microsoft.com/office/powerpoint/2010/main" val="336929867"/>
              </p:ext>
            </p:extLst>
          </p:nvPr>
        </p:nvGraphicFramePr>
        <p:xfrm>
          <a:off x="518390" y="2935672"/>
          <a:ext cx="6705601" cy="6684497"/>
        </p:xfrm>
        <a:graphic>
          <a:graphicData uri="http://schemas.openxmlformats.org/drawingml/2006/table">
            <a:tbl>
              <a:tblPr rtl="1" firstRow="1" firstCol="1" bandRow="1">
                <a:tableStyleId>{5940675A-B579-460E-94D1-54222C63F5DA}</a:tableStyleId>
              </a:tblPr>
              <a:tblGrid>
                <a:gridCol w="5163122">
                  <a:extLst>
                    <a:ext uri="{9D8B030D-6E8A-4147-A177-3AD203B41FA5}">
                      <a16:colId xmlns:a16="http://schemas.microsoft.com/office/drawing/2014/main" val="3354914627"/>
                    </a:ext>
                  </a:extLst>
                </a:gridCol>
                <a:gridCol w="481303">
                  <a:extLst>
                    <a:ext uri="{9D8B030D-6E8A-4147-A177-3AD203B41FA5}">
                      <a16:colId xmlns:a16="http://schemas.microsoft.com/office/drawing/2014/main" val="3298398855"/>
                    </a:ext>
                  </a:extLst>
                </a:gridCol>
                <a:gridCol w="578514">
                  <a:extLst>
                    <a:ext uri="{9D8B030D-6E8A-4147-A177-3AD203B41FA5}">
                      <a16:colId xmlns:a16="http://schemas.microsoft.com/office/drawing/2014/main" val="60888609"/>
                    </a:ext>
                  </a:extLst>
                </a:gridCol>
                <a:gridCol w="482662">
                  <a:extLst>
                    <a:ext uri="{9D8B030D-6E8A-4147-A177-3AD203B41FA5}">
                      <a16:colId xmlns:a16="http://schemas.microsoft.com/office/drawing/2014/main" val="1252950222"/>
                    </a:ext>
                  </a:extLst>
                </a:gridCol>
              </a:tblGrid>
              <a:tr h="273650">
                <a:tc>
                  <a:txBody>
                    <a:bodyPr/>
                    <a:lstStyle/>
                    <a:p>
                      <a:pPr algn="ctr" rtl="1">
                        <a:lnSpc>
                          <a:spcPct val="107000"/>
                        </a:lnSpc>
                        <a:spcAft>
                          <a:spcPts val="800"/>
                        </a:spcAft>
                        <a:buNone/>
                      </a:pPr>
                      <a:r>
                        <a:rPr lang="ar-SA" sz="1400" b="1" kern="100" dirty="0">
                          <a:effectLst/>
                        </a:rPr>
                        <a:t>البند</a:t>
                      </a:r>
                      <a:endParaRPr lang="en-US" sz="1400" b="1" kern="100" dirty="0">
                        <a:effectLst/>
                        <a:latin typeface="Aptos" panose="020B0004020202020204" pitchFamily="34" charset="0"/>
                        <a:ea typeface="Aptos" panose="020B0004020202020204" pitchFamily="34" charset="0"/>
                        <a:cs typeface="Arial" panose="020B0604020202020204" pitchFamily="34" charset="0"/>
                      </a:endParaRPr>
                    </a:p>
                  </a:txBody>
                  <a:tcPr marL="40943" marR="40943" marT="0" marB="0">
                    <a:solidFill>
                      <a:schemeClr val="bg2"/>
                    </a:solidFill>
                  </a:tcPr>
                </a:tc>
                <a:tc>
                  <a:txBody>
                    <a:bodyPr/>
                    <a:lstStyle/>
                    <a:p>
                      <a:pPr algn="ctr" rtl="1">
                        <a:lnSpc>
                          <a:spcPct val="107000"/>
                        </a:lnSpc>
                        <a:spcAft>
                          <a:spcPts val="800"/>
                        </a:spcAft>
                        <a:buNone/>
                      </a:pPr>
                      <a:r>
                        <a:rPr lang="ar-SA" sz="1400" b="1" kern="100" dirty="0">
                          <a:effectLst/>
                        </a:rPr>
                        <a:t>نعم </a:t>
                      </a:r>
                      <a:endParaRPr lang="en-US" sz="1400" b="1" kern="100" dirty="0">
                        <a:effectLst/>
                        <a:latin typeface="Aptos" panose="020B0004020202020204" pitchFamily="34" charset="0"/>
                        <a:ea typeface="Aptos" panose="020B0004020202020204" pitchFamily="34" charset="0"/>
                        <a:cs typeface="Arial" panose="020B0604020202020204" pitchFamily="34" charset="0"/>
                      </a:endParaRPr>
                    </a:p>
                  </a:txBody>
                  <a:tcPr marL="40943" marR="40943" marT="0" marB="0">
                    <a:solidFill>
                      <a:schemeClr val="bg2"/>
                    </a:solidFill>
                  </a:tcPr>
                </a:tc>
                <a:tc>
                  <a:txBody>
                    <a:bodyPr/>
                    <a:lstStyle/>
                    <a:p>
                      <a:pPr algn="ctr" rtl="1">
                        <a:lnSpc>
                          <a:spcPct val="107000"/>
                        </a:lnSpc>
                        <a:spcAft>
                          <a:spcPts val="800"/>
                        </a:spcAft>
                        <a:buNone/>
                      </a:pPr>
                      <a:r>
                        <a:rPr lang="ar-SA" sz="1400" b="1" kern="100" dirty="0">
                          <a:effectLst/>
                        </a:rPr>
                        <a:t>إلى حد ما</a:t>
                      </a:r>
                      <a:endParaRPr lang="en-US" sz="1400" b="1" kern="100" dirty="0">
                        <a:effectLst/>
                        <a:latin typeface="Aptos" panose="020B0004020202020204" pitchFamily="34" charset="0"/>
                        <a:ea typeface="Aptos" panose="020B0004020202020204" pitchFamily="34" charset="0"/>
                        <a:cs typeface="Arial" panose="020B0604020202020204" pitchFamily="34" charset="0"/>
                      </a:endParaRPr>
                    </a:p>
                  </a:txBody>
                  <a:tcPr marL="40943" marR="40943" marT="0" marB="0">
                    <a:solidFill>
                      <a:schemeClr val="bg2"/>
                    </a:solidFill>
                  </a:tcPr>
                </a:tc>
                <a:tc>
                  <a:txBody>
                    <a:bodyPr/>
                    <a:lstStyle/>
                    <a:p>
                      <a:pPr algn="ctr" rtl="1">
                        <a:lnSpc>
                          <a:spcPct val="107000"/>
                        </a:lnSpc>
                        <a:spcAft>
                          <a:spcPts val="800"/>
                        </a:spcAft>
                        <a:buNone/>
                      </a:pPr>
                      <a:r>
                        <a:rPr lang="ar-SA" sz="1400" b="1" kern="100" dirty="0">
                          <a:effectLst/>
                        </a:rPr>
                        <a:t>لا</a:t>
                      </a:r>
                      <a:endParaRPr lang="en-US" sz="1400" b="1" kern="100" dirty="0">
                        <a:effectLst/>
                        <a:latin typeface="Aptos" panose="020B0004020202020204" pitchFamily="34" charset="0"/>
                        <a:ea typeface="Aptos" panose="020B0004020202020204" pitchFamily="34" charset="0"/>
                        <a:cs typeface="Arial" panose="020B0604020202020204" pitchFamily="34" charset="0"/>
                      </a:endParaRPr>
                    </a:p>
                  </a:txBody>
                  <a:tcPr marL="40943" marR="40943" marT="0" marB="0">
                    <a:solidFill>
                      <a:schemeClr val="bg2"/>
                    </a:solidFill>
                  </a:tcPr>
                </a:tc>
                <a:extLst>
                  <a:ext uri="{0D108BD9-81ED-4DB2-BD59-A6C34878D82A}">
                    <a16:rowId xmlns:a16="http://schemas.microsoft.com/office/drawing/2014/main" val="2727420623"/>
                  </a:ext>
                </a:extLst>
              </a:tr>
              <a:tr h="130616">
                <a:tc>
                  <a:txBody>
                    <a:bodyPr/>
                    <a:lstStyle/>
                    <a:p>
                      <a:pPr marL="0" lvl="0" indent="0" algn="r" rtl="1">
                        <a:lnSpc>
                          <a:spcPct val="107000"/>
                        </a:lnSpc>
                        <a:spcAft>
                          <a:spcPts val="800"/>
                        </a:spcAft>
                        <a:buFont typeface="+mj-lt"/>
                        <a:buNone/>
                      </a:pPr>
                      <a:r>
                        <a:rPr lang="ar-SA" sz="1100" b="1" kern="100" dirty="0">
                          <a:effectLst/>
                        </a:rPr>
                        <a:t>امتلك المعرفة العلمية الكافية لمحتوى المادة .</a:t>
                      </a:r>
                      <a:endParaRPr lang="en-US" sz="1100" b="1" kern="100" dirty="0">
                        <a:effectLst/>
                        <a:latin typeface="Aptos" panose="020B0004020202020204" pitchFamily="34" charset="0"/>
                        <a:ea typeface="Aptos" panose="020B0004020202020204" pitchFamily="34" charset="0"/>
                        <a:cs typeface="Times New Roman" panose="02020603050405020304" pitchFamily="18" charset="0"/>
                      </a:endParaRPr>
                    </a:p>
                  </a:txBody>
                  <a:tcPr marL="40943" marR="40943" marT="0" marB="0"/>
                </a:tc>
                <a:tc>
                  <a:txBody>
                    <a:bodyPr/>
                    <a:lstStyle/>
                    <a:p>
                      <a:pPr algn="ctr" rtl="1">
                        <a:lnSpc>
                          <a:spcPct val="107000"/>
                        </a:lnSpc>
                        <a:spcAft>
                          <a:spcPts val="800"/>
                        </a:spcAft>
                        <a:buNone/>
                      </a:pPr>
                      <a:r>
                        <a:rPr lang="ar-SA" sz="1100" b="1" kern="100">
                          <a:effectLst/>
                        </a:rPr>
                        <a:t> </a:t>
                      </a:r>
                      <a:endParaRPr lang="en-US" sz="1100" b="1" kern="100">
                        <a:effectLst/>
                        <a:latin typeface="Aptos" panose="020B0004020202020204" pitchFamily="34" charset="0"/>
                        <a:ea typeface="Aptos" panose="020B0004020202020204" pitchFamily="34" charset="0"/>
                        <a:cs typeface="Arial" panose="020B0604020202020204" pitchFamily="34" charset="0"/>
                      </a:endParaRPr>
                    </a:p>
                  </a:txBody>
                  <a:tcPr marL="40943" marR="40943" marT="0" marB="0"/>
                </a:tc>
                <a:tc>
                  <a:txBody>
                    <a:bodyPr/>
                    <a:lstStyle/>
                    <a:p>
                      <a:pPr algn="ctr" rtl="1">
                        <a:lnSpc>
                          <a:spcPct val="107000"/>
                        </a:lnSpc>
                        <a:spcAft>
                          <a:spcPts val="800"/>
                        </a:spcAft>
                        <a:buNone/>
                      </a:pPr>
                      <a:r>
                        <a:rPr lang="ar-SA" sz="1100" b="1" kern="100">
                          <a:effectLst/>
                        </a:rPr>
                        <a:t> </a:t>
                      </a:r>
                      <a:endParaRPr lang="en-US" sz="1100" b="1" kern="100">
                        <a:effectLst/>
                        <a:latin typeface="Aptos" panose="020B0004020202020204" pitchFamily="34" charset="0"/>
                        <a:ea typeface="Aptos" panose="020B0004020202020204" pitchFamily="34" charset="0"/>
                        <a:cs typeface="Arial" panose="020B0604020202020204" pitchFamily="34" charset="0"/>
                      </a:endParaRPr>
                    </a:p>
                  </a:txBody>
                  <a:tcPr marL="40943" marR="40943" marT="0" marB="0"/>
                </a:tc>
                <a:tc>
                  <a:txBody>
                    <a:bodyPr/>
                    <a:lstStyle/>
                    <a:p>
                      <a:pPr algn="ctr" rtl="1">
                        <a:lnSpc>
                          <a:spcPct val="107000"/>
                        </a:lnSpc>
                        <a:spcAft>
                          <a:spcPts val="800"/>
                        </a:spcAft>
                        <a:buNone/>
                      </a:pPr>
                      <a:r>
                        <a:rPr lang="ar-SA" sz="1100" b="1" kern="100">
                          <a:effectLst/>
                        </a:rPr>
                        <a:t> </a:t>
                      </a:r>
                      <a:endParaRPr lang="en-US" sz="1100" b="1" kern="100">
                        <a:effectLst/>
                        <a:latin typeface="Aptos" panose="020B0004020202020204" pitchFamily="34" charset="0"/>
                        <a:ea typeface="Aptos" panose="020B0004020202020204" pitchFamily="34" charset="0"/>
                        <a:cs typeface="Arial" panose="020B0604020202020204" pitchFamily="34" charset="0"/>
                      </a:endParaRPr>
                    </a:p>
                  </a:txBody>
                  <a:tcPr marL="40943" marR="40943" marT="0" marB="0"/>
                </a:tc>
                <a:extLst>
                  <a:ext uri="{0D108BD9-81ED-4DB2-BD59-A6C34878D82A}">
                    <a16:rowId xmlns:a16="http://schemas.microsoft.com/office/drawing/2014/main" val="1996872251"/>
                  </a:ext>
                </a:extLst>
              </a:tr>
              <a:tr h="130616">
                <a:tc>
                  <a:txBody>
                    <a:bodyPr/>
                    <a:lstStyle/>
                    <a:p>
                      <a:pPr marL="0" lvl="0" indent="0" algn="r" rtl="1">
                        <a:lnSpc>
                          <a:spcPct val="107000"/>
                        </a:lnSpc>
                        <a:spcAft>
                          <a:spcPts val="800"/>
                        </a:spcAft>
                        <a:buFont typeface="+mj-lt"/>
                        <a:buNone/>
                      </a:pPr>
                      <a:r>
                        <a:rPr lang="ar-SA" sz="1100" b="1" kern="100" dirty="0">
                          <a:effectLst/>
                        </a:rPr>
                        <a:t>أخطط جيداً للدرس وفق أهداف تعليمية واضحة.</a:t>
                      </a:r>
                      <a:endParaRPr lang="en-US" sz="1100" b="1" kern="100" dirty="0">
                        <a:effectLst/>
                        <a:latin typeface="Aptos" panose="020B0004020202020204" pitchFamily="34" charset="0"/>
                        <a:ea typeface="Aptos" panose="020B0004020202020204" pitchFamily="34" charset="0"/>
                        <a:cs typeface="Times New Roman" panose="02020603050405020304" pitchFamily="18" charset="0"/>
                      </a:endParaRPr>
                    </a:p>
                  </a:txBody>
                  <a:tcPr marL="40943" marR="40943" marT="0" marB="0"/>
                </a:tc>
                <a:tc>
                  <a:txBody>
                    <a:bodyPr/>
                    <a:lstStyle/>
                    <a:p>
                      <a:pPr algn="ctr" rtl="1">
                        <a:lnSpc>
                          <a:spcPct val="107000"/>
                        </a:lnSpc>
                        <a:spcAft>
                          <a:spcPts val="800"/>
                        </a:spcAft>
                        <a:buNone/>
                      </a:pPr>
                      <a:r>
                        <a:rPr lang="ar-SA" sz="1100" b="1" kern="100">
                          <a:effectLst/>
                        </a:rPr>
                        <a:t> </a:t>
                      </a:r>
                      <a:endParaRPr lang="en-US" sz="1100" b="1" kern="100">
                        <a:effectLst/>
                        <a:latin typeface="Aptos" panose="020B0004020202020204" pitchFamily="34" charset="0"/>
                        <a:ea typeface="Aptos" panose="020B0004020202020204" pitchFamily="34" charset="0"/>
                        <a:cs typeface="Arial" panose="020B0604020202020204" pitchFamily="34" charset="0"/>
                      </a:endParaRPr>
                    </a:p>
                  </a:txBody>
                  <a:tcPr marL="40943" marR="40943" marT="0" marB="0"/>
                </a:tc>
                <a:tc>
                  <a:txBody>
                    <a:bodyPr/>
                    <a:lstStyle/>
                    <a:p>
                      <a:pPr algn="ctr" rtl="1">
                        <a:lnSpc>
                          <a:spcPct val="107000"/>
                        </a:lnSpc>
                        <a:spcAft>
                          <a:spcPts val="800"/>
                        </a:spcAft>
                        <a:buNone/>
                      </a:pPr>
                      <a:r>
                        <a:rPr lang="ar-SA" sz="1100" b="1" kern="100">
                          <a:effectLst/>
                        </a:rPr>
                        <a:t> </a:t>
                      </a:r>
                      <a:endParaRPr lang="en-US" sz="1100" b="1" kern="100">
                        <a:effectLst/>
                        <a:latin typeface="Aptos" panose="020B0004020202020204" pitchFamily="34" charset="0"/>
                        <a:ea typeface="Aptos" panose="020B0004020202020204" pitchFamily="34" charset="0"/>
                        <a:cs typeface="Arial" panose="020B0604020202020204" pitchFamily="34" charset="0"/>
                      </a:endParaRPr>
                    </a:p>
                  </a:txBody>
                  <a:tcPr marL="40943" marR="40943" marT="0" marB="0"/>
                </a:tc>
                <a:tc>
                  <a:txBody>
                    <a:bodyPr/>
                    <a:lstStyle/>
                    <a:p>
                      <a:pPr algn="ctr" rtl="1">
                        <a:lnSpc>
                          <a:spcPct val="107000"/>
                        </a:lnSpc>
                        <a:spcAft>
                          <a:spcPts val="800"/>
                        </a:spcAft>
                        <a:buNone/>
                      </a:pPr>
                      <a:r>
                        <a:rPr lang="ar-SA" sz="1100" b="1" kern="100">
                          <a:effectLst/>
                        </a:rPr>
                        <a:t> </a:t>
                      </a:r>
                      <a:endParaRPr lang="en-US" sz="1100" b="1" kern="100">
                        <a:effectLst/>
                        <a:latin typeface="Aptos" panose="020B0004020202020204" pitchFamily="34" charset="0"/>
                        <a:ea typeface="Aptos" panose="020B0004020202020204" pitchFamily="34" charset="0"/>
                        <a:cs typeface="Arial" panose="020B0604020202020204" pitchFamily="34" charset="0"/>
                      </a:endParaRPr>
                    </a:p>
                  </a:txBody>
                  <a:tcPr marL="40943" marR="40943" marT="0" marB="0"/>
                </a:tc>
                <a:extLst>
                  <a:ext uri="{0D108BD9-81ED-4DB2-BD59-A6C34878D82A}">
                    <a16:rowId xmlns:a16="http://schemas.microsoft.com/office/drawing/2014/main" val="2794667787"/>
                  </a:ext>
                </a:extLst>
              </a:tr>
              <a:tr h="130616">
                <a:tc>
                  <a:txBody>
                    <a:bodyPr/>
                    <a:lstStyle/>
                    <a:p>
                      <a:pPr marL="0" lvl="0" indent="0" algn="r" rtl="1">
                        <a:lnSpc>
                          <a:spcPct val="107000"/>
                        </a:lnSpc>
                        <a:spcAft>
                          <a:spcPts val="800"/>
                        </a:spcAft>
                        <a:buFont typeface="+mj-lt"/>
                        <a:buNone/>
                      </a:pPr>
                      <a:r>
                        <a:rPr lang="ar-SA" sz="1100" b="1" kern="100" dirty="0">
                          <a:effectLst/>
                        </a:rPr>
                        <a:t>أتمكن من شرح الدروس بوضوح يضمن وصول المعلومة للطالبات .</a:t>
                      </a:r>
                      <a:endParaRPr lang="en-US" sz="1100" b="1" kern="100" dirty="0">
                        <a:effectLst/>
                        <a:latin typeface="Aptos" panose="020B0004020202020204" pitchFamily="34" charset="0"/>
                        <a:ea typeface="Aptos" panose="020B0004020202020204" pitchFamily="34" charset="0"/>
                        <a:cs typeface="Times New Roman" panose="02020603050405020304" pitchFamily="18" charset="0"/>
                      </a:endParaRPr>
                    </a:p>
                  </a:txBody>
                  <a:tcPr marL="40943" marR="40943" marT="0" marB="0"/>
                </a:tc>
                <a:tc>
                  <a:txBody>
                    <a:bodyPr/>
                    <a:lstStyle/>
                    <a:p>
                      <a:pPr algn="ctr" rtl="1">
                        <a:lnSpc>
                          <a:spcPct val="107000"/>
                        </a:lnSpc>
                        <a:spcAft>
                          <a:spcPts val="800"/>
                        </a:spcAft>
                        <a:buNone/>
                      </a:pPr>
                      <a:r>
                        <a:rPr lang="ar-SA" sz="1100" b="1" kern="100">
                          <a:effectLst/>
                        </a:rPr>
                        <a:t> </a:t>
                      </a:r>
                      <a:endParaRPr lang="en-US" sz="1100" b="1" kern="100">
                        <a:effectLst/>
                        <a:latin typeface="Aptos" panose="020B0004020202020204" pitchFamily="34" charset="0"/>
                        <a:ea typeface="Aptos" panose="020B0004020202020204" pitchFamily="34" charset="0"/>
                        <a:cs typeface="Arial" panose="020B0604020202020204" pitchFamily="34" charset="0"/>
                      </a:endParaRPr>
                    </a:p>
                  </a:txBody>
                  <a:tcPr marL="40943" marR="40943" marT="0" marB="0"/>
                </a:tc>
                <a:tc>
                  <a:txBody>
                    <a:bodyPr/>
                    <a:lstStyle/>
                    <a:p>
                      <a:pPr algn="ctr" rtl="1">
                        <a:lnSpc>
                          <a:spcPct val="107000"/>
                        </a:lnSpc>
                        <a:spcAft>
                          <a:spcPts val="800"/>
                        </a:spcAft>
                        <a:buNone/>
                      </a:pPr>
                      <a:r>
                        <a:rPr lang="ar-SA" sz="1100" b="1" kern="100">
                          <a:effectLst/>
                        </a:rPr>
                        <a:t> </a:t>
                      </a:r>
                      <a:endParaRPr lang="en-US" sz="1100" b="1" kern="100">
                        <a:effectLst/>
                        <a:latin typeface="Aptos" panose="020B0004020202020204" pitchFamily="34" charset="0"/>
                        <a:ea typeface="Aptos" panose="020B0004020202020204" pitchFamily="34" charset="0"/>
                        <a:cs typeface="Arial" panose="020B0604020202020204" pitchFamily="34" charset="0"/>
                      </a:endParaRPr>
                    </a:p>
                  </a:txBody>
                  <a:tcPr marL="40943" marR="40943" marT="0" marB="0"/>
                </a:tc>
                <a:tc>
                  <a:txBody>
                    <a:bodyPr/>
                    <a:lstStyle/>
                    <a:p>
                      <a:pPr algn="ctr" rtl="1">
                        <a:lnSpc>
                          <a:spcPct val="107000"/>
                        </a:lnSpc>
                        <a:spcAft>
                          <a:spcPts val="800"/>
                        </a:spcAft>
                        <a:buNone/>
                      </a:pPr>
                      <a:r>
                        <a:rPr lang="ar-SA" sz="1100" b="1" kern="100">
                          <a:effectLst/>
                        </a:rPr>
                        <a:t> </a:t>
                      </a:r>
                      <a:endParaRPr lang="en-US" sz="1100" b="1" kern="100">
                        <a:effectLst/>
                        <a:latin typeface="Aptos" panose="020B0004020202020204" pitchFamily="34" charset="0"/>
                        <a:ea typeface="Aptos" panose="020B0004020202020204" pitchFamily="34" charset="0"/>
                        <a:cs typeface="Arial" panose="020B0604020202020204" pitchFamily="34" charset="0"/>
                      </a:endParaRPr>
                    </a:p>
                  </a:txBody>
                  <a:tcPr marL="40943" marR="40943" marT="0" marB="0"/>
                </a:tc>
                <a:extLst>
                  <a:ext uri="{0D108BD9-81ED-4DB2-BD59-A6C34878D82A}">
                    <a16:rowId xmlns:a16="http://schemas.microsoft.com/office/drawing/2014/main" val="1133418158"/>
                  </a:ext>
                </a:extLst>
              </a:tr>
              <a:tr h="130616">
                <a:tc>
                  <a:txBody>
                    <a:bodyPr/>
                    <a:lstStyle/>
                    <a:p>
                      <a:pPr marL="0" lvl="0" indent="0" algn="r" rtl="1">
                        <a:lnSpc>
                          <a:spcPct val="107000"/>
                        </a:lnSpc>
                        <a:spcAft>
                          <a:spcPts val="800"/>
                        </a:spcAft>
                        <a:buFont typeface="+mj-lt"/>
                        <a:buNone/>
                      </a:pPr>
                      <a:r>
                        <a:rPr lang="ar-SA" sz="1100" b="1" kern="100" dirty="0">
                          <a:effectLst/>
                        </a:rPr>
                        <a:t>أخطط لزمن الحصة بكفاءة وأوزع أنشطتها على مراحل الدرس بفاعلية .</a:t>
                      </a:r>
                      <a:endParaRPr lang="en-US" sz="1100" b="1" kern="100" dirty="0">
                        <a:effectLst/>
                        <a:latin typeface="Aptos" panose="020B0004020202020204" pitchFamily="34" charset="0"/>
                        <a:ea typeface="Aptos" panose="020B0004020202020204" pitchFamily="34" charset="0"/>
                        <a:cs typeface="Times New Roman" panose="02020603050405020304" pitchFamily="18" charset="0"/>
                      </a:endParaRPr>
                    </a:p>
                  </a:txBody>
                  <a:tcPr marL="40943" marR="40943" marT="0" marB="0"/>
                </a:tc>
                <a:tc>
                  <a:txBody>
                    <a:bodyPr/>
                    <a:lstStyle/>
                    <a:p>
                      <a:pPr algn="ctr" rtl="1">
                        <a:lnSpc>
                          <a:spcPct val="107000"/>
                        </a:lnSpc>
                        <a:spcAft>
                          <a:spcPts val="800"/>
                        </a:spcAft>
                        <a:buNone/>
                      </a:pPr>
                      <a:r>
                        <a:rPr lang="ar-SA" sz="1100" b="1" kern="100">
                          <a:effectLst/>
                        </a:rPr>
                        <a:t> </a:t>
                      </a:r>
                      <a:endParaRPr lang="en-US" sz="1100" b="1" kern="100">
                        <a:effectLst/>
                        <a:latin typeface="Aptos" panose="020B0004020202020204" pitchFamily="34" charset="0"/>
                        <a:ea typeface="Aptos" panose="020B0004020202020204" pitchFamily="34" charset="0"/>
                        <a:cs typeface="Arial" panose="020B0604020202020204" pitchFamily="34" charset="0"/>
                      </a:endParaRPr>
                    </a:p>
                  </a:txBody>
                  <a:tcPr marL="40943" marR="40943" marT="0" marB="0"/>
                </a:tc>
                <a:tc>
                  <a:txBody>
                    <a:bodyPr/>
                    <a:lstStyle/>
                    <a:p>
                      <a:pPr algn="ctr" rtl="1">
                        <a:lnSpc>
                          <a:spcPct val="107000"/>
                        </a:lnSpc>
                        <a:spcAft>
                          <a:spcPts val="800"/>
                        </a:spcAft>
                        <a:buNone/>
                      </a:pPr>
                      <a:r>
                        <a:rPr lang="ar-SA" sz="1100" b="1" kern="100">
                          <a:effectLst/>
                        </a:rPr>
                        <a:t> </a:t>
                      </a:r>
                      <a:endParaRPr lang="en-US" sz="1100" b="1" kern="100">
                        <a:effectLst/>
                        <a:latin typeface="Aptos" panose="020B0004020202020204" pitchFamily="34" charset="0"/>
                        <a:ea typeface="Aptos" panose="020B0004020202020204" pitchFamily="34" charset="0"/>
                        <a:cs typeface="Arial" panose="020B0604020202020204" pitchFamily="34" charset="0"/>
                      </a:endParaRPr>
                    </a:p>
                  </a:txBody>
                  <a:tcPr marL="40943" marR="40943" marT="0" marB="0"/>
                </a:tc>
                <a:tc>
                  <a:txBody>
                    <a:bodyPr/>
                    <a:lstStyle/>
                    <a:p>
                      <a:pPr algn="ctr" rtl="1">
                        <a:lnSpc>
                          <a:spcPct val="107000"/>
                        </a:lnSpc>
                        <a:spcAft>
                          <a:spcPts val="800"/>
                        </a:spcAft>
                        <a:buNone/>
                      </a:pPr>
                      <a:r>
                        <a:rPr lang="ar-SA" sz="1100" b="1" kern="100">
                          <a:effectLst/>
                        </a:rPr>
                        <a:t> </a:t>
                      </a:r>
                      <a:endParaRPr lang="en-US" sz="1100" b="1" kern="100">
                        <a:effectLst/>
                        <a:latin typeface="Aptos" panose="020B0004020202020204" pitchFamily="34" charset="0"/>
                        <a:ea typeface="Aptos" panose="020B0004020202020204" pitchFamily="34" charset="0"/>
                        <a:cs typeface="Arial" panose="020B0604020202020204" pitchFamily="34" charset="0"/>
                      </a:endParaRPr>
                    </a:p>
                  </a:txBody>
                  <a:tcPr marL="40943" marR="40943" marT="0" marB="0"/>
                </a:tc>
                <a:extLst>
                  <a:ext uri="{0D108BD9-81ED-4DB2-BD59-A6C34878D82A}">
                    <a16:rowId xmlns:a16="http://schemas.microsoft.com/office/drawing/2014/main" val="415135937"/>
                  </a:ext>
                </a:extLst>
              </a:tr>
              <a:tr h="130616">
                <a:tc>
                  <a:txBody>
                    <a:bodyPr/>
                    <a:lstStyle/>
                    <a:p>
                      <a:pPr marL="0" lvl="0" indent="0" algn="r" rtl="1">
                        <a:lnSpc>
                          <a:spcPct val="107000"/>
                        </a:lnSpc>
                        <a:spcAft>
                          <a:spcPts val="800"/>
                        </a:spcAft>
                        <a:buFont typeface="+mj-lt"/>
                        <a:buNone/>
                      </a:pPr>
                      <a:r>
                        <a:rPr lang="ar-SA" sz="1100" b="1" kern="100" dirty="0">
                          <a:effectLst/>
                        </a:rPr>
                        <a:t>أصمم أنشطة تعليمية متنوعة ومحفزة على التعلم .</a:t>
                      </a:r>
                      <a:endParaRPr lang="en-US" sz="1100" b="1" kern="100" dirty="0">
                        <a:effectLst/>
                        <a:latin typeface="Aptos" panose="020B0004020202020204" pitchFamily="34" charset="0"/>
                        <a:ea typeface="Aptos" panose="020B0004020202020204" pitchFamily="34" charset="0"/>
                        <a:cs typeface="Times New Roman" panose="02020603050405020304" pitchFamily="18" charset="0"/>
                      </a:endParaRPr>
                    </a:p>
                  </a:txBody>
                  <a:tcPr marL="40943" marR="40943" marT="0" marB="0"/>
                </a:tc>
                <a:tc>
                  <a:txBody>
                    <a:bodyPr/>
                    <a:lstStyle/>
                    <a:p>
                      <a:pPr algn="ctr" rtl="1">
                        <a:lnSpc>
                          <a:spcPct val="107000"/>
                        </a:lnSpc>
                        <a:spcAft>
                          <a:spcPts val="800"/>
                        </a:spcAft>
                        <a:buNone/>
                      </a:pPr>
                      <a:r>
                        <a:rPr lang="ar-SA" sz="1100" b="1" kern="100">
                          <a:effectLst/>
                        </a:rPr>
                        <a:t> </a:t>
                      </a:r>
                      <a:endParaRPr lang="en-US" sz="1100" b="1" kern="100">
                        <a:effectLst/>
                        <a:latin typeface="Aptos" panose="020B0004020202020204" pitchFamily="34" charset="0"/>
                        <a:ea typeface="Aptos" panose="020B0004020202020204" pitchFamily="34" charset="0"/>
                        <a:cs typeface="Arial" panose="020B0604020202020204" pitchFamily="34" charset="0"/>
                      </a:endParaRPr>
                    </a:p>
                  </a:txBody>
                  <a:tcPr marL="40943" marR="40943" marT="0" marB="0"/>
                </a:tc>
                <a:tc>
                  <a:txBody>
                    <a:bodyPr/>
                    <a:lstStyle/>
                    <a:p>
                      <a:pPr algn="ctr" rtl="1">
                        <a:lnSpc>
                          <a:spcPct val="107000"/>
                        </a:lnSpc>
                        <a:spcAft>
                          <a:spcPts val="800"/>
                        </a:spcAft>
                        <a:buNone/>
                      </a:pPr>
                      <a:r>
                        <a:rPr lang="ar-SA" sz="1100" b="1" kern="100">
                          <a:effectLst/>
                        </a:rPr>
                        <a:t> </a:t>
                      </a:r>
                      <a:endParaRPr lang="en-US" sz="1100" b="1" kern="100">
                        <a:effectLst/>
                        <a:latin typeface="Aptos" panose="020B0004020202020204" pitchFamily="34" charset="0"/>
                        <a:ea typeface="Aptos" panose="020B0004020202020204" pitchFamily="34" charset="0"/>
                        <a:cs typeface="Arial" panose="020B0604020202020204" pitchFamily="34" charset="0"/>
                      </a:endParaRPr>
                    </a:p>
                  </a:txBody>
                  <a:tcPr marL="40943" marR="40943" marT="0" marB="0"/>
                </a:tc>
                <a:tc>
                  <a:txBody>
                    <a:bodyPr/>
                    <a:lstStyle/>
                    <a:p>
                      <a:pPr algn="ctr" rtl="1">
                        <a:lnSpc>
                          <a:spcPct val="107000"/>
                        </a:lnSpc>
                        <a:spcAft>
                          <a:spcPts val="800"/>
                        </a:spcAft>
                        <a:buNone/>
                      </a:pPr>
                      <a:r>
                        <a:rPr lang="ar-SA" sz="1100" b="1" kern="100">
                          <a:effectLst/>
                        </a:rPr>
                        <a:t> </a:t>
                      </a:r>
                      <a:endParaRPr lang="en-US" sz="1100" b="1" kern="100">
                        <a:effectLst/>
                        <a:latin typeface="Aptos" panose="020B0004020202020204" pitchFamily="34" charset="0"/>
                        <a:ea typeface="Aptos" panose="020B0004020202020204" pitchFamily="34" charset="0"/>
                        <a:cs typeface="Arial" panose="020B0604020202020204" pitchFamily="34" charset="0"/>
                      </a:endParaRPr>
                    </a:p>
                  </a:txBody>
                  <a:tcPr marL="40943" marR="40943" marT="0" marB="0"/>
                </a:tc>
                <a:extLst>
                  <a:ext uri="{0D108BD9-81ED-4DB2-BD59-A6C34878D82A}">
                    <a16:rowId xmlns:a16="http://schemas.microsoft.com/office/drawing/2014/main" val="4246329062"/>
                  </a:ext>
                </a:extLst>
              </a:tr>
              <a:tr h="130616">
                <a:tc>
                  <a:txBody>
                    <a:bodyPr/>
                    <a:lstStyle/>
                    <a:p>
                      <a:pPr marL="0" lvl="0" indent="0" algn="r" rtl="1">
                        <a:lnSpc>
                          <a:spcPct val="107000"/>
                        </a:lnSpc>
                        <a:spcAft>
                          <a:spcPts val="800"/>
                        </a:spcAft>
                        <a:buFont typeface="+mj-lt"/>
                        <a:buNone/>
                      </a:pPr>
                      <a:r>
                        <a:rPr lang="ar-SA" sz="1100" b="1" kern="100" dirty="0">
                          <a:effectLst/>
                        </a:rPr>
                        <a:t>امتلك مهارات إدارة صفية جيدة .</a:t>
                      </a:r>
                      <a:endParaRPr lang="en-US" sz="1100" b="1" kern="100" dirty="0">
                        <a:effectLst/>
                        <a:latin typeface="Aptos" panose="020B0004020202020204" pitchFamily="34" charset="0"/>
                        <a:ea typeface="Aptos" panose="020B0004020202020204" pitchFamily="34" charset="0"/>
                        <a:cs typeface="Times New Roman" panose="02020603050405020304" pitchFamily="18" charset="0"/>
                      </a:endParaRPr>
                    </a:p>
                  </a:txBody>
                  <a:tcPr marL="40943" marR="40943" marT="0" marB="0"/>
                </a:tc>
                <a:tc>
                  <a:txBody>
                    <a:bodyPr/>
                    <a:lstStyle/>
                    <a:p>
                      <a:pPr algn="ctr" rtl="1">
                        <a:lnSpc>
                          <a:spcPct val="107000"/>
                        </a:lnSpc>
                        <a:spcAft>
                          <a:spcPts val="800"/>
                        </a:spcAft>
                        <a:buNone/>
                      </a:pPr>
                      <a:r>
                        <a:rPr lang="ar-SA" sz="1100" b="1" kern="100">
                          <a:effectLst/>
                        </a:rPr>
                        <a:t> </a:t>
                      </a:r>
                      <a:endParaRPr lang="en-US" sz="1100" b="1" kern="100">
                        <a:effectLst/>
                        <a:latin typeface="Aptos" panose="020B0004020202020204" pitchFamily="34" charset="0"/>
                        <a:ea typeface="Aptos" panose="020B0004020202020204" pitchFamily="34" charset="0"/>
                        <a:cs typeface="Arial" panose="020B0604020202020204" pitchFamily="34" charset="0"/>
                      </a:endParaRPr>
                    </a:p>
                  </a:txBody>
                  <a:tcPr marL="40943" marR="40943" marT="0" marB="0"/>
                </a:tc>
                <a:tc>
                  <a:txBody>
                    <a:bodyPr/>
                    <a:lstStyle/>
                    <a:p>
                      <a:pPr algn="ctr" rtl="1">
                        <a:lnSpc>
                          <a:spcPct val="107000"/>
                        </a:lnSpc>
                        <a:spcAft>
                          <a:spcPts val="800"/>
                        </a:spcAft>
                        <a:buNone/>
                      </a:pPr>
                      <a:r>
                        <a:rPr lang="ar-SA" sz="1100" b="1" kern="100">
                          <a:effectLst/>
                        </a:rPr>
                        <a:t> </a:t>
                      </a:r>
                      <a:endParaRPr lang="en-US" sz="1100" b="1" kern="100">
                        <a:effectLst/>
                        <a:latin typeface="Aptos" panose="020B0004020202020204" pitchFamily="34" charset="0"/>
                        <a:ea typeface="Aptos" panose="020B0004020202020204" pitchFamily="34" charset="0"/>
                        <a:cs typeface="Arial" panose="020B0604020202020204" pitchFamily="34" charset="0"/>
                      </a:endParaRPr>
                    </a:p>
                  </a:txBody>
                  <a:tcPr marL="40943" marR="40943" marT="0" marB="0"/>
                </a:tc>
                <a:tc>
                  <a:txBody>
                    <a:bodyPr/>
                    <a:lstStyle/>
                    <a:p>
                      <a:pPr algn="ctr" rtl="1">
                        <a:lnSpc>
                          <a:spcPct val="107000"/>
                        </a:lnSpc>
                        <a:spcAft>
                          <a:spcPts val="800"/>
                        </a:spcAft>
                        <a:buNone/>
                      </a:pPr>
                      <a:r>
                        <a:rPr lang="ar-SA" sz="1100" b="1" kern="100">
                          <a:effectLst/>
                        </a:rPr>
                        <a:t> </a:t>
                      </a:r>
                      <a:endParaRPr lang="en-US" sz="1100" b="1" kern="100">
                        <a:effectLst/>
                        <a:latin typeface="Aptos" panose="020B0004020202020204" pitchFamily="34" charset="0"/>
                        <a:ea typeface="Aptos" panose="020B0004020202020204" pitchFamily="34" charset="0"/>
                        <a:cs typeface="Arial" panose="020B0604020202020204" pitchFamily="34" charset="0"/>
                      </a:endParaRPr>
                    </a:p>
                  </a:txBody>
                  <a:tcPr marL="40943" marR="40943" marT="0" marB="0"/>
                </a:tc>
                <a:extLst>
                  <a:ext uri="{0D108BD9-81ED-4DB2-BD59-A6C34878D82A}">
                    <a16:rowId xmlns:a16="http://schemas.microsoft.com/office/drawing/2014/main" val="703579592"/>
                  </a:ext>
                </a:extLst>
              </a:tr>
              <a:tr h="130616">
                <a:tc>
                  <a:txBody>
                    <a:bodyPr/>
                    <a:lstStyle/>
                    <a:p>
                      <a:pPr marL="0" lvl="0" indent="0" algn="r" rtl="1">
                        <a:lnSpc>
                          <a:spcPct val="107000"/>
                        </a:lnSpc>
                        <a:spcAft>
                          <a:spcPts val="800"/>
                        </a:spcAft>
                        <a:buFont typeface="+mj-lt"/>
                        <a:buNone/>
                      </a:pPr>
                      <a:r>
                        <a:rPr lang="ar-SA" sz="1100" b="1" kern="100" dirty="0">
                          <a:effectLst/>
                        </a:rPr>
                        <a:t>أوظف استراتيجيات تدريس بطريقة صحيحة ومتنوعة .</a:t>
                      </a:r>
                      <a:endParaRPr lang="en-US" sz="1100" b="1" kern="100" dirty="0">
                        <a:effectLst/>
                        <a:latin typeface="Aptos" panose="020B0004020202020204" pitchFamily="34" charset="0"/>
                        <a:ea typeface="Aptos" panose="020B0004020202020204" pitchFamily="34" charset="0"/>
                        <a:cs typeface="Times New Roman" panose="02020603050405020304" pitchFamily="18" charset="0"/>
                      </a:endParaRPr>
                    </a:p>
                  </a:txBody>
                  <a:tcPr marL="40943" marR="40943" marT="0" marB="0"/>
                </a:tc>
                <a:tc>
                  <a:txBody>
                    <a:bodyPr/>
                    <a:lstStyle/>
                    <a:p>
                      <a:pPr algn="ctr" rtl="1">
                        <a:lnSpc>
                          <a:spcPct val="107000"/>
                        </a:lnSpc>
                        <a:spcAft>
                          <a:spcPts val="800"/>
                        </a:spcAft>
                        <a:buNone/>
                      </a:pPr>
                      <a:r>
                        <a:rPr lang="ar-SA" sz="1100" b="1" kern="100">
                          <a:effectLst/>
                        </a:rPr>
                        <a:t> </a:t>
                      </a:r>
                      <a:endParaRPr lang="en-US" sz="1100" b="1" kern="100">
                        <a:effectLst/>
                        <a:latin typeface="Aptos" panose="020B0004020202020204" pitchFamily="34" charset="0"/>
                        <a:ea typeface="Aptos" panose="020B0004020202020204" pitchFamily="34" charset="0"/>
                        <a:cs typeface="Arial" panose="020B0604020202020204" pitchFamily="34" charset="0"/>
                      </a:endParaRPr>
                    </a:p>
                  </a:txBody>
                  <a:tcPr marL="40943" marR="40943" marT="0" marB="0"/>
                </a:tc>
                <a:tc>
                  <a:txBody>
                    <a:bodyPr/>
                    <a:lstStyle/>
                    <a:p>
                      <a:pPr algn="ctr" rtl="1">
                        <a:lnSpc>
                          <a:spcPct val="107000"/>
                        </a:lnSpc>
                        <a:spcAft>
                          <a:spcPts val="800"/>
                        </a:spcAft>
                        <a:buNone/>
                      </a:pPr>
                      <a:r>
                        <a:rPr lang="ar-SA" sz="1100" b="1" kern="100">
                          <a:effectLst/>
                        </a:rPr>
                        <a:t> </a:t>
                      </a:r>
                      <a:endParaRPr lang="en-US" sz="1100" b="1" kern="100">
                        <a:effectLst/>
                        <a:latin typeface="Aptos" panose="020B0004020202020204" pitchFamily="34" charset="0"/>
                        <a:ea typeface="Aptos" panose="020B0004020202020204" pitchFamily="34" charset="0"/>
                        <a:cs typeface="Arial" panose="020B0604020202020204" pitchFamily="34" charset="0"/>
                      </a:endParaRPr>
                    </a:p>
                  </a:txBody>
                  <a:tcPr marL="40943" marR="40943" marT="0" marB="0"/>
                </a:tc>
                <a:tc>
                  <a:txBody>
                    <a:bodyPr/>
                    <a:lstStyle/>
                    <a:p>
                      <a:pPr algn="ctr" rtl="1">
                        <a:lnSpc>
                          <a:spcPct val="107000"/>
                        </a:lnSpc>
                        <a:spcAft>
                          <a:spcPts val="800"/>
                        </a:spcAft>
                        <a:buNone/>
                      </a:pPr>
                      <a:r>
                        <a:rPr lang="ar-SA" sz="1100" b="1" kern="100">
                          <a:effectLst/>
                        </a:rPr>
                        <a:t> </a:t>
                      </a:r>
                      <a:endParaRPr lang="en-US" sz="1100" b="1" kern="100">
                        <a:effectLst/>
                        <a:latin typeface="Aptos" panose="020B0004020202020204" pitchFamily="34" charset="0"/>
                        <a:ea typeface="Aptos" panose="020B0004020202020204" pitchFamily="34" charset="0"/>
                        <a:cs typeface="Arial" panose="020B0604020202020204" pitchFamily="34" charset="0"/>
                      </a:endParaRPr>
                    </a:p>
                  </a:txBody>
                  <a:tcPr marL="40943" marR="40943" marT="0" marB="0"/>
                </a:tc>
                <a:extLst>
                  <a:ext uri="{0D108BD9-81ED-4DB2-BD59-A6C34878D82A}">
                    <a16:rowId xmlns:a16="http://schemas.microsoft.com/office/drawing/2014/main" val="3664887240"/>
                  </a:ext>
                </a:extLst>
              </a:tr>
              <a:tr h="267078">
                <a:tc>
                  <a:txBody>
                    <a:bodyPr/>
                    <a:lstStyle/>
                    <a:p>
                      <a:pPr marL="0" lvl="0" indent="0" algn="r" rtl="1">
                        <a:lnSpc>
                          <a:spcPct val="107000"/>
                        </a:lnSpc>
                        <a:spcAft>
                          <a:spcPts val="800"/>
                        </a:spcAft>
                        <a:buFont typeface="+mj-lt"/>
                        <a:buNone/>
                      </a:pPr>
                      <a:r>
                        <a:rPr lang="ar-SA" sz="1100" b="1" kern="100" dirty="0">
                          <a:effectLst/>
                        </a:rPr>
                        <a:t>أوظف استراتيجيات تدريس جديدة ومبتكرة داعمة لمهارات التفكير  العليا وحل المشكلات .</a:t>
                      </a:r>
                      <a:endParaRPr lang="en-US" sz="1100" b="1" kern="100" dirty="0">
                        <a:effectLst/>
                        <a:latin typeface="Aptos" panose="020B0004020202020204" pitchFamily="34" charset="0"/>
                        <a:ea typeface="Aptos" panose="020B0004020202020204" pitchFamily="34" charset="0"/>
                        <a:cs typeface="Times New Roman" panose="02020603050405020304" pitchFamily="18" charset="0"/>
                      </a:endParaRPr>
                    </a:p>
                  </a:txBody>
                  <a:tcPr marL="40943" marR="40943" marT="0" marB="0"/>
                </a:tc>
                <a:tc>
                  <a:txBody>
                    <a:bodyPr/>
                    <a:lstStyle/>
                    <a:p>
                      <a:pPr algn="ctr" rtl="1">
                        <a:lnSpc>
                          <a:spcPct val="107000"/>
                        </a:lnSpc>
                        <a:spcAft>
                          <a:spcPts val="800"/>
                        </a:spcAft>
                        <a:buNone/>
                      </a:pPr>
                      <a:r>
                        <a:rPr lang="ar-SA" sz="1100" b="1" kern="100">
                          <a:effectLst/>
                        </a:rPr>
                        <a:t> </a:t>
                      </a:r>
                      <a:endParaRPr lang="en-US" sz="1100" b="1" kern="100">
                        <a:effectLst/>
                        <a:latin typeface="Aptos" panose="020B0004020202020204" pitchFamily="34" charset="0"/>
                        <a:ea typeface="Aptos" panose="020B0004020202020204" pitchFamily="34" charset="0"/>
                        <a:cs typeface="Arial" panose="020B0604020202020204" pitchFamily="34" charset="0"/>
                      </a:endParaRPr>
                    </a:p>
                  </a:txBody>
                  <a:tcPr marL="40943" marR="40943" marT="0" marB="0"/>
                </a:tc>
                <a:tc>
                  <a:txBody>
                    <a:bodyPr/>
                    <a:lstStyle/>
                    <a:p>
                      <a:pPr algn="ctr" rtl="1">
                        <a:lnSpc>
                          <a:spcPct val="107000"/>
                        </a:lnSpc>
                        <a:spcAft>
                          <a:spcPts val="800"/>
                        </a:spcAft>
                        <a:buNone/>
                      </a:pPr>
                      <a:r>
                        <a:rPr lang="ar-SA" sz="1100" b="1" kern="100">
                          <a:effectLst/>
                        </a:rPr>
                        <a:t> </a:t>
                      </a:r>
                      <a:endParaRPr lang="en-US" sz="1100" b="1" kern="100">
                        <a:effectLst/>
                        <a:latin typeface="Aptos" panose="020B0004020202020204" pitchFamily="34" charset="0"/>
                        <a:ea typeface="Aptos" panose="020B0004020202020204" pitchFamily="34" charset="0"/>
                        <a:cs typeface="Arial" panose="020B0604020202020204" pitchFamily="34" charset="0"/>
                      </a:endParaRPr>
                    </a:p>
                  </a:txBody>
                  <a:tcPr marL="40943" marR="40943" marT="0" marB="0"/>
                </a:tc>
                <a:tc>
                  <a:txBody>
                    <a:bodyPr/>
                    <a:lstStyle/>
                    <a:p>
                      <a:pPr algn="ctr" rtl="1">
                        <a:lnSpc>
                          <a:spcPct val="107000"/>
                        </a:lnSpc>
                        <a:spcAft>
                          <a:spcPts val="800"/>
                        </a:spcAft>
                        <a:buNone/>
                      </a:pPr>
                      <a:r>
                        <a:rPr lang="ar-SA" sz="1100" b="1" kern="100">
                          <a:effectLst/>
                        </a:rPr>
                        <a:t> </a:t>
                      </a:r>
                      <a:endParaRPr lang="en-US" sz="1100" b="1" kern="100">
                        <a:effectLst/>
                        <a:latin typeface="Aptos" panose="020B0004020202020204" pitchFamily="34" charset="0"/>
                        <a:ea typeface="Aptos" panose="020B0004020202020204" pitchFamily="34" charset="0"/>
                        <a:cs typeface="Arial" panose="020B0604020202020204" pitchFamily="34" charset="0"/>
                      </a:endParaRPr>
                    </a:p>
                  </a:txBody>
                  <a:tcPr marL="40943" marR="40943" marT="0" marB="0"/>
                </a:tc>
                <a:extLst>
                  <a:ext uri="{0D108BD9-81ED-4DB2-BD59-A6C34878D82A}">
                    <a16:rowId xmlns:a16="http://schemas.microsoft.com/office/drawing/2014/main" val="2654818940"/>
                  </a:ext>
                </a:extLst>
              </a:tr>
              <a:tr h="267078">
                <a:tc>
                  <a:txBody>
                    <a:bodyPr/>
                    <a:lstStyle/>
                    <a:p>
                      <a:pPr marL="0" lvl="0" indent="0" algn="r" rtl="1">
                        <a:lnSpc>
                          <a:spcPct val="107000"/>
                        </a:lnSpc>
                        <a:spcAft>
                          <a:spcPts val="800"/>
                        </a:spcAft>
                        <a:buFont typeface="+mj-lt"/>
                        <a:buNone/>
                      </a:pPr>
                      <a:r>
                        <a:rPr lang="ar-SA" sz="1100" b="1" kern="100" dirty="0">
                          <a:effectLst/>
                        </a:rPr>
                        <a:t>أطوّر وأنوّع ممارساتي التدريسية بما يتلاءم مع طبيعة الدرس واحتياجات الطالبات، بما يسهم في تحسين نواتج التعلم</a:t>
                      </a:r>
                      <a:r>
                        <a:rPr lang="en-US" sz="1100" b="1" kern="100" dirty="0">
                          <a:effectLst/>
                        </a:rPr>
                        <a:t>.</a:t>
                      </a:r>
                      <a:endParaRPr lang="en-US" sz="1100" b="1" kern="100" dirty="0">
                        <a:effectLst/>
                        <a:latin typeface="Aptos" panose="020B0004020202020204" pitchFamily="34" charset="0"/>
                        <a:ea typeface="Aptos" panose="020B0004020202020204" pitchFamily="34" charset="0"/>
                        <a:cs typeface="Times New Roman" panose="02020603050405020304" pitchFamily="18" charset="0"/>
                      </a:endParaRPr>
                    </a:p>
                  </a:txBody>
                  <a:tcPr marL="40943" marR="40943" marT="0" marB="0"/>
                </a:tc>
                <a:tc>
                  <a:txBody>
                    <a:bodyPr/>
                    <a:lstStyle/>
                    <a:p>
                      <a:pPr algn="ctr" rtl="1">
                        <a:lnSpc>
                          <a:spcPct val="107000"/>
                        </a:lnSpc>
                        <a:spcAft>
                          <a:spcPts val="800"/>
                        </a:spcAft>
                        <a:buNone/>
                      </a:pPr>
                      <a:r>
                        <a:rPr lang="ar-SA" sz="1100" b="1" kern="100">
                          <a:effectLst/>
                        </a:rPr>
                        <a:t> </a:t>
                      </a:r>
                      <a:endParaRPr lang="en-US" sz="1100" b="1" kern="100">
                        <a:effectLst/>
                        <a:latin typeface="Aptos" panose="020B0004020202020204" pitchFamily="34" charset="0"/>
                        <a:ea typeface="Aptos" panose="020B0004020202020204" pitchFamily="34" charset="0"/>
                        <a:cs typeface="Arial" panose="020B0604020202020204" pitchFamily="34" charset="0"/>
                      </a:endParaRPr>
                    </a:p>
                  </a:txBody>
                  <a:tcPr marL="40943" marR="40943" marT="0" marB="0"/>
                </a:tc>
                <a:tc>
                  <a:txBody>
                    <a:bodyPr/>
                    <a:lstStyle/>
                    <a:p>
                      <a:pPr algn="ctr" rtl="1">
                        <a:lnSpc>
                          <a:spcPct val="107000"/>
                        </a:lnSpc>
                        <a:spcAft>
                          <a:spcPts val="800"/>
                        </a:spcAft>
                        <a:buNone/>
                      </a:pPr>
                      <a:r>
                        <a:rPr lang="ar-SA" sz="1100" b="1" kern="100">
                          <a:effectLst/>
                        </a:rPr>
                        <a:t> </a:t>
                      </a:r>
                      <a:endParaRPr lang="en-US" sz="1100" b="1" kern="100">
                        <a:effectLst/>
                        <a:latin typeface="Aptos" panose="020B0004020202020204" pitchFamily="34" charset="0"/>
                        <a:ea typeface="Aptos" panose="020B0004020202020204" pitchFamily="34" charset="0"/>
                        <a:cs typeface="Arial" panose="020B0604020202020204" pitchFamily="34" charset="0"/>
                      </a:endParaRPr>
                    </a:p>
                  </a:txBody>
                  <a:tcPr marL="40943" marR="40943" marT="0" marB="0"/>
                </a:tc>
                <a:tc>
                  <a:txBody>
                    <a:bodyPr/>
                    <a:lstStyle/>
                    <a:p>
                      <a:pPr algn="ctr" rtl="1">
                        <a:lnSpc>
                          <a:spcPct val="107000"/>
                        </a:lnSpc>
                        <a:spcAft>
                          <a:spcPts val="800"/>
                        </a:spcAft>
                        <a:buNone/>
                      </a:pPr>
                      <a:r>
                        <a:rPr lang="ar-SA" sz="1100" b="1" kern="100">
                          <a:effectLst/>
                        </a:rPr>
                        <a:t> </a:t>
                      </a:r>
                      <a:endParaRPr lang="en-US" sz="1100" b="1" kern="100">
                        <a:effectLst/>
                        <a:latin typeface="Aptos" panose="020B0004020202020204" pitchFamily="34" charset="0"/>
                        <a:ea typeface="Aptos" panose="020B0004020202020204" pitchFamily="34" charset="0"/>
                        <a:cs typeface="Arial" panose="020B0604020202020204" pitchFamily="34" charset="0"/>
                      </a:endParaRPr>
                    </a:p>
                  </a:txBody>
                  <a:tcPr marL="40943" marR="40943" marT="0" marB="0"/>
                </a:tc>
                <a:extLst>
                  <a:ext uri="{0D108BD9-81ED-4DB2-BD59-A6C34878D82A}">
                    <a16:rowId xmlns:a16="http://schemas.microsoft.com/office/drawing/2014/main" val="2626001612"/>
                  </a:ext>
                </a:extLst>
              </a:tr>
              <a:tr h="130616">
                <a:tc>
                  <a:txBody>
                    <a:bodyPr/>
                    <a:lstStyle/>
                    <a:p>
                      <a:pPr marL="0" lvl="0" indent="0" algn="r" rtl="1">
                        <a:lnSpc>
                          <a:spcPct val="107000"/>
                        </a:lnSpc>
                        <a:spcAft>
                          <a:spcPts val="800"/>
                        </a:spcAft>
                        <a:buFont typeface="+mj-lt"/>
                        <a:buNone/>
                      </a:pPr>
                      <a:r>
                        <a:rPr lang="ar-SA" sz="1100" b="1" kern="100" dirty="0">
                          <a:effectLst/>
                        </a:rPr>
                        <a:t>استخدم أساليب تقويم متنوعة .</a:t>
                      </a:r>
                      <a:endParaRPr lang="en-US" sz="1100" b="1" kern="100" dirty="0">
                        <a:effectLst/>
                        <a:latin typeface="Aptos" panose="020B0004020202020204" pitchFamily="34" charset="0"/>
                        <a:ea typeface="Aptos" panose="020B0004020202020204" pitchFamily="34" charset="0"/>
                        <a:cs typeface="Times New Roman" panose="02020603050405020304" pitchFamily="18" charset="0"/>
                      </a:endParaRPr>
                    </a:p>
                  </a:txBody>
                  <a:tcPr marL="40943" marR="40943" marT="0" marB="0"/>
                </a:tc>
                <a:tc>
                  <a:txBody>
                    <a:bodyPr/>
                    <a:lstStyle/>
                    <a:p>
                      <a:pPr algn="ctr" rtl="1">
                        <a:lnSpc>
                          <a:spcPct val="107000"/>
                        </a:lnSpc>
                        <a:spcAft>
                          <a:spcPts val="800"/>
                        </a:spcAft>
                        <a:buNone/>
                      </a:pPr>
                      <a:r>
                        <a:rPr lang="ar-SA" sz="1100" b="1" kern="100">
                          <a:effectLst/>
                        </a:rPr>
                        <a:t> </a:t>
                      </a:r>
                      <a:endParaRPr lang="en-US" sz="1100" b="1" kern="100">
                        <a:effectLst/>
                        <a:latin typeface="Aptos" panose="020B0004020202020204" pitchFamily="34" charset="0"/>
                        <a:ea typeface="Aptos" panose="020B0004020202020204" pitchFamily="34" charset="0"/>
                        <a:cs typeface="Arial" panose="020B0604020202020204" pitchFamily="34" charset="0"/>
                      </a:endParaRPr>
                    </a:p>
                  </a:txBody>
                  <a:tcPr marL="40943" marR="40943" marT="0" marB="0"/>
                </a:tc>
                <a:tc>
                  <a:txBody>
                    <a:bodyPr/>
                    <a:lstStyle/>
                    <a:p>
                      <a:pPr algn="ctr" rtl="1">
                        <a:lnSpc>
                          <a:spcPct val="107000"/>
                        </a:lnSpc>
                        <a:spcAft>
                          <a:spcPts val="800"/>
                        </a:spcAft>
                        <a:buNone/>
                      </a:pPr>
                      <a:r>
                        <a:rPr lang="ar-SA" sz="1100" b="1" kern="100">
                          <a:effectLst/>
                        </a:rPr>
                        <a:t> </a:t>
                      </a:r>
                      <a:endParaRPr lang="en-US" sz="1100" b="1" kern="100">
                        <a:effectLst/>
                        <a:latin typeface="Aptos" panose="020B0004020202020204" pitchFamily="34" charset="0"/>
                        <a:ea typeface="Aptos" panose="020B0004020202020204" pitchFamily="34" charset="0"/>
                        <a:cs typeface="Arial" panose="020B0604020202020204" pitchFamily="34" charset="0"/>
                      </a:endParaRPr>
                    </a:p>
                  </a:txBody>
                  <a:tcPr marL="40943" marR="40943" marT="0" marB="0"/>
                </a:tc>
                <a:tc>
                  <a:txBody>
                    <a:bodyPr/>
                    <a:lstStyle/>
                    <a:p>
                      <a:pPr algn="ctr" rtl="1">
                        <a:lnSpc>
                          <a:spcPct val="107000"/>
                        </a:lnSpc>
                        <a:spcAft>
                          <a:spcPts val="800"/>
                        </a:spcAft>
                        <a:buNone/>
                      </a:pPr>
                      <a:r>
                        <a:rPr lang="ar-SA" sz="1100" b="1" kern="100">
                          <a:effectLst/>
                        </a:rPr>
                        <a:t> </a:t>
                      </a:r>
                      <a:endParaRPr lang="en-US" sz="1100" b="1" kern="100">
                        <a:effectLst/>
                        <a:latin typeface="Aptos" panose="020B0004020202020204" pitchFamily="34" charset="0"/>
                        <a:ea typeface="Aptos" panose="020B0004020202020204" pitchFamily="34" charset="0"/>
                        <a:cs typeface="Arial" panose="020B0604020202020204" pitchFamily="34" charset="0"/>
                      </a:endParaRPr>
                    </a:p>
                  </a:txBody>
                  <a:tcPr marL="40943" marR="40943" marT="0" marB="0"/>
                </a:tc>
                <a:extLst>
                  <a:ext uri="{0D108BD9-81ED-4DB2-BD59-A6C34878D82A}">
                    <a16:rowId xmlns:a16="http://schemas.microsoft.com/office/drawing/2014/main" val="669182492"/>
                  </a:ext>
                </a:extLst>
              </a:tr>
              <a:tr h="130616">
                <a:tc>
                  <a:txBody>
                    <a:bodyPr/>
                    <a:lstStyle/>
                    <a:p>
                      <a:pPr marL="0" lvl="0" indent="0" algn="r" rtl="1">
                        <a:lnSpc>
                          <a:spcPct val="107000"/>
                        </a:lnSpc>
                        <a:spcAft>
                          <a:spcPts val="800"/>
                        </a:spcAft>
                        <a:buFont typeface="+mj-lt"/>
                        <a:buNone/>
                      </a:pPr>
                      <a:r>
                        <a:rPr lang="ar-SA" sz="1100" b="1" kern="100" dirty="0">
                          <a:effectLst/>
                        </a:rPr>
                        <a:t>أراعي الفروق الفردية بين المتعلمين أثناء التدريس.</a:t>
                      </a:r>
                      <a:endParaRPr lang="en-US" sz="1100" b="1" kern="100" dirty="0">
                        <a:effectLst/>
                        <a:latin typeface="Aptos" panose="020B0004020202020204" pitchFamily="34" charset="0"/>
                        <a:ea typeface="Aptos" panose="020B0004020202020204" pitchFamily="34" charset="0"/>
                        <a:cs typeface="Times New Roman" panose="02020603050405020304" pitchFamily="18" charset="0"/>
                      </a:endParaRPr>
                    </a:p>
                  </a:txBody>
                  <a:tcPr marL="40943" marR="40943" marT="0" marB="0"/>
                </a:tc>
                <a:tc>
                  <a:txBody>
                    <a:bodyPr/>
                    <a:lstStyle/>
                    <a:p>
                      <a:pPr algn="ctr" rtl="1">
                        <a:lnSpc>
                          <a:spcPct val="107000"/>
                        </a:lnSpc>
                        <a:spcAft>
                          <a:spcPts val="800"/>
                        </a:spcAft>
                        <a:buNone/>
                      </a:pPr>
                      <a:r>
                        <a:rPr lang="ar-SA" sz="1100" b="1" kern="100">
                          <a:effectLst/>
                        </a:rPr>
                        <a:t> </a:t>
                      </a:r>
                      <a:endParaRPr lang="en-US" sz="1100" b="1" kern="100">
                        <a:effectLst/>
                        <a:latin typeface="Aptos" panose="020B0004020202020204" pitchFamily="34" charset="0"/>
                        <a:ea typeface="Aptos" panose="020B0004020202020204" pitchFamily="34" charset="0"/>
                        <a:cs typeface="Arial" panose="020B0604020202020204" pitchFamily="34" charset="0"/>
                      </a:endParaRPr>
                    </a:p>
                  </a:txBody>
                  <a:tcPr marL="40943" marR="40943" marT="0" marB="0"/>
                </a:tc>
                <a:tc>
                  <a:txBody>
                    <a:bodyPr/>
                    <a:lstStyle/>
                    <a:p>
                      <a:pPr algn="ctr" rtl="1">
                        <a:lnSpc>
                          <a:spcPct val="107000"/>
                        </a:lnSpc>
                        <a:spcAft>
                          <a:spcPts val="800"/>
                        </a:spcAft>
                        <a:buNone/>
                      </a:pPr>
                      <a:r>
                        <a:rPr lang="ar-SA" sz="1100" b="1" kern="100">
                          <a:effectLst/>
                        </a:rPr>
                        <a:t> </a:t>
                      </a:r>
                      <a:endParaRPr lang="en-US" sz="1100" b="1" kern="100">
                        <a:effectLst/>
                        <a:latin typeface="Aptos" panose="020B0004020202020204" pitchFamily="34" charset="0"/>
                        <a:ea typeface="Aptos" panose="020B0004020202020204" pitchFamily="34" charset="0"/>
                        <a:cs typeface="Arial" panose="020B0604020202020204" pitchFamily="34" charset="0"/>
                      </a:endParaRPr>
                    </a:p>
                  </a:txBody>
                  <a:tcPr marL="40943" marR="40943" marT="0" marB="0"/>
                </a:tc>
                <a:tc>
                  <a:txBody>
                    <a:bodyPr/>
                    <a:lstStyle/>
                    <a:p>
                      <a:pPr algn="ctr" rtl="1">
                        <a:lnSpc>
                          <a:spcPct val="107000"/>
                        </a:lnSpc>
                        <a:spcAft>
                          <a:spcPts val="800"/>
                        </a:spcAft>
                        <a:buNone/>
                      </a:pPr>
                      <a:r>
                        <a:rPr lang="ar-SA" sz="1100" b="1" kern="100">
                          <a:effectLst/>
                        </a:rPr>
                        <a:t> </a:t>
                      </a:r>
                      <a:endParaRPr lang="en-US" sz="1100" b="1" kern="100">
                        <a:effectLst/>
                        <a:latin typeface="Aptos" panose="020B0004020202020204" pitchFamily="34" charset="0"/>
                        <a:ea typeface="Aptos" panose="020B0004020202020204" pitchFamily="34" charset="0"/>
                        <a:cs typeface="Arial" panose="020B0604020202020204" pitchFamily="34" charset="0"/>
                      </a:endParaRPr>
                    </a:p>
                  </a:txBody>
                  <a:tcPr marL="40943" marR="40943" marT="0" marB="0"/>
                </a:tc>
                <a:extLst>
                  <a:ext uri="{0D108BD9-81ED-4DB2-BD59-A6C34878D82A}">
                    <a16:rowId xmlns:a16="http://schemas.microsoft.com/office/drawing/2014/main" val="3170450763"/>
                  </a:ext>
                </a:extLst>
              </a:tr>
              <a:tr h="267078">
                <a:tc>
                  <a:txBody>
                    <a:bodyPr/>
                    <a:lstStyle/>
                    <a:p>
                      <a:pPr marL="0" lvl="0" indent="0" algn="r" rtl="1">
                        <a:lnSpc>
                          <a:spcPct val="107000"/>
                        </a:lnSpc>
                        <a:spcAft>
                          <a:spcPts val="800"/>
                        </a:spcAft>
                        <a:buFont typeface="+mj-lt"/>
                        <a:buNone/>
                      </a:pPr>
                      <a:r>
                        <a:rPr lang="ar-SA" sz="1100" b="1" kern="100" dirty="0">
                          <a:effectLst/>
                        </a:rPr>
                        <a:t>أحرص على تشجيع الطالبات على التفاعل الإيجابي والمشاركة الفاعلة داخل الصف.</a:t>
                      </a:r>
                      <a:endParaRPr lang="en-US" sz="1100" b="1" kern="100" dirty="0">
                        <a:effectLst/>
                        <a:latin typeface="Aptos" panose="020B0004020202020204" pitchFamily="34" charset="0"/>
                        <a:ea typeface="Aptos" panose="020B0004020202020204" pitchFamily="34" charset="0"/>
                        <a:cs typeface="Times New Roman" panose="02020603050405020304" pitchFamily="18" charset="0"/>
                      </a:endParaRPr>
                    </a:p>
                  </a:txBody>
                  <a:tcPr marL="40943" marR="40943" marT="0" marB="0"/>
                </a:tc>
                <a:tc>
                  <a:txBody>
                    <a:bodyPr/>
                    <a:lstStyle/>
                    <a:p>
                      <a:pPr algn="ctr" rtl="1">
                        <a:lnSpc>
                          <a:spcPct val="107000"/>
                        </a:lnSpc>
                        <a:spcAft>
                          <a:spcPts val="800"/>
                        </a:spcAft>
                        <a:buNone/>
                      </a:pPr>
                      <a:r>
                        <a:rPr lang="ar-SA" sz="1100" b="1" kern="100">
                          <a:effectLst/>
                        </a:rPr>
                        <a:t> </a:t>
                      </a:r>
                      <a:endParaRPr lang="en-US" sz="1100" b="1" kern="100">
                        <a:effectLst/>
                        <a:latin typeface="Aptos" panose="020B0004020202020204" pitchFamily="34" charset="0"/>
                        <a:ea typeface="Aptos" panose="020B0004020202020204" pitchFamily="34" charset="0"/>
                        <a:cs typeface="Arial" panose="020B0604020202020204" pitchFamily="34" charset="0"/>
                      </a:endParaRPr>
                    </a:p>
                  </a:txBody>
                  <a:tcPr marL="40943" marR="40943" marT="0" marB="0"/>
                </a:tc>
                <a:tc>
                  <a:txBody>
                    <a:bodyPr/>
                    <a:lstStyle/>
                    <a:p>
                      <a:pPr algn="ctr" rtl="1">
                        <a:lnSpc>
                          <a:spcPct val="107000"/>
                        </a:lnSpc>
                        <a:spcAft>
                          <a:spcPts val="800"/>
                        </a:spcAft>
                        <a:buNone/>
                      </a:pPr>
                      <a:r>
                        <a:rPr lang="ar-SA" sz="1100" b="1" kern="100">
                          <a:effectLst/>
                        </a:rPr>
                        <a:t> </a:t>
                      </a:r>
                      <a:endParaRPr lang="en-US" sz="1100" b="1" kern="100">
                        <a:effectLst/>
                        <a:latin typeface="Aptos" panose="020B0004020202020204" pitchFamily="34" charset="0"/>
                        <a:ea typeface="Aptos" panose="020B0004020202020204" pitchFamily="34" charset="0"/>
                        <a:cs typeface="Arial" panose="020B0604020202020204" pitchFamily="34" charset="0"/>
                      </a:endParaRPr>
                    </a:p>
                  </a:txBody>
                  <a:tcPr marL="40943" marR="40943" marT="0" marB="0"/>
                </a:tc>
                <a:tc>
                  <a:txBody>
                    <a:bodyPr/>
                    <a:lstStyle/>
                    <a:p>
                      <a:pPr algn="ctr" rtl="1">
                        <a:lnSpc>
                          <a:spcPct val="107000"/>
                        </a:lnSpc>
                        <a:spcAft>
                          <a:spcPts val="800"/>
                        </a:spcAft>
                        <a:buNone/>
                      </a:pPr>
                      <a:r>
                        <a:rPr lang="ar-SA" sz="1100" b="1" kern="100">
                          <a:effectLst/>
                        </a:rPr>
                        <a:t> </a:t>
                      </a:r>
                      <a:endParaRPr lang="en-US" sz="1100" b="1" kern="100">
                        <a:effectLst/>
                        <a:latin typeface="Aptos" panose="020B0004020202020204" pitchFamily="34" charset="0"/>
                        <a:ea typeface="Aptos" panose="020B0004020202020204" pitchFamily="34" charset="0"/>
                        <a:cs typeface="Arial" panose="020B0604020202020204" pitchFamily="34" charset="0"/>
                      </a:endParaRPr>
                    </a:p>
                  </a:txBody>
                  <a:tcPr marL="40943" marR="40943" marT="0" marB="0"/>
                </a:tc>
                <a:extLst>
                  <a:ext uri="{0D108BD9-81ED-4DB2-BD59-A6C34878D82A}">
                    <a16:rowId xmlns:a16="http://schemas.microsoft.com/office/drawing/2014/main" val="3536700028"/>
                  </a:ext>
                </a:extLst>
              </a:tr>
              <a:tr h="267078">
                <a:tc>
                  <a:txBody>
                    <a:bodyPr/>
                    <a:lstStyle/>
                    <a:p>
                      <a:pPr marL="0" lvl="0" indent="0" algn="r" rtl="1">
                        <a:lnSpc>
                          <a:spcPct val="107000"/>
                        </a:lnSpc>
                        <a:spcAft>
                          <a:spcPts val="800"/>
                        </a:spcAft>
                        <a:buFont typeface="+mj-lt"/>
                        <a:buNone/>
                      </a:pPr>
                      <a:r>
                        <a:rPr lang="ar-SA" sz="1100" b="1" kern="100" dirty="0">
                          <a:effectLst/>
                        </a:rPr>
                        <a:t>أُشرك الطالبات في تقويم تعلمهن من خلال أساليب متنوعة تنمي مهارات التأمل الذاتي لديهن وتحسن </a:t>
                      </a:r>
                      <a:r>
                        <a:rPr lang="ar-SA" sz="1100" b="1" kern="100" dirty="0" err="1">
                          <a:effectLst/>
                        </a:rPr>
                        <a:t>الآداء</a:t>
                      </a:r>
                      <a:r>
                        <a:rPr lang="ar-SA" sz="1100" b="1" kern="100" dirty="0">
                          <a:effectLst/>
                        </a:rPr>
                        <a:t> .</a:t>
                      </a:r>
                      <a:endParaRPr lang="en-US" sz="1100" b="1" kern="100" dirty="0">
                        <a:effectLst/>
                        <a:latin typeface="Aptos" panose="020B0004020202020204" pitchFamily="34" charset="0"/>
                        <a:ea typeface="Aptos" panose="020B0004020202020204" pitchFamily="34" charset="0"/>
                        <a:cs typeface="Times New Roman" panose="02020603050405020304" pitchFamily="18" charset="0"/>
                      </a:endParaRPr>
                    </a:p>
                  </a:txBody>
                  <a:tcPr marL="40943" marR="40943" marT="0" marB="0"/>
                </a:tc>
                <a:tc>
                  <a:txBody>
                    <a:bodyPr/>
                    <a:lstStyle/>
                    <a:p>
                      <a:pPr algn="ctr" rtl="1">
                        <a:lnSpc>
                          <a:spcPct val="107000"/>
                        </a:lnSpc>
                        <a:spcAft>
                          <a:spcPts val="800"/>
                        </a:spcAft>
                        <a:buNone/>
                      </a:pPr>
                      <a:r>
                        <a:rPr lang="ar-SA" sz="1100" b="1" kern="100">
                          <a:effectLst/>
                        </a:rPr>
                        <a:t> </a:t>
                      </a:r>
                      <a:endParaRPr lang="en-US" sz="1100" b="1" kern="100">
                        <a:effectLst/>
                        <a:latin typeface="Aptos" panose="020B0004020202020204" pitchFamily="34" charset="0"/>
                        <a:ea typeface="Aptos" panose="020B0004020202020204" pitchFamily="34" charset="0"/>
                        <a:cs typeface="Arial" panose="020B0604020202020204" pitchFamily="34" charset="0"/>
                      </a:endParaRPr>
                    </a:p>
                  </a:txBody>
                  <a:tcPr marL="40943" marR="40943" marT="0" marB="0"/>
                </a:tc>
                <a:tc>
                  <a:txBody>
                    <a:bodyPr/>
                    <a:lstStyle/>
                    <a:p>
                      <a:pPr algn="ctr" rtl="1">
                        <a:lnSpc>
                          <a:spcPct val="107000"/>
                        </a:lnSpc>
                        <a:spcAft>
                          <a:spcPts val="800"/>
                        </a:spcAft>
                        <a:buNone/>
                      </a:pPr>
                      <a:r>
                        <a:rPr lang="ar-SA" sz="1100" b="1" kern="100">
                          <a:effectLst/>
                        </a:rPr>
                        <a:t> </a:t>
                      </a:r>
                      <a:endParaRPr lang="en-US" sz="1100" b="1" kern="100">
                        <a:effectLst/>
                        <a:latin typeface="Aptos" panose="020B0004020202020204" pitchFamily="34" charset="0"/>
                        <a:ea typeface="Aptos" panose="020B0004020202020204" pitchFamily="34" charset="0"/>
                        <a:cs typeface="Arial" panose="020B0604020202020204" pitchFamily="34" charset="0"/>
                      </a:endParaRPr>
                    </a:p>
                  </a:txBody>
                  <a:tcPr marL="40943" marR="40943" marT="0" marB="0"/>
                </a:tc>
                <a:tc>
                  <a:txBody>
                    <a:bodyPr/>
                    <a:lstStyle/>
                    <a:p>
                      <a:pPr algn="ctr" rtl="1">
                        <a:lnSpc>
                          <a:spcPct val="107000"/>
                        </a:lnSpc>
                        <a:spcAft>
                          <a:spcPts val="800"/>
                        </a:spcAft>
                        <a:buNone/>
                      </a:pPr>
                      <a:r>
                        <a:rPr lang="ar-SA" sz="1100" b="1" kern="100">
                          <a:effectLst/>
                        </a:rPr>
                        <a:t> </a:t>
                      </a:r>
                      <a:endParaRPr lang="en-US" sz="1100" b="1" kern="100">
                        <a:effectLst/>
                        <a:latin typeface="Aptos" panose="020B0004020202020204" pitchFamily="34" charset="0"/>
                        <a:ea typeface="Aptos" panose="020B0004020202020204" pitchFamily="34" charset="0"/>
                        <a:cs typeface="Arial" panose="020B0604020202020204" pitchFamily="34" charset="0"/>
                      </a:endParaRPr>
                    </a:p>
                  </a:txBody>
                  <a:tcPr marL="40943" marR="40943" marT="0" marB="0"/>
                </a:tc>
                <a:extLst>
                  <a:ext uri="{0D108BD9-81ED-4DB2-BD59-A6C34878D82A}">
                    <a16:rowId xmlns:a16="http://schemas.microsoft.com/office/drawing/2014/main" val="2971475007"/>
                  </a:ext>
                </a:extLst>
              </a:tr>
              <a:tr h="130616">
                <a:tc>
                  <a:txBody>
                    <a:bodyPr/>
                    <a:lstStyle/>
                    <a:p>
                      <a:pPr marL="0" lvl="0" indent="0" algn="r" rtl="1">
                        <a:lnSpc>
                          <a:spcPct val="107000"/>
                        </a:lnSpc>
                        <a:spcAft>
                          <a:spcPts val="800"/>
                        </a:spcAft>
                        <a:buFont typeface="+mj-lt"/>
                        <a:buNone/>
                      </a:pPr>
                      <a:r>
                        <a:rPr lang="ar-SA" sz="1100" b="1" kern="100">
                          <a:effectLst/>
                        </a:rPr>
                        <a:t>أحلل النتائج واستثمرها في تحسين الأداء التعليمي.</a:t>
                      </a:r>
                      <a:endParaRPr lang="en-US" sz="1100" b="1" kern="100">
                        <a:effectLst/>
                        <a:latin typeface="Aptos" panose="020B0004020202020204" pitchFamily="34" charset="0"/>
                        <a:ea typeface="Aptos" panose="020B0004020202020204" pitchFamily="34" charset="0"/>
                        <a:cs typeface="Times New Roman" panose="02020603050405020304" pitchFamily="18" charset="0"/>
                      </a:endParaRPr>
                    </a:p>
                  </a:txBody>
                  <a:tcPr marL="40943" marR="40943" marT="0" marB="0"/>
                </a:tc>
                <a:tc>
                  <a:txBody>
                    <a:bodyPr/>
                    <a:lstStyle/>
                    <a:p>
                      <a:pPr algn="ctr" rtl="1">
                        <a:lnSpc>
                          <a:spcPct val="107000"/>
                        </a:lnSpc>
                        <a:spcAft>
                          <a:spcPts val="800"/>
                        </a:spcAft>
                        <a:buNone/>
                      </a:pPr>
                      <a:r>
                        <a:rPr lang="ar-SA" sz="1100" b="1" kern="100">
                          <a:effectLst/>
                        </a:rPr>
                        <a:t> </a:t>
                      </a:r>
                      <a:endParaRPr lang="en-US" sz="1100" b="1" kern="100">
                        <a:effectLst/>
                        <a:latin typeface="Aptos" panose="020B0004020202020204" pitchFamily="34" charset="0"/>
                        <a:ea typeface="Aptos" panose="020B0004020202020204" pitchFamily="34" charset="0"/>
                        <a:cs typeface="Arial" panose="020B0604020202020204" pitchFamily="34" charset="0"/>
                      </a:endParaRPr>
                    </a:p>
                  </a:txBody>
                  <a:tcPr marL="40943" marR="40943" marT="0" marB="0"/>
                </a:tc>
                <a:tc>
                  <a:txBody>
                    <a:bodyPr/>
                    <a:lstStyle/>
                    <a:p>
                      <a:pPr algn="ctr" rtl="1">
                        <a:lnSpc>
                          <a:spcPct val="107000"/>
                        </a:lnSpc>
                        <a:spcAft>
                          <a:spcPts val="800"/>
                        </a:spcAft>
                        <a:buNone/>
                      </a:pPr>
                      <a:r>
                        <a:rPr lang="ar-SA" sz="1100" b="1" kern="100">
                          <a:effectLst/>
                        </a:rPr>
                        <a:t> </a:t>
                      </a:r>
                      <a:endParaRPr lang="en-US" sz="1100" b="1" kern="100">
                        <a:effectLst/>
                        <a:latin typeface="Aptos" panose="020B0004020202020204" pitchFamily="34" charset="0"/>
                        <a:ea typeface="Aptos" panose="020B0004020202020204" pitchFamily="34" charset="0"/>
                        <a:cs typeface="Arial" panose="020B0604020202020204" pitchFamily="34" charset="0"/>
                      </a:endParaRPr>
                    </a:p>
                  </a:txBody>
                  <a:tcPr marL="40943" marR="40943" marT="0" marB="0"/>
                </a:tc>
                <a:tc>
                  <a:txBody>
                    <a:bodyPr/>
                    <a:lstStyle/>
                    <a:p>
                      <a:pPr algn="ctr" rtl="1">
                        <a:lnSpc>
                          <a:spcPct val="107000"/>
                        </a:lnSpc>
                        <a:spcAft>
                          <a:spcPts val="800"/>
                        </a:spcAft>
                        <a:buNone/>
                      </a:pPr>
                      <a:r>
                        <a:rPr lang="ar-SA" sz="1100" b="1" kern="100">
                          <a:effectLst/>
                        </a:rPr>
                        <a:t> </a:t>
                      </a:r>
                      <a:endParaRPr lang="en-US" sz="1100" b="1" kern="100">
                        <a:effectLst/>
                        <a:latin typeface="Aptos" panose="020B0004020202020204" pitchFamily="34" charset="0"/>
                        <a:ea typeface="Aptos" panose="020B0004020202020204" pitchFamily="34" charset="0"/>
                        <a:cs typeface="Arial" panose="020B0604020202020204" pitchFamily="34" charset="0"/>
                      </a:endParaRPr>
                    </a:p>
                  </a:txBody>
                  <a:tcPr marL="40943" marR="40943" marT="0" marB="0"/>
                </a:tc>
                <a:extLst>
                  <a:ext uri="{0D108BD9-81ED-4DB2-BD59-A6C34878D82A}">
                    <a16:rowId xmlns:a16="http://schemas.microsoft.com/office/drawing/2014/main" val="2609099782"/>
                  </a:ext>
                </a:extLst>
              </a:tr>
              <a:tr h="267078">
                <a:tc>
                  <a:txBody>
                    <a:bodyPr/>
                    <a:lstStyle/>
                    <a:p>
                      <a:pPr marL="0" lvl="0" indent="0" algn="r" rtl="1">
                        <a:lnSpc>
                          <a:spcPct val="107000"/>
                        </a:lnSpc>
                        <a:spcAft>
                          <a:spcPts val="800"/>
                        </a:spcAft>
                        <a:buFont typeface="+mj-lt"/>
                        <a:buNone/>
                      </a:pPr>
                      <a:r>
                        <a:rPr lang="ar-SA" sz="1100" b="1" kern="100" dirty="0">
                          <a:effectLst/>
                        </a:rPr>
                        <a:t>أُعدّ الخطط العلاجية والإثرائية وفق تصنيف الطالبات واحتياجاتهن التعليمية بما يسهم في رفع مستوى التحصيل .</a:t>
                      </a:r>
                      <a:endParaRPr lang="en-US" sz="1100" b="1" kern="100" dirty="0">
                        <a:effectLst/>
                        <a:latin typeface="Aptos" panose="020B0004020202020204" pitchFamily="34" charset="0"/>
                        <a:ea typeface="Aptos" panose="020B0004020202020204" pitchFamily="34" charset="0"/>
                        <a:cs typeface="Times New Roman" panose="02020603050405020304" pitchFamily="18" charset="0"/>
                      </a:endParaRPr>
                    </a:p>
                  </a:txBody>
                  <a:tcPr marL="40943" marR="40943" marT="0" marB="0"/>
                </a:tc>
                <a:tc>
                  <a:txBody>
                    <a:bodyPr/>
                    <a:lstStyle/>
                    <a:p>
                      <a:pPr algn="ctr" rtl="1">
                        <a:lnSpc>
                          <a:spcPct val="107000"/>
                        </a:lnSpc>
                        <a:spcAft>
                          <a:spcPts val="800"/>
                        </a:spcAft>
                        <a:buNone/>
                      </a:pPr>
                      <a:r>
                        <a:rPr lang="ar-SA" sz="1100" b="1" kern="100">
                          <a:effectLst/>
                        </a:rPr>
                        <a:t> </a:t>
                      </a:r>
                      <a:endParaRPr lang="en-US" sz="1100" b="1" kern="100">
                        <a:effectLst/>
                        <a:latin typeface="Aptos" panose="020B0004020202020204" pitchFamily="34" charset="0"/>
                        <a:ea typeface="Aptos" panose="020B0004020202020204" pitchFamily="34" charset="0"/>
                        <a:cs typeface="Arial" panose="020B0604020202020204" pitchFamily="34" charset="0"/>
                      </a:endParaRPr>
                    </a:p>
                  </a:txBody>
                  <a:tcPr marL="40943" marR="40943" marT="0" marB="0"/>
                </a:tc>
                <a:tc>
                  <a:txBody>
                    <a:bodyPr/>
                    <a:lstStyle/>
                    <a:p>
                      <a:pPr algn="ctr" rtl="1">
                        <a:lnSpc>
                          <a:spcPct val="107000"/>
                        </a:lnSpc>
                        <a:spcAft>
                          <a:spcPts val="800"/>
                        </a:spcAft>
                        <a:buNone/>
                      </a:pPr>
                      <a:r>
                        <a:rPr lang="ar-SA" sz="1100" b="1" kern="100">
                          <a:effectLst/>
                        </a:rPr>
                        <a:t> </a:t>
                      </a:r>
                      <a:endParaRPr lang="en-US" sz="1100" b="1" kern="100">
                        <a:effectLst/>
                        <a:latin typeface="Aptos" panose="020B0004020202020204" pitchFamily="34" charset="0"/>
                        <a:ea typeface="Aptos" panose="020B0004020202020204" pitchFamily="34" charset="0"/>
                        <a:cs typeface="Arial" panose="020B0604020202020204" pitchFamily="34" charset="0"/>
                      </a:endParaRPr>
                    </a:p>
                  </a:txBody>
                  <a:tcPr marL="40943" marR="40943" marT="0" marB="0"/>
                </a:tc>
                <a:tc>
                  <a:txBody>
                    <a:bodyPr/>
                    <a:lstStyle/>
                    <a:p>
                      <a:pPr algn="ctr" rtl="1">
                        <a:lnSpc>
                          <a:spcPct val="107000"/>
                        </a:lnSpc>
                        <a:spcAft>
                          <a:spcPts val="800"/>
                        </a:spcAft>
                        <a:buNone/>
                      </a:pPr>
                      <a:r>
                        <a:rPr lang="ar-SA" sz="1100" b="1" kern="100">
                          <a:effectLst/>
                        </a:rPr>
                        <a:t> </a:t>
                      </a:r>
                      <a:endParaRPr lang="en-US" sz="1100" b="1" kern="100">
                        <a:effectLst/>
                        <a:latin typeface="Aptos" panose="020B0004020202020204" pitchFamily="34" charset="0"/>
                        <a:ea typeface="Aptos" panose="020B0004020202020204" pitchFamily="34" charset="0"/>
                        <a:cs typeface="Arial" panose="020B0604020202020204" pitchFamily="34" charset="0"/>
                      </a:endParaRPr>
                    </a:p>
                  </a:txBody>
                  <a:tcPr marL="40943" marR="40943" marT="0" marB="0"/>
                </a:tc>
                <a:extLst>
                  <a:ext uri="{0D108BD9-81ED-4DB2-BD59-A6C34878D82A}">
                    <a16:rowId xmlns:a16="http://schemas.microsoft.com/office/drawing/2014/main" val="975827080"/>
                  </a:ext>
                </a:extLst>
              </a:tr>
              <a:tr h="267078">
                <a:tc>
                  <a:txBody>
                    <a:bodyPr/>
                    <a:lstStyle/>
                    <a:p>
                      <a:pPr marL="0" lvl="0" indent="0" algn="r" rtl="1">
                        <a:lnSpc>
                          <a:spcPct val="107000"/>
                        </a:lnSpc>
                        <a:spcAft>
                          <a:spcPts val="800"/>
                        </a:spcAft>
                        <a:buFont typeface="+mj-lt"/>
                        <a:buNone/>
                      </a:pPr>
                      <a:r>
                        <a:rPr lang="ar-SA" sz="1100" b="1" kern="100" dirty="0">
                          <a:effectLst/>
                        </a:rPr>
                        <a:t>أوظف التقنيات الحديثة في شرح الدروس بما يسهم في تبسيط المفاهيم وتعزيز فهم الطالبات</a:t>
                      </a:r>
                      <a:r>
                        <a:rPr lang="en-US" sz="1100" b="1" kern="100" dirty="0">
                          <a:effectLst/>
                        </a:rPr>
                        <a:t>.</a:t>
                      </a:r>
                      <a:endParaRPr lang="en-US" sz="1100" b="1" kern="100" dirty="0">
                        <a:effectLst/>
                        <a:latin typeface="Aptos" panose="020B0004020202020204" pitchFamily="34" charset="0"/>
                        <a:ea typeface="Aptos" panose="020B0004020202020204" pitchFamily="34" charset="0"/>
                        <a:cs typeface="Times New Roman" panose="02020603050405020304" pitchFamily="18" charset="0"/>
                      </a:endParaRPr>
                    </a:p>
                  </a:txBody>
                  <a:tcPr marL="40943" marR="40943" marT="0" marB="0"/>
                </a:tc>
                <a:tc>
                  <a:txBody>
                    <a:bodyPr/>
                    <a:lstStyle/>
                    <a:p>
                      <a:pPr algn="ctr" rtl="1">
                        <a:lnSpc>
                          <a:spcPct val="107000"/>
                        </a:lnSpc>
                        <a:spcAft>
                          <a:spcPts val="800"/>
                        </a:spcAft>
                        <a:buNone/>
                      </a:pPr>
                      <a:r>
                        <a:rPr lang="ar-SA" sz="1100" b="1" kern="100">
                          <a:effectLst/>
                        </a:rPr>
                        <a:t> </a:t>
                      </a:r>
                      <a:endParaRPr lang="en-US" sz="1100" b="1" kern="100">
                        <a:effectLst/>
                        <a:latin typeface="Aptos" panose="020B0004020202020204" pitchFamily="34" charset="0"/>
                        <a:ea typeface="Aptos" panose="020B0004020202020204" pitchFamily="34" charset="0"/>
                        <a:cs typeface="Arial" panose="020B0604020202020204" pitchFamily="34" charset="0"/>
                      </a:endParaRPr>
                    </a:p>
                  </a:txBody>
                  <a:tcPr marL="40943" marR="40943" marT="0" marB="0"/>
                </a:tc>
                <a:tc>
                  <a:txBody>
                    <a:bodyPr/>
                    <a:lstStyle/>
                    <a:p>
                      <a:pPr algn="ctr" rtl="1">
                        <a:lnSpc>
                          <a:spcPct val="107000"/>
                        </a:lnSpc>
                        <a:spcAft>
                          <a:spcPts val="800"/>
                        </a:spcAft>
                        <a:buNone/>
                      </a:pPr>
                      <a:r>
                        <a:rPr lang="ar-SA" sz="1100" b="1" kern="100">
                          <a:effectLst/>
                        </a:rPr>
                        <a:t> </a:t>
                      </a:r>
                      <a:endParaRPr lang="en-US" sz="1100" b="1" kern="100">
                        <a:effectLst/>
                        <a:latin typeface="Aptos" panose="020B0004020202020204" pitchFamily="34" charset="0"/>
                        <a:ea typeface="Aptos" panose="020B0004020202020204" pitchFamily="34" charset="0"/>
                        <a:cs typeface="Arial" panose="020B0604020202020204" pitchFamily="34" charset="0"/>
                      </a:endParaRPr>
                    </a:p>
                  </a:txBody>
                  <a:tcPr marL="40943" marR="40943" marT="0" marB="0"/>
                </a:tc>
                <a:tc>
                  <a:txBody>
                    <a:bodyPr/>
                    <a:lstStyle/>
                    <a:p>
                      <a:pPr algn="ctr" rtl="1">
                        <a:lnSpc>
                          <a:spcPct val="107000"/>
                        </a:lnSpc>
                        <a:spcAft>
                          <a:spcPts val="800"/>
                        </a:spcAft>
                        <a:buNone/>
                      </a:pPr>
                      <a:r>
                        <a:rPr lang="ar-SA" sz="1100" b="1" kern="100">
                          <a:effectLst/>
                        </a:rPr>
                        <a:t> </a:t>
                      </a:r>
                      <a:endParaRPr lang="en-US" sz="1100" b="1" kern="100">
                        <a:effectLst/>
                        <a:latin typeface="Aptos" panose="020B0004020202020204" pitchFamily="34" charset="0"/>
                        <a:ea typeface="Aptos" panose="020B0004020202020204" pitchFamily="34" charset="0"/>
                        <a:cs typeface="Arial" panose="020B0604020202020204" pitchFamily="34" charset="0"/>
                      </a:endParaRPr>
                    </a:p>
                  </a:txBody>
                  <a:tcPr marL="40943" marR="40943" marT="0" marB="0"/>
                </a:tc>
                <a:extLst>
                  <a:ext uri="{0D108BD9-81ED-4DB2-BD59-A6C34878D82A}">
                    <a16:rowId xmlns:a16="http://schemas.microsoft.com/office/drawing/2014/main" val="721146942"/>
                  </a:ext>
                </a:extLst>
              </a:tr>
              <a:tr h="267078">
                <a:tc>
                  <a:txBody>
                    <a:bodyPr/>
                    <a:lstStyle/>
                    <a:p>
                      <a:pPr marL="0" lvl="0" indent="0" algn="r" rtl="1">
                        <a:lnSpc>
                          <a:spcPct val="107000"/>
                        </a:lnSpc>
                        <a:spcAft>
                          <a:spcPts val="800"/>
                        </a:spcAft>
                        <a:buFont typeface="+mj-lt"/>
                        <a:buNone/>
                      </a:pPr>
                      <a:r>
                        <a:rPr lang="ar-SA" sz="1100" b="1" kern="100" dirty="0">
                          <a:effectLst/>
                        </a:rPr>
                        <a:t>أستخدم أدوات تقنية داعمة للتعلم بشكل فاعل يسهم في زيادة التفاعل وتحسين تجربة التعلم</a:t>
                      </a:r>
                      <a:endParaRPr lang="en-US" sz="1100" b="1" kern="100" dirty="0">
                        <a:effectLst/>
                        <a:latin typeface="Aptos" panose="020B0004020202020204" pitchFamily="34" charset="0"/>
                        <a:ea typeface="Aptos" panose="020B0004020202020204" pitchFamily="34" charset="0"/>
                        <a:cs typeface="Times New Roman" panose="02020603050405020304" pitchFamily="18" charset="0"/>
                      </a:endParaRPr>
                    </a:p>
                  </a:txBody>
                  <a:tcPr marL="40943" marR="40943" marT="0" marB="0"/>
                </a:tc>
                <a:tc>
                  <a:txBody>
                    <a:bodyPr/>
                    <a:lstStyle/>
                    <a:p>
                      <a:pPr algn="ctr" rtl="1">
                        <a:lnSpc>
                          <a:spcPct val="107000"/>
                        </a:lnSpc>
                        <a:spcAft>
                          <a:spcPts val="800"/>
                        </a:spcAft>
                        <a:buNone/>
                      </a:pPr>
                      <a:r>
                        <a:rPr lang="ar-SA" sz="1100" b="1" kern="100">
                          <a:effectLst/>
                        </a:rPr>
                        <a:t> </a:t>
                      </a:r>
                      <a:endParaRPr lang="en-US" sz="1100" b="1" kern="100">
                        <a:effectLst/>
                        <a:latin typeface="Aptos" panose="020B0004020202020204" pitchFamily="34" charset="0"/>
                        <a:ea typeface="Aptos" panose="020B0004020202020204" pitchFamily="34" charset="0"/>
                        <a:cs typeface="Arial" panose="020B0604020202020204" pitchFamily="34" charset="0"/>
                      </a:endParaRPr>
                    </a:p>
                  </a:txBody>
                  <a:tcPr marL="40943" marR="40943" marT="0" marB="0"/>
                </a:tc>
                <a:tc>
                  <a:txBody>
                    <a:bodyPr/>
                    <a:lstStyle/>
                    <a:p>
                      <a:pPr algn="ctr" rtl="1">
                        <a:lnSpc>
                          <a:spcPct val="107000"/>
                        </a:lnSpc>
                        <a:spcAft>
                          <a:spcPts val="800"/>
                        </a:spcAft>
                        <a:buNone/>
                      </a:pPr>
                      <a:r>
                        <a:rPr lang="ar-SA" sz="1100" b="1" kern="100">
                          <a:effectLst/>
                        </a:rPr>
                        <a:t> </a:t>
                      </a:r>
                      <a:endParaRPr lang="en-US" sz="1100" b="1" kern="100">
                        <a:effectLst/>
                        <a:latin typeface="Aptos" panose="020B0004020202020204" pitchFamily="34" charset="0"/>
                        <a:ea typeface="Aptos" panose="020B0004020202020204" pitchFamily="34" charset="0"/>
                        <a:cs typeface="Arial" panose="020B0604020202020204" pitchFamily="34" charset="0"/>
                      </a:endParaRPr>
                    </a:p>
                  </a:txBody>
                  <a:tcPr marL="40943" marR="40943" marT="0" marB="0"/>
                </a:tc>
                <a:tc>
                  <a:txBody>
                    <a:bodyPr/>
                    <a:lstStyle/>
                    <a:p>
                      <a:pPr algn="ctr" rtl="1">
                        <a:lnSpc>
                          <a:spcPct val="107000"/>
                        </a:lnSpc>
                        <a:spcAft>
                          <a:spcPts val="800"/>
                        </a:spcAft>
                        <a:buNone/>
                      </a:pPr>
                      <a:r>
                        <a:rPr lang="ar-SA" sz="1100" b="1" kern="100">
                          <a:effectLst/>
                        </a:rPr>
                        <a:t> </a:t>
                      </a:r>
                      <a:endParaRPr lang="en-US" sz="1100" b="1" kern="100">
                        <a:effectLst/>
                        <a:latin typeface="Aptos" panose="020B0004020202020204" pitchFamily="34" charset="0"/>
                        <a:ea typeface="Aptos" panose="020B0004020202020204" pitchFamily="34" charset="0"/>
                        <a:cs typeface="Arial" panose="020B0604020202020204" pitchFamily="34" charset="0"/>
                      </a:endParaRPr>
                    </a:p>
                  </a:txBody>
                  <a:tcPr marL="40943" marR="40943" marT="0" marB="0"/>
                </a:tc>
                <a:extLst>
                  <a:ext uri="{0D108BD9-81ED-4DB2-BD59-A6C34878D82A}">
                    <a16:rowId xmlns:a16="http://schemas.microsoft.com/office/drawing/2014/main" val="2906396986"/>
                  </a:ext>
                </a:extLst>
              </a:tr>
              <a:tr h="267078">
                <a:tc>
                  <a:txBody>
                    <a:bodyPr/>
                    <a:lstStyle/>
                    <a:p>
                      <a:pPr marL="0" lvl="0" indent="0" algn="r" rtl="1">
                        <a:lnSpc>
                          <a:spcPct val="107000"/>
                        </a:lnSpc>
                        <a:spcAft>
                          <a:spcPts val="800"/>
                        </a:spcAft>
                        <a:buFont typeface="+mj-lt"/>
                        <a:buNone/>
                      </a:pPr>
                      <a:r>
                        <a:rPr lang="ar-SA" sz="1100" b="1" kern="100" dirty="0">
                          <a:effectLst/>
                        </a:rPr>
                        <a:t>أقوّم أداء الطالبات باستخدام أدوات رقمية متنوعة تساعد على قياس نواتج التعلم بدقة وسرعة</a:t>
                      </a:r>
                      <a:r>
                        <a:rPr lang="en-US" sz="1100" b="1" kern="100" dirty="0">
                          <a:effectLst/>
                        </a:rPr>
                        <a:t>.</a:t>
                      </a:r>
                      <a:endParaRPr lang="en-US" sz="1100" b="1" kern="100" dirty="0">
                        <a:effectLst/>
                        <a:latin typeface="Aptos" panose="020B0004020202020204" pitchFamily="34" charset="0"/>
                        <a:ea typeface="Aptos" panose="020B0004020202020204" pitchFamily="34" charset="0"/>
                        <a:cs typeface="Times New Roman" panose="02020603050405020304" pitchFamily="18" charset="0"/>
                      </a:endParaRPr>
                    </a:p>
                  </a:txBody>
                  <a:tcPr marL="40943" marR="40943" marT="0" marB="0"/>
                </a:tc>
                <a:tc>
                  <a:txBody>
                    <a:bodyPr/>
                    <a:lstStyle/>
                    <a:p>
                      <a:pPr algn="ctr" rtl="1">
                        <a:lnSpc>
                          <a:spcPct val="107000"/>
                        </a:lnSpc>
                        <a:spcAft>
                          <a:spcPts val="800"/>
                        </a:spcAft>
                        <a:buNone/>
                      </a:pPr>
                      <a:r>
                        <a:rPr lang="ar-SA" sz="1100" b="1" kern="100">
                          <a:effectLst/>
                        </a:rPr>
                        <a:t> </a:t>
                      </a:r>
                      <a:endParaRPr lang="en-US" sz="1100" b="1" kern="100">
                        <a:effectLst/>
                        <a:latin typeface="Aptos" panose="020B0004020202020204" pitchFamily="34" charset="0"/>
                        <a:ea typeface="Aptos" panose="020B0004020202020204" pitchFamily="34" charset="0"/>
                        <a:cs typeface="Arial" panose="020B0604020202020204" pitchFamily="34" charset="0"/>
                      </a:endParaRPr>
                    </a:p>
                  </a:txBody>
                  <a:tcPr marL="40943" marR="40943" marT="0" marB="0"/>
                </a:tc>
                <a:tc>
                  <a:txBody>
                    <a:bodyPr/>
                    <a:lstStyle/>
                    <a:p>
                      <a:pPr algn="ctr" rtl="1">
                        <a:lnSpc>
                          <a:spcPct val="107000"/>
                        </a:lnSpc>
                        <a:spcAft>
                          <a:spcPts val="800"/>
                        </a:spcAft>
                        <a:buNone/>
                      </a:pPr>
                      <a:r>
                        <a:rPr lang="ar-SA" sz="1100" b="1" kern="100">
                          <a:effectLst/>
                        </a:rPr>
                        <a:t> </a:t>
                      </a:r>
                      <a:endParaRPr lang="en-US" sz="1100" b="1" kern="100">
                        <a:effectLst/>
                        <a:latin typeface="Aptos" panose="020B0004020202020204" pitchFamily="34" charset="0"/>
                        <a:ea typeface="Aptos" panose="020B0004020202020204" pitchFamily="34" charset="0"/>
                        <a:cs typeface="Arial" panose="020B0604020202020204" pitchFamily="34" charset="0"/>
                      </a:endParaRPr>
                    </a:p>
                  </a:txBody>
                  <a:tcPr marL="40943" marR="40943" marT="0" marB="0"/>
                </a:tc>
                <a:tc>
                  <a:txBody>
                    <a:bodyPr/>
                    <a:lstStyle/>
                    <a:p>
                      <a:pPr algn="ctr" rtl="1">
                        <a:lnSpc>
                          <a:spcPct val="107000"/>
                        </a:lnSpc>
                        <a:spcAft>
                          <a:spcPts val="800"/>
                        </a:spcAft>
                        <a:buNone/>
                      </a:pPr>
                      <a:r>
                        <a:rPr lang="ar-SA" sz="1100" b="1" kern="100">
                          <a:effectLst/>
                        </a:rPr>
                        <a:t> </a:t>
                      </a:r>
                      <a:endParaRPr lang="en-US" sz="1100" b="1" kern="100">
                        <a:effectLst/>
                        <a:latin typeface="Aptos" panose="020B0004020202020204" pitchFamily="34" charset="0"/>
                        <a:ea typeface="Aptos" panose="020B0004020202020204" pitchFamily="34" charset="0"/>
                        <a:cs typeface="Arial" panose="020B0604020202020204" pitchFamily="34" charset="0"/>
                      </a:endParaRPr>
                    </a:p>
                  </a:txBody>
                  <a:tcPr marL="40943" marR="40943" marT="0" marB="0"/>
                </a:tc>
                <a:extLst>
                  <a:ext uri="{0D108BD9-81ED-4DB2-BD59-A6C34878D82A}">
                    <a16:rowId xmlns:a16="http://schemas.microsoft.com/office/drawing/2014/main" val="1985112687"/>
                  </a:ext>
                </a:extLst>
              </a:tr>
              <a:tr h="267078">
                <a:tc>
                  <a:txBody>
                    <a:bodyPr/>
                    <a:lstStyle/>
                    <a:p>
                      <a:pPr marL="0" lvl="0" indent="0" algn="r" rtl="1">
                        <a:lnSpc>
                          <a:spcPct val="107000"/>
                        </a:lnSpc>
                        <a:spcAft>
                          <a:spcPts val="800"/>
                        </a:spcAft>
                        <a:buFont typeface="+mj-lt"/>
                        <a:buNone/>
                      </a:pPr>
                      <a:r>
                        <a:rPr lang="ar-SA" sz="1100" b="1" kern="100" dirty="0">
                          <a:effectLst/>
                        </a:rPr>
                        <a:t>أحرص على حضور الدورات التدريبية والاستفادة منها، وتطبيق ما تعلمته بما يسهم في تطوير ممارساتي المهنية وتحسين الأداء التعليمي .</a:t>
                      </a:r>
                      <a:endParaRPr lang="en-US" sz="1100" b="1" kern="100" dirty="0">
                        <a:effectLst/>
                        <a:latin typeface="Aptos" panose="020B0004020202020204" pitchFamily="34" charset="0"/>
                        <a:ea typeface="Aptos" panose="020B0004020202020204" pitchFamily="34" charset="0"/>
                        <a:cs typeface="Times New Roman" panose="02020603050405020304" pitchFamily="18" charset="0"/>
                      </a:endParaRPr>
                    </a:p>
                  </a:txBody>
                  <a:tcPr marL="40943" marR="40943" marT="0" marB="0"/>
                </a:tc>
                <a:tc>
                  <a:txBody>
                    <a:bodyPr/>
                    <a:lstStyle/>
                    <a:p>
                      <a:pPr algn="ctr" rtl="1">
                        <a:lnSpc>
                          <a:spcPct val="107000"/>
                        </a:lnSpc>
                        <a:spcAft>
                          <a:spcPts val="800"/>
                        </a:spcAft>
                        <a:buNone/>
                      </a:pPr>
                      <a:r>
                        <a:rPr lang="ar-SA" sz="1100" b="1" kern="100">
                          <a:effectLst/>
                        </a:rPr>
                        <a:t> </a:t>
                      </a:r>
                      <a:endParaRPr lang="en-US" sz="1100" b="1" kern="100">
                        <a:effectLst/>
                        <a:latin typeface="Aptos" panose="020B0004020202020204" pitchFamily="34" charset="0"/>
                        <a:ea typeface="Aptos" panose="020B0004020202020204" pitchFamily="34" charset="0"/>
                        <a:cs typeface="Arial" panose="020B0604020202020204" pitchFamily="34" charset="0"/>
                      </a:endParaRPr>
                    </a:p>
                  </a:txBody>
                  <a:tcPr marL="40943" marR="40943" marT="0" marB="0"/>
                </a:tc>
                <a:tc>
                  <a:txBody>
                    <a:bodyPr/>
                    <a:lstStyle/>
                    <a:p>
                      <a:pPr algn="ctr" rtl="1">
                        <a:lnSpc>
                          <a:spcPct val="107000"/>
                        </a:lnSpc>
                        <a:spcAft>
                          <a:spcPts val="800"/>
                        </a:spcAft>
                        <a:buNone/>
                      </a:pPr>
                      <a:r>
                        <a:rPr lang="ar-SA" sz="1100" b="1" kern="100">
                          <a:effectLst/>
                        </a:rPr>
                        <a:t> </a:t>
                      </a:r>
                      <a:endParaRPr lang="en-US" sz="1100" b="1" kern="100">
                        <a:effectLst/>
                        <a:latin typeface="Aptos" panose="020B0004020202020204" pitchFamily="34" charset="0"/>
                        <a:ea typeface="Aptos" panose="020B0004020202020204" pitchFamily="34" charset="0"/>
                        <a:cs typeface="Arial" panose="020B0604020202020204" pitchFamily="34" charset="0"/>
                      </a:endParaRPr>
                    </a:p>
                  </a:txBody>
                  <a:tcPr marL="40943" marR="40943" marT="0" marB="0"/>
                </a:tc>
                <a:tc>
                  <a:txBody>
                    <a:bodyPr/>
                    <a:lstStyle/>
                    <a:p>
                      <a:pPr algn="ctr" rtl="1">
                        <a:lnSpc>
                          <a:spcPct val="107000"/>
                        </a:lnSpc>
                        <a:spcAft>
                          <a:spcPts val="800"/>
                        </a:spcAft>
                        <a:buNone/>
                      </a:pPr>
                      <a:r>
                        <a:rPr lang="ar-SA" sz="1100" b="1" kern="100">
                          <a:effectLst/>
                        </a:rPr>
                        <a:t> </a:t>
                      </a:r>
                      <a:endParaRPr lang="en-US" sz="1100" b="1" kern="100">
                        <a:effectLst/>
                        <a:latin typeface="Aptos" panose="020B0004020202020204" pitchFamily="34" charset="0"/>
                        <a:ea typeface="Aptos" panose="020B0004020202020204" pitchFamily="34" charset="0"/>
                        <a:cs typeface="Arial" panose="020B0604020202020204" pitchFamily="34" charset="0"/>
                      </a:endParaRPr>
                    </a:p>
                  </a:txBody>
                  <a:tcPr marL="40943" marR="40943" marT="0" marB="0"/>
                </a:tc>
                <a:extLst>
                  <a:ext uri="{0D108BD9-81ED-4DB2-BD59-A6C34878D82A}">
                    <a16:rowId xmlns:a16="http://schemas.microsoft.com/office/drawing/2014/main" val="694173136"/>
                  </a:ext>
                </a:extLst>
              </a:tr>
              <a:tr h="403541">
                <a:tc>
                  <a:txBody>
                    <a:bodyPr/>
                    <a:lstStyle/>
                    <a:p>
                      <a:pPr marL="0" lvl="0" indent="0" algn="r" rtl="1">
                        <a:lnSpc>
                          <a:spcPct val="107000"/>
                        </a:lnSpc>
                        <a:spcAft>
                          <a:spcPts val="800"/>
                        </a:spcAft>
                        <a:buFont typeface="+mj-lt"/>
                        <a:buNone/>
                      </a:pPr>
                      <a:r>
                        <a:rPr lang="ar-SA" sz="1100" b="1" kern="100" dirty="0">
                          <a:effectLst/>
                        </a:rPr>
                        <a:t>أشارك بفاعلية في مجتمعات التعلم المهنية وفق أهداف واضحة وخطط منظمة، وأتبادل الخبرات مع زميلاتي بما يدعم تحسين الممارسات التعليمية</a:t>
                      </a:r>
                      <a:r>
                        <a:rPr lang="en-US" sz="1100" b="1" kern="100" dirty="0">
                          <a:effectLst/>
                        </a:rPr>
                        <a:t>.</a:t>
                      </a:r>
                      <a:endParaRPr lang="en-US" sz="1100" b="1" kern="100" dirty="0">
                        <a:effectLst/>
                        <a:latin typeface="Aptos" panose="020B0004020202020204" pitchFamily="34" charset="0"/>
                        <a:ea typeface="Aptos" panose="020B0004020202020204" pitchFamily="34" charset="0"/>
                        <a:cs typeface="Times New Roman" panose="02020603050405020304" pitchFamily="18" charset="0"/>
                      </a:endParaRPr>
                    </a:p>
                  </a:txBody>
                  <a:tcPr marL="40943" marR="40943" marT="0" marB="0"/>
                </a:tc>
                <a:tc>
                  <a:txBody>
                    <a:bodyPr/>
                    <a:lstStyle/>
                    <a:p>
                      <a:pPr algn="ctr" rtl="1">
                        <a:lnSpc>
                          <a:spcPct val="107000"/>
                        </a:lnSpc>
                        <a:spcAft>
                          <a:spcPts val="800"/>
                        </a:spcAft>
                        <a:buNone/>
                      </a:pPr>
                      <a:r>
                        <a:rPr lang="ar-SA" sz="1100" b="1" kern="100">
                          <a:effectLst/>
                        </a:rPr>
                        <a:t> </a:t>
                      </a:r>
                      <a:endParaRPr lang="en-US" sz="1100" b="1" kern="100">
                        <a:effectLst/>
                        <a:latin typeface="Aptos" panose="020B0004020202020204" pitchFamily="34" charset="0"/>
                        <a:ea typeface="Aptos" panose="020B0004020202020204" pitchFamily="34" charset="0"/>
                        <a:cs typeface="Arial" panose="020B0604020202020204" pitchFamily="34" charset="0"/>
                      </a:endParaRPr>
                    </a:p>
                  </a:txBody>
                  <a:tcPr marL="40943" marR="40943" marT="0" marB="0"/>
                </a:tc>
                <a:tc>
                  <a:txBody>
                    <a:bodyPr/>
                    <a:lstStyle/>
                    <a:p>
                      <a:pPr algn="ctr" rtl="1">
                        <a:lnSpc>
                          <a:spcPct val="107000"/>
                        </a:lnSpc>
                        <a:spcAft>
                          <a:spcPts val="800"/>
                        </a:spcAft>
                        <a:buNone/>
                      </a:pPr>
                      <a:r>
                        <a:rPr lang="ar-SA" sz="1100" b="1" kern="100">
                          <a:effectLst/>
                        </a:rPr>
                        <a:t> </a:t>
                      </a:r>
                      <a:endParaRPr lang="en-US" sz="1100" b="1" kern="100">
                        <a:effectLst/>
                        <a:latin typeface="Aptos" panose="020B0004020202020204" pitchFamily="34" charset="0"/>
                        <a:ea typeface="Aptos" panose="020B0004020202020204" pitchFamily="34" charset="0"/>
                        <a:cs typeface="Arial" panose="020B0604020202020204" pitchFamily="34" charset="0"/>
                      </a:endParaRPr>
                    </a:p>
                  </a:txBody>
                  <a:tcPr marL="40943" marR="40943" marT="0" marB="0"/>
                </a:tc>
                <a:tc>
                  <a:txBody>
                    <a:bodyPr/>
                    <a:lstStyle/>
                    <a:p>
                      <a:pPr algn="ctr" rtl="1">
                        <a:lnSpc>
                          <a:spcPct val="107000"/>
                        </a:lnSpc>
                        <a:spcAft>
                          <a:spcPts val="800"/>
                        </a:spcAft>
                        <a:buNone/>
                      </a:pPr>
                      <a:r>
                        <a:rPr lang="ar-SA" sz="1100" b="1" kern="100">
                          <a:effectLst/>
                        </a:rPr>
                        <a:t> </a:t>
                      </a:r>
                      <a:endParaRPr lang="en-US" sz="1100" b="1" kern="100">
                        <a:effectLst/>
                        <a:latin typeface="Aptos" panose="020B0004020202020204" pitchFamily="34" charset="0"/>
                        <a:ea typeface="Aptos" panose="020B0004020202020204" pitchFamily="34" charset="0"/>
                        <a:cs typeface="Arial" panose="020B0604020202020204" pitchFamily="34" charset="0"/>
                      </a:endParaRPr>
                    </a:p>
                  </a:txBody>
                  <a:tcPr marL="40943" marR="40943" marT="0" marB="0"/>
                </a:tc>
                <a:extLst>
                  <a:ext uri="{0D108BD9-81ED-4DB2-BD59-A6C34878D82A}">
                    <a16:rowId xmlns:a16="http://schemas.microsoft.com/office/drawing/2014/main" val="2491730625"/>
                  </a:ext>
                </a:extLst>
              </a:tr>
              <a:tr h="130616">
                <a:tc>
                  <a:txBody>
                    <a:bodyPr/>
                    <a:lstStyle/>
                    <a:p>
                      <a:pPr marL="0" lvl="0" indent="0" algn="r" rtl="1">
                        <a:lnSpc>
                          <a:spcPct val="107000"/>
                        </a:lnSpc>
                        <a:spcAft>
                          <a:spcPts val="800"/>
                        </a:spcAft>
                        <a:buFont typeface="+mj-lt"/>
                        <a:buNone/>
                      </a:pPr>
                      <a:r>
                        <a:rPr lang="ar-SA" sz="1100" b="1" kern="100" dirty="0">
                          <a:effectLst/>
                        </a:rPr>
                        <a:t>أسعى إلى تحسين </a:t>
                      </a:r>
                      <a:r>
                        <a:rPr lang="ar-SA" sz="1100" b="1" kern="100" dirty="0" err="1">
                          <a:effectLst/>
                        </a:rPr>
                        <a:t>آدائي</a:t>
                      </a:r>
                      <a:r>
                        <a:rPr lang="ar-SA" sz="1100" b="1" kern="100" dirty="0">
                          <a:effectLst/>
                        </a:rPr>
                        <a:t> والارتقاء به من خلال التغذية الراجعة المقدمة لي .</a:t>
                      </a:r>
                      <a:endParaRPr lang="en-US" sz="1100" b="1" kern="100" dirty="0">
                        <a:effectLst/>
                        <a:latin typeface="Aptos" panose="020B0004020202020204" pitchFamily="34" charset="0"/>
                        <a:ea typeface="Aptos" panose="020B0004020202020204" pitchFamily="34" charset="0"/>
                        <a:cs typeface="Times New Roman" panose="02020603050405020304" pitchFamily="18" charset="0"/>
                      </a:endParaRPr>
                    </a:p>
                  </a:txBody>
                  <a:tcPr marL="40943" marR="40943" marT="0" marB="0"/>
                </a:tc>
                <a:tc>
                  <a:txBody>
                    <a:bodyPr/>
                    <a:lstStyle/>
                    <a:p>
                      <a:pPr algn="ctr" rtl="1">
                        <a:lnSpc>
                          <a:spcPct val="107000"/>
                        </a:lnSpc>
                        <a:spcAft>
                          <a:spcPts val="800"/>
                        </a:spcAft>
                        <a:buNone/>
                      </a:pPr>
                      <a:r>
                        <a:rPr lang="ar-SA" sz="1100" b="1" kern="100">
                          <a:effectLst/>
                        </a:rPr>
                        <a:t> </a:t>
                      </a:r>
                      <a:endParaRPr lang="en-US" sz="1100" b="1" kern="100">
                        <a:effectLst/>
                        <a:latin typeface="Aptos" panose="020B0004020202020204" pitchFamily="34" charset="0"/>
                        <a:ea typeface="Aptos" panose="020B0004020202020204" pitchFamily="34" charset="0"/>
                        <a:cs typeface="Arial" panose="020B0604020202020204" pitchFamily="34" charset="0"/>
                      </a:endParaRPr>
                    </a:p>
                  </a:txBody>
                  <a:tcPr marL="40943" marR="40943" marT="0" marB="0"/>
                </a:tc>
                <a:tc>
                  <a:txBody>
                    <a:bodyPr/>
                    <a:lstStyle/>
                    <a:p>
                      <a:pPr algn="ctr" rtl="1">
                        <a:lnSpc>
                          <a:spcPct val="107000"/>
                        </a:lnSpc>
                        <a:spcAft>
                          <a:spcPts val="800"/>
                        </a:spcAft>
                        <a:buNone/>
                      </a:pPr>
                      <a:r>
                        <a:rPr lang="ar-SA" sz="1100" b="1" kern="100">
                          <a:effectLst/>
                        </a:rPr>
                        <a:t> </a:t>
                      </a:r>
                      <a:endParaRPr lang="en-US" sz="1100" b="1" kern="100">
                        <a:effectLst/>
                        <a:latin typeface="Aptos" panose="020B0004020202020204" pitchFamily="34" charset="0"/>
                        <a:ea typeface="Aptos" panose="020B0004020202020204" pitchFamily="34" charset="0"/>
                        <a:cs typeface="Arial" panose="020B0604020202020204" pitchFamily="34" charset="0"/>
                      </a:endParaRPr>
                    </a:p>
                  </a:txBody>
                  <a:tcPr marL="40943" marR="40943" marT="0" marB="0"/>
                </a:tc>
                <a:tc>
                  <a:txBody>
                    <a:bodyPr/>
                    <a:lstStyle/>
                    <a:p>
                      <a:pPr algn="ctr" rtl="1">
                        <a:lnSpc>
                          <a:spcPct val="107000"/>
                        </a:lnSpc>
                        <a:spcAft>
                          <a:spcPts val="800"/>
                        </a:spcAft>
                        <a:buNone/>
                      </a:pPr>
                      <a:r>
                        <a:rPr lang="ar-SA" sz="1100" b="1" kern="100">
                          <a:effectLst/>
                        </a:rPr>
                        <a:t> </a:t>
                      </a:r>
                      <a:endParaRPr lang="en-US" sz="1100" b="1" kern="100">
                        <a:effectLst/>
                        <a:latin typeface="Aptos" panose="020B0004020202020204" pitchFamily="34" charset="0"/>
                        <a:ea typeface="Aptos" panose="020B0004020202020204" pitchFamily="34" charset="0"/>
                        <a:cs typeface="Arial" panose="020B0604020202020204" pitchFamily="34" charset="0"/>
                      </a:endParaRPr>
                    </a:p>
                  </a:txBody>
                  <a:tcPr marL="40943" marR="40943" marT="0" marB="0"/>
                </a:tc>
                <a:extLst>
                  <a:ext uri="{0D108BD9-81ED-4DB2-BD59-A6C34878D82A}">
                    <a16:rowId xmlns:a16="http://schemas.microsoft.com/office/drawing/2014/main" val="3621483948"/>
                  </a:ext>
                </a:extLst>
              </a:tr>
              <a:tr h="130616">
                <a:tc>
                  <a:txBody>
                    <a:bodyPr/>
                    <a:lstStyle/>
                    <a:p>
                      <a:pPr marL="0" lvl="0" indent="0" algn="r" rtl="1">
                        <a:lnSpc>
                          <a:spcPct val="107000"/>
                        </a:lnSpc>
                        <a:spcAft>
                          <a:spcPts val="800"/>
                        </a:spcAft>
                        <a:buFont typeface="+mj-lt"/>
                        <a:buNone/>
                      </a:pPr>
                      <a:r>
                        <a:rPr lang="ar-SA" sz="1100" b="1" kern="100" dirty="0">
                          <a:effectLst/>
                        </a:rPr>
                        <a:t>أحدد أهدافاً مهنية وأسعى  لتحقيقها .</a:t>
                      </a:r>
                      <a:endParaRPr lang="en-US" sz="1100" b="1" kern="100" dirty="0">
                        <a:effectLst/>
                        <a:latin typeface="Aptos" panose="020B0004020202020204" pitchFamily="34" charset="0"/>
                        <a:ea typeface="Aptos" panose="020B0004020202020204" pitchFamily="34" charset="0"/>
                        <a:cs typeface="Times New Roman" panose="02020603050405020304" pitchFamily="18" charset="0"/>
                      </a:endParaRPr>
                    </a:p>
                  </a:txBody>
                  <a:tcPr marL="40943" marR="40943" marT="0" marB="0"/>
                </a:tc>
                <a:tc>
                  <a:txBody>
                    <a:bodyPr/>
                    <a:lstStyle/>
                    <a:p>
                      <a:pPr algn="ctr" rtl="1">
                        <a:lnSpc>
                          <a:spcPct val="107000"/>
                        </a:lnSpc>
                        <a:spcAft>
                          <a:spcPts val="800"/>
                        </a:spcAft>
                        <a:buNone/>
                      </a:pPr>
                      <a:r>
                        <a:rPr lang="ar-SA" sz="1100" b="1" kern="100">
                          <a:effectLst/>
                        </a:rPr>
                        <a:t> </a:t>
                      </a:r>
                      <a:endParaRPr lang="en-US" sz="1100" b="1" kern="100">
                        <a:effectLst/>
                        <a:latin typeface="Aptos" panose="020B0004020202020204" pitchFamily="34" charset="0"/>
                        <a:ea typeface="Aptos" panose="020B0004020202020204" pitchFamily="34" charset="0"/>
                        <a:cs typeface="Arial" panose="020B0604020202020204" pitchFamily="34" charset="0"/>
                      </a:endParaRPr>
                    </a:p>
                  </a:txBody>
                  <a:tcPr marL="40943" marR="40943" marT="0" marB="0"/>
                </a:tc>
                <a:tc>
                  <a:txBody>
                    <a:bodyPr/>
                    <a:lstStyle/>
                    <a:p>
                      <a:pPr algn="ctr" rtl="1">
                        <a:lnSpc>
                          <a:spcPct val="107000"/>
                        </a:lnSpc>
                        <a:spcAft>
                          <a:spcPts val="800"/>
                        </a:spcAft>
                        <a:buNone/>
                      </a:pPr>
                      <a:r>
                        <a:rPr lang="ar-SA" sz="1100" b="1" kern="100">
                          <a:effectLst/>
                        </a:rPr>
                        <a:t> </a:t>
                      </a:r>
                      <a:endParaRPr lang="en-US" sz="1100" b="1" kern="100">
                        <a:effectLst/>
                        <a:latin typeface="Aptos" panose="020B0004020202020204" pitchFamily="34" charset="0"/>
                        <a:ea typeface="Aptos" panose="020B0004020202020204" pitchFamily="34" charset="0"/>
                        <a:cs typeface="Arial" panose="020B0604020202020204" pitchFamily="34" charset="0"/>
                      </a:endParaRPr>
                    </a:p>
                  </a:txBody>
                  <a:tcPr marL="40943" marR="40943" marT="0" marB="0"/>
                </a:tc>
                <a:tc>
                  <a:txBody>
                    <a:bodyPr/>
                    <a:lstStyle/>
                    <a:p>
                      <a:pPr algn="ctr" rtl="1">
                        <a:lnSpc>
                          <a:spcPct val="107000"/>
                        </a:lnSpc>
                        <a:spcAft>
                          <a:spcPts val="800"/>
                        </a:spcAft>
                        <a:buNone/>
                      </a:pPr>
                      <a:r>
                        <a:rPr lang="ar-SA" sz="1100" b="1" kern="100">
                          <a:effectLst/>
                        </a:rPr>
                        <a:t> </a:t>
                      </a:r>
                      <a:endParaRPr lang="en-US" sz="1100" b="1" kern="100">
                        <a:effectLst/>
                        <a:latin typeface="Aptos" panose="020B0004020202020204" pitchFamily="34" charset="0"/>
                        <a:ea typeface="Aptos" panose="020B0004020202020204" pitchFamily="34" charset="0"/>
                        <a:cs typeface="Arial" panose="020B0604020202020204" pitchFamily="34" charset="0"/>
                      </a:endParaRPr>
                    </a:p>
                  </a:txBody>
                  <a:tcPr marL="40943" marR="40943" marT="0" marB="0"/>
                </a:tc>
                <a:extLst>
                  <a:ext uri="{0D108BD9-81ED-4DB2-BD59-A6C34878D82A}">
                    <a16:rowId xmlns:a16="http://schemas.microsoft.com/office/drawing/2014/main" val="961570897"/>
                  </a:ext>
                </a:extLst>
              </a:tr>
              <a:tr h="130616">
                <a:tc>
                  <a:txBody>
                    <a:bodyPr/>
                    <a:lstStyle/>
                    <a:p>
                      <a:pPr marL="0" lvl="0" indent="0" algn="r" rtl="1">
                        <a:lnSpc>
                          <a:spcPct val="107000"/>
                        </a:lnSpc>
                        <a:spcAft>
                          <a:spcPts val="800"/>
                        </a:spcAft>
                        <a:buFont typeface="+mj-lt"/>
                        <a:buNone/>
                      </a:pPr>
                      <a:r>
                        <a:rPr lang="ar-SA" sz="1100" b="1" kern="100" dirty="0">
                          <a:effectLst/>
                        </a:rPr>
                        <a:t>أعمل على تطوير مهاراتي بالاعتماد على التعلم الذاتي .</a:t>
                      </a:r>
                      <a:endParaRPr lang="en-US" sz="1100" b="1" kern="100" dirty="0">
                        <a:effectLst/>
                        <a:latin typeface="Aptos" panose="020B0004020202020204" pitchFamily="34" charset="0"/>
                        <a:ea typeface="Aptos" panose="020B0004020202020204" pitchFamily="34" charset="0"/>
                        <a:cs typeface="Times New Roman" panose="02020603050405020304" pitchFamily="18" charset="0"/>
                      </a:endParaRPr>
                    </a:p>
                  </a:txBody>
                  <a:tcPr marL="40943" marR="40943" marT="0" marB="0"/>
                </a:tc>
                <a:tc>
                  <a:txBody>
                    <a:bodyPr/>
                    <a:lstStyle/>
                    <a:p>
                      <a:pPr algn="ctr" rtl="1">
                        <a:lnSpc>
                          <a:spcPct val="107000"/>
                        </a:lnSpc>
                        <a:spcAft>
                          <a:spcPts val="800"/>
                        </a:spcAft>
                        <a:buNone/>
                      </a:pPr>
                      <a:r>
                        <a:rPr lang="ar-SA" sz="1100" b="1" kern="100">
                          <a:effectLst/>
                        </a:rPr>
                        <a:t> </a:t>
                      </a:r>
                      <a:endParaRPr lang="en-US" sz="1100" b="1" kern="100">
                        <a:effectLst/>
                        <a:latin typeface="Aptos" panose="020B0004020202020204" pitchFamily="34" charset="0"/>
                        <a:ea typeface="Aptos" panose="020B0004020202020204" pitchFamily="34" charset="0"/>
                        <a:cs typeface="Arial" panose="020B0604020202020204" pitchFamily="34" charset="0"/>
                      </a:endParaRPr>
                    </a:p>
                  </a:txBody>
                  <a:tcPr marL="40943" marR="40943" marT="0" marB="0"/>
                </a:tc>
                <a:tc>
                  <a:txBody>
                    <a:bodyPr/>
                    <a:lstStyle/>
                    <a:p>
                      <a:pPr algn="ctr" rtl="1">
                        <a:lnSpc>
                          <a:spcPct val="107000"/>
                        </a:lnSpc>
                        <a:spcAft>
                          <a:spcPts val="800"/>
                        </a:spcAft>
                        <a:buNone/>
                      </a:pPr>
                      <a:r>
                        <a:rPr lang="ar-SA" sz="1100" b="1" kern="100">
                          <a:effectLst/>
                        </a:rPr>
                        <a:t> </a:t>
                      </a:r>
                      <a:endParaRPr lang="en-US" sz="1100" b="1" kern="100">
                        <a:effectLst/>
                        <a:latin typeface="Aptos" panose="020B0004020202020204" pitchFamily="34" charset="0"/>
                        <a:ea typeface="Aptos" panose="020B0004020202020204" pitchFamily="34" charset="0"/>
                        <a:cs typeface="Arial" panose="020B0604020202020204" pitchFamily="34" charset="0"/>
                      </a:endParaRPr>
                    </a:p>
                  </a:txBody>
                  <a:tcPr marL="40943" marR="40943" marT="0" marB="0"/>
                </a:tc>
                <a:tc>
                  <a:txBody>
                    <a:bodyPr/>
                    <a:lstStyle/>
                    <a:p>
                      <a:pPr algn="ctr" rtl="1">
                        <a:lnSpc>
                          <a:spcPct val="107000"/>
                        </a:lnSpc>
                        <a:spcAft>
                          <a:spcPts val="800"/>
                        </a:spcAft>
                        <a:buNone/>
                      </a:pPr>
                      <a:r>
                        <a:rPr lang="ar-SA" sz="1100" b="1" kern="100">
                          <a:effectLst/>
                        </a:rPr>
                        <a:t> </a:t>
                      </a:r>
                      <a:endParaRPr lang="en-US" sz="1100" b="1" kern="100">
                        <a:effectLst/>
                        <a:latin typeface="Aptos" panose="020B0004020202020204" pitchFamily="34" charset="0"/>
                        <a:ea typeface="Aptos" panose="020B0004020202020204" pitchFamily="34" charset="0"/>
                        <a:cs typeface="Arial" panose="020B0604020202020204" pitchFamily="34" charset="0"/>
                      </a:endParaRPr>
                    </a:p>
                  </a:txBody>
                  <a:tcPr marL="40943" marR="40943" marT="0" marB="0"/>
                </a:tc>
                <a:extLst>
                  <a:ext uri="{0D108BD9-81ED-4DB2-BD59-A6C34878D82A}">
                    <a16:rowId xmlns:a16="http://schemas.microsoft.com/office/drawing/2014/main" val="4214622220"/>
                  </a:ext>
                </a:extLst>
              </a:tr>
              <a:tr h="130616">
                <a:tc>
                  <a:txBody>
                    <a:bodyPr/>
                    <a:lstStyle/>
                    <a:p>
                      <a:pPr marL="0" lvl="0" indent="0" algn="r" rtl="1">
                        <a:lnSpc>
                          <a:spcPct val="107000"/>
                        </a:lnSpc>
                        <a:spcAft>
                          <a:spcPts val="800"/>
                        </a:spcAft>
                        <a:buFont typeface="+mj-lt"/>
                        <a:buNone/>
                      </a:pPr>
                      <a:r>
                        <a:rPr lang="ar-SA" sz="1100" b="1" kern="100" dirty="0">
                          <a:effectLst/>
                        </a:rPr>
                        <a:t>استفيد من المنصات التعليمية الرقمية والموارد التعليمية المتاحة .</a:t>
                      </a:r>
                      <a:endParaRPr lang="en-US" sz="1100" b="1" kern="100" dirty="0">
                        <a:effectLst/>
                        <a:latin typeface="Aptos" panose="020B0004020202020204" pitchFamily="34" charset="0"/>
                        <a:ea typeface="Aptos" panose="020B0004020202020204" pitchFamily="34" charset="0"/>
                        <a:cs typeface="Times New Roman" panose="02020603050405020304" pitchFamily="18" charset="0"/>
                      </a:endParaRPr>
                    </a:p>
                  </a:txBody>
                  <a:tcPr marL="40943" marR="40943" marT="0" marB="0"/>
                </a:tc>
                <a:tc>
                  <a:txBody>
                    <a:bodyPr/>
                    <a:lstStyle/>
                    <a:p>
                      <a:pPr algn="ctr" rtl="1">
                        <a:lnSpc>
                          <a:spcPct val="107000"/>
                        </a:lnSpc>
                        <a:spcAft>
                          <a:spcPts val="800"/>
                        </a:spcAft>
                        <a:buNone/>
                      </a:pPr>
                      <a:r>
                        <a:rPr lang="ar-SA" sz="1100" b="1" kern="100">
                          <a:effectLst/>
                        </a:rPr>
                        <a:t> </a:t>
                      </a:r>
                      <a:endParaRPr lang="en-US" sz="1100" b="1" kern="100">
                        <a:effectLst/>
                        <a:latin typeface="Aptos" panose="020B0004020202020204" pitchFamily="34" charset="0"/>
                        <a:ea typeface="Aptos" panose="020B0004020202020204" pitchFamily="34" charset="0"/>
                        <a:cs typeface="Arial" panose="020B0604020202020204" pitchFamily="34" charset="0"/>
                      </a:endParaRPr>
                    </a:p>
                  </a:txBody>
                  <a:tcPr marL="40943" marR="40943" marT="0" marB="0"/>
                </a:tc>
                <a:tc>
                  <a:txBody>
                    <a:bodyPr/>
                    <a:lstStyle/>
                    <a:p>
                      <a:pPr algn="ctr" rtl="1">
                        <a:lnSpc>
                          <a:spcPct val="107000"/>
                        </a:lnSpc>
                        <a:spcAft>
                          <a:spcPts val="800"/>
                        </a:spcAft>
                        <a:buNone/>
                      </a:pPr>
                      <a:r>
                        <a:rPr lang="ar-SA" sz="1100" b="1" kern="100">
                          <a:effectLst/>
                        </a:rPr>
                        <a:t> </a:t>
                      </a:r>
                      <a:endParaRPr lang="en-US" sz="1100" b="1" kern="100">
                        <a:effectLst/>
                        <a:latin typeface="Aptos" panose="020B0004020202020204" pitchFamily="34" charset="0"/>
                        <a:ea typeface="Aptos" panose="020B0004020202020204" pitchFamily="34" charset="0"/>
                        <a:cs typeface="Arial" panose="020B0604020202020204" pitchFamily="34" charset="0"/>
                      </a:endParaRPr>
                    </a:p>
                  </a:txBody>
                  <a:tcPr marL="40943" marR="40943" marT="0" marB="0"/>
                </a:tc>
                <a:tc>
                  <a:txBody>
                    <a:bodyPr/>
                    <a:lstStyle/>
                    <a:p>
                      <a:pPr algn="ctr" rtl="1">
                        <a:lnSpc>
                          <a:spcPct val="107000"/>
                        </a:lnSpc>
                        <a:spcAft>
                          <a:spcPts val="800"/>
                        </a:spcAft>
                        <a:buNone/>
                      </a:pPr>
                      <a:r>
                        <a:rPr lang="ar-SA" sz="1100" b="1" kern="100">
                          <a:effectLst/>
                        </a:rPr>
                        <a:t> </a:t>
                      </a:r>
                      <a:endParaRPr lang="en-US" sz="1100" b="1" kern="100">
                        <a:effectLst/>
                        <a:latin typeface="Aptos" panose="020B0004020202020204" pitchFamily="34" charset="0"/>
                        <a:ea typeface="Aptos" panose="020B0004020202020204" pitchFamily="34" charset="0"/>
                        <a:cs typeface="Arial" panose="020B0604020202020204" pitchFamily="34" charset="0"/>
                      </a:endParaRPr>
                    </a:p>
                  </a:txBody>
                  <a:tcPr marL="40943" marR="40943" marT="0" marB="0"/>
                </a:tc>
                <a:extLst>
                  <a:ext uri="{0D108BD9-81ED-4DB2-BD59-A6C34878D82A}">
                    <a16:rowId xmlns:a16="http://schemas.microsoft.com/office/drawing/2014/main" val="793808002"/>
                  </a:ext>
                </a:extLst>
              </a:tr>
              <a:tr h="130616">
                <a:tc>
                  <a:txBody>
                    <a:bodyPr/>
                    <a:lstStyle/>
                    <a:p>
                      <a:pPr marL="0" lvl="0" indent="0" algn="r" rtl="1">
                        <a:lnSpc>
                          <a:spcPct val="107000"/>
                        </a:lnSpc>
                        <a:spcAft>
                          <a:spcPts val="800"/>
                        </a:spcAft>
                        <a:buFont typeface="+mj-lt"/>
                        <a:buNone/>
                      </a:pPr>
                      <a:r>
                        <a:rPr lang="ar-SA" sz="1100" b="1" kern="100" dirty="0">
                          <a:effectLst/>
                        </a:rPr>
                        <a:t>أحرص على المبادرة والتطوير المستمر في الممارسات التدريسية .</a:t>
                      </a:r>
                      <a:endParaRPr lang="en-US" sz="1100" b="1" kern="100" dirty="0">
                        <a:effectLst/>
                        <a:latin typeface="Aptos" panose="020B0004020202020204" pitchFamily="34" charset="0"/>
                        <a:ea typeface="Aptos" panose="020B0004020202020204" pitchFamily="34" charset="0"/>
                        <a:cs typeface="Times New Roman" panose="02020603050405020304" pitchFamily="18" charset="0"/>
                      </a:endParaRPr>
                    </a:p>
                  </a:txBody>
                  <a:tcPr marL="40943" marR="40943" marT="0" marB="0"/>
                </a:tc>
                <a:tc>
                  <a:txBody>
                    <a:bodyPr/>
                    <a:lstStyle/>
                    <a:p>
                      <a:pPr algn="ctr" rtl="1">
                        <a:lnSpc>
                          <a:spcPct val="107000"/>
                        </a:lnSpc>
                        <a:spcAft>
                          <a:spcPts val="800"/>
                        </a:spcAft>
                        <a:buNone/>
                      </a:pPr>
                      <a:r>
                        <a:rPr lang="ar-SA" sz="1100" b="1" kern="100">
                          <a:effectLst/>
                        </a:rPr>
                        <a:t> </a:t>
                      </a:r>
                      <a:endParaRPr lang="en-US" sz="1100" b="1" kern="100">
                        <a:effectLst/>
                        <a:latin typeface="Aptos" panose="020B0004020202020204" pitchFamily="34" charset="0"/>
                        <a:ea typeface="Aptos" panose="020B0004020202020204" pitchFamily="34" charset="0"/>
                        <a:cs typeface="Arial" panose="020B0604020202020204" pitchFamily="34" charset="0"/>
                      </a:endParaRPr>
                    </a:p>
                  </a:txBody>
                  <a:tcPr marL="40943" marR="40943" marT="0" marB="0"/>
                </a:tc>
                <a:tc>
                  <a:txBody>
                    <a:bodyPr/>
                    <a:lstStyle/>
                    <a:p>
                      <a:pPr algn="ctr" rtl="1">
                        <a:lnSpc>
                          <a:spcPct val="107000"/>
                        </a:lnSpc>
                        <a:spcAft>
                          <a:spcPts val="800"/>
                        </a:spcAft>
                        <a:buNone/>
                      </a:pPr>
                      <a:r>
                        <a:rPr lang="ar-SA" sz="1100" b="1" kern="100">
                          <a:effectLst/>
                        </a:rPr>
                        <a:t> </a:t>
                      </a:r>
                      <a:endParaRPr lang="en-US" sz="1100" b="1" kern="100">
                        <a:effectLst/>
                        <a:latin typeface="Aptos" panose="020B0004020202020204" pitchFamily="34" charset="0"/>
                        <a:ea typeface="Aptos" panose="020B0004020202020204" pitchFamily="34" charset="0"/>
                        <a:cs typeface="Arial" panose="020B0604020202020204" pitchFamily="34" charset="0"/>
                      </a:endParaRPr>
                    </a:p>
                  </a:txBody>
                  <a:tcPr marL="40943" marR="40943" marT="0" marB="0"/>
                </a:tc>
                <a:tc>
                  <a:txBody>
                    <a:bodyPr/>
                    <a:lstStyle/>
                    <a:p>
                      <a:pPr algn="ctr" rtl="1">
                        <a:lnSpc>
                          <a:spcPct val="107000"/>
                        </a:lnSpc>
                        <a:spcAft>
                          <a:spcPts val="800"/>
                        </a:spcAft>
                        <a:buNone/>
                      </a:pPr>
                      <a:r>
                        <a:rPr lang="ar-SA" sz="1100" b="1" kern="100">
                          <a:effectLst/>
                        </a:rPr>
                        <a:t> </a:t>
                      </a:r>
                      <a:endParaRPr lang="en-US" sz="1100" b="1" kern="100">
                        <a:effectLst/>
                        <a:latin typeface="Aptos" panose="020B0004020202020204" pitchFamily="34" charset="0"/>
                        <a:ea typeface="Aptos" panose="020B0004020202020204" pitchFamily="34" charset="0"/>
                        <a:cs typeface="Arial" panose="020B0604020202020204" pitchFamily="34" charset="0"/>
                      </a:endParaRPr>
                    </a:p>
                  </a:txBody>
                  <a:tcPr marL="40943" marR="40943" marT="0" marB="0"/>
                </a:tc>
                <a:extLst>
                  <a:ext uri="{0D108BD9-81ED-4DB2-BD59-A6C34878D82A}">
                    <a16:rowId xmlns:a16="http://schemas.microsoft.com/office/drawing/2014/main" val="3911284397"/>
                  </a:ext>
                </a:extLst>
              </a:tr>
              <a:tr h="130616">
                <a:tc>
                  <a:txBody>
                    <a:bodyPr/>
                    <a:lstStyle/>
                    <a:p>
                      <a:pPr marL="0" lvl="0" indent="0" algn="r" rtl="1">
                        <a:lnSpc>
                          <a:spcPct val="107000"/>
                        </a:lnSpc>
                        <a:spcAft>
                          <a:spcPts val="800"/>
                        </a:spcAft>
                        <a:buFont typeface="+mj-lt"/>
                        <a:buNone/>
                      </a:pPr>
                      <a:r>
                        <a:rPr lang="ar-SA" sz="1100" b="1" kern="100" dirty="0">
                          <a:effectLst/>
                        </a:rPr>
                        <a:t>أواجه الصعوبات في العمل بروح إيجابية وبتكيف ومرونة .</a:t>
                      </a:r>
                      <a:endParaRPr lang="en-US" sz="1100" b="1" kern="100" dirty="0">
                        <a:effectLst/>
                        <a:latin typeface="Aptos" panose="020B0004020202020204" pitchFamily="34" charset="0"/>
                        <a:ea typeface="Aptos" panose="020B0004020202020204" pitchFamily="34" charset="0"/>
                        <a:cs typeface="Times New Roman" panose="02020603050405020304" pitchFamily="18" charset="0"/>
                      </a:endParaRPr>
                    </a:p>
                  </a:txBody>
                  <a:tcPr marL="40943" marR="40943" marT="0" marB="0"/>
                </a:tc>
                <a:tc>
                  <a:txBody>
                    <a:bodyPr/>
                    <a:lstStyle/>
                    <a:p>
                      <a:pPr algn="ctr" rtl="1">
                        <a:lnSpc>
                          <a:spcPct val="107000"/>
                        </a:lnSpc>
                        <a:spcAft>
                          <a:spcPts val="800"/>
                        </a:spcAft>
                        <a:buNone/>
                      </a:pPr>
                      <a:r>
                        <a:rPr lang="ar-SA" sz="1100" b="1" kern="100">
                          <a:effectLst/>
                        </a:rPr>
                        <a:t> </a:t>
                      </a:r>
                      <a:endParaRPr lang="en-US" sz="1100" b="1" kern="100">
                        <a:effectLst/>
                        <a:latin typeface="Aptos" panose="020B0004020202020204" pitchFamily="34" charset="0"/>
                        <a:ea typeface="Aptos" panose="020B0004020202020204" pitchFamily="34" charset="0"/>
                        <a:cs typeface="Arial" panose="020B0604020202020204" pitchFamily="34" charset="0"/>
                      </a:endParaRPr>
                    </a:p>
                  </a:txBody>
                  <a:tcPr marL="40943" marR="40943" marT="0" marB="0"/>
                </a:tc>
                <a:tc>
                  <a:txBody>
                    <a:bodyPr/>
                    <a:lstStyle/>
                    <a:p>
                      <a:pPr algn="ctr" rtl="1">
                        <a:lnSpc>
                          <a:spcPct val="107000"/>
                        </a:lnSpc>
                        <a:spcAft>
                          <a:spcPts val="800"/>
                        </a:spcAft>
                        <a:buNone/>
                      </a:pPr>
                      <a:r>
                        <a:rPr lang="ar-SA" sz="1100" b="1" kern="100">
                          <a:effectLst/>
                        </a:rPr>
                        <a:t> </a:t>
                      </a:r>
                      <a:endParaRPr lang="en-US" sz="1100" b="1" kern="100">
                        <a:effectLst/>
                        <a:latin typeface="Aptos" panose="020B0004020202020204" pitchFamily="34" charset="0"/>
                        <a:ea typeface="Aptos" panose="020B0004020202020204" pitchFamily="34" charset="0"/>
                        <a:cs typeface="Arial" panose="020B0604020202020204" pitchFamily="34" charset="0"/>
                      </a:endParaRPr>
                    </a:p>
                  </a:txBody>
                  <a:tcPr marL="40943" marR="40943" marT="0" marB="0"/>
                </a:tc>
                <a:tc>
                  <a:txBody>
                    <a:bodyPr/>
                    <a:lstStyle/>
                    <a:p>
                      <a:pPr algn="ctr" rtl="1">
                        <a:lnSpc>
                          <a:spcPct val="107000"/>
                        </a:lnSpc>
                        <a:spcAft>
                          <a:spcPts val="800"/>
                        </a:spcAft>
                        <a:buNone/>
                      </a:pPr>
                      <a:r>
                        <a:rPr lang="ar-SA" sz="1100" b="1" kern="100">
                          <a:effectLst/>
                        </a:rPr>
                        <a:t> </a:t>
                      </a:r>
                      <a:endParaRPr lang="en-US" sz="1100" b="1" kern="100">
                        <a:effectLst/>
                        <a:latin typeface="Aptos" panose="020B0004020202020204" pitchFamily="34" charset="0"/>
                        <a:ea typeface="Aptos" panose="020B0004020202020204" pitchFamily="34" charset="0"/>
                        <a:cs typeface="Arial" panose="020B0604020202020204" pitchFamily="34" charset="0"/>
                      </a:endParaRPr>
                    </a:p>
                  </a:txBody>
                  <a:tcPr marL="40943" marR="40943" marT="0" marB="0"/>
                </a:tc>
                <a:extLst>
                  <a:ext uri="{0D108BD9-81ED-4DB2-BD59-A6C34878D82A}">
                    <a16:rowId xmlns:a16="http://schemas.microsoft.com/office/drawing/2014/main" val="859742751"/>
                  </a:ext>
                </a:extLst>
              </a:tr>
              <a:tr h="130616">
                <a:tc>
                  <a:txBody>
                    <a:bodyPr/>
                    <a:lstStyle/>
                    <a:p>
                      <a:pPr marL="0" lvl="0" indent="0" algn="r" rtl="1">
                        <a:lnSpc>
                          <a:spcPct val="107000"/>
                        </a:lnSpc>
                        <a:spcAft>
                          <a:spcPts val="800"/>
                        </a:spcAft>
                        <a:buFont typeface="+mj-lt"/>
                        <a:buNone/>
                      </a:pPr>
                      <a:r>
                        <a:rPr lang="ar-SA" sz="1100" b="1" kern="100" dirty="0">
                          <a:effectLst/>
                        </a:rPr>
                        <a:t>ابني علاقات إيجابية مع المجتمع المدرسي .</a:t>
                      </a:r>
                      <a:endParaRPr lang="en-US" sz="1100" b="1" kern="100" dirty="0">
                        <a:effectLst/>
                        <a:latin typeface="Aptos" panose="020B0004020202020204" pitchFamily="34" charset="0"/>
                        <a:ea typeface="Aptos" panose="020B0004020202020204" pitchFamily="34" charset="0"/>
                        <a:cs typeface="Times New Roman" panose="02020603050405020304" pitchFamily="18" charset="0"/>
                      </a:endParaRPr>
                    </a:p>
                  </a:txBody>
                  <a:tcPr marL="40943" marR="40943" marT="0" marB="0"/>
                </a:tc>
                <a:tc>
                  <a:txBody>
                    <a:bodyPr/>
                    <a:lstStyle/>
                    <a:p>
                      <a:pPr algn="ctr" rtl="1">
                        <a:lnSpc>
                          <a:spcPct val="107000"/>
                        </a:lnSpc>
                        <a:spcAft>
                          <a:spcPts val="800"/>
                        </a:spcAft>
                        <a:buNone/>
                      </a:pPr>
                      <a:r>
                        <a:rPr lang="ar-SA" sz="1100" b="1" kern="100">
                          <a:effectLst/>
                        </a:rPr>
                        <a:t> </a:t>
                      </a:r>
                      <a:endParaRPr lang="en-US" sz="1100" b="1" kern="100">
                        <a:effectLst/>
                        <a:latin typeface="Aptos" panose="020B0004020202020204" pitchFamily="34" charset="0"/>
                        <a:ea typeface="Aptos" panose="020B0004020202020204" pitchFamily="34" charset="0"/>
                        <a:cs typeface="Arial" panose="020B0604020202020204" pitchFamily="34" charset="0"/>
                      </a:endParaRPr>
                    </a:p>
                  </a:txBody>
                  <a:tcPr marL="40943" marR="40943" marT="0" marB="0"/>
                </a:tc>
                <a:tc>
                  <a:txBody>
                    <a:bodyPr/>
                    <a:lstStyle/>
                    <a:p>
                      <a:pPr algn="ctr" rtl="1">
                        <a:lnSpc>
                          <a:spcPct val="107000"/>
                        </a:lnSpc>
                        <a:spcAft>
                          <a:spcPts val="800"/>
                        </a:spcAft>
                        <a:buNone/>
                      </a:pPr>
                      <a:r>
                        <a:rPr lang="ar-SA" sz="1100" b="1" kern="100">
                          <a:effectLst/>
                        </a:rPr>
                        <a:t> </a:t>
                      </a:r>
                      <a:endParaRPr lang="en-US" sz="1100" b="1" kern="100">
                        <a:effectLst/>
                        <a:latin typeface="Aptos" panose="020B0004020202020204" pitchFamily="34" charset="0"/>
                        <a:ea typeface="Aptos" panose="020B0004020202020204" pitchFamily="34" charset="0"/>
                        <a:cs typeface="Arial" panose="020B0604020202020204" pitchFamily="34" charset="0"/>
                      </a:endParaRPr>
                    </a:p>
                  </a:txBody>
                  <a:tcPr marL="40943" marR="40943" marT="0" marB="0"/>
                </a:tc>
                <a:tc>
                  <a:txBody>
                    <a:bodyPr/>
                    <a:lstStyle/>
                    <a:p>
                      <a:pPr algn="ctr" rtl="1">
                        <a:lnSpc>
                          <a:spcPct val="107000"/>
                        </a:lnSpc>
                        <a:spcAft>
                          <a:spcPts val="800"/>
                        </a:spcAft>
                        <a:buNone/>
                      </a:pPr>
                      <a:r>
                        <a:rPr lang="ar-SA" sz="1100" b="1" kern="100">
                          <a:effectLst/>
                        </a:rPr>
                        <a:t> </a:t>
                      </a:r>
                      <a:endParaRPr lang="en-US" sz="1100" b="1" kern="100">
                        <a:effectLst/>
                        <a:latin typeface="Aptos" panose="020B0004020202020204" pitchFamily="34" charset="0"/>
                        <a:ea typeface="Aptos" panose="020B0004020202020204" pitchFamily="34" charset="0"/>
                        <a:cs typeface="Arial" panose="020B0604020202020204" pitchFamily="34" charset="0"/>
                      </a:endParaRPr>
                    </a:p>
                  </a:txBody>
                  <a:tcPr marL="40943" marR="40943" marT="0" marB="0"/>
                </a:tc>
                <a:extLst>
                  <a:ext uri="{0D108BD9-81ED-4DB2-BD59-A6C34878D82A}">
                    <a16:rowId xmlns:a16="http://schemas.microsoft.com/office/drawing/2014/main" val="3676147928"/>
                  </a:ext>
                </a:extLst>
              </a:tr>
              <a:tr h="130616">
                <a:tc>
                  <a:txBody>
                    <a:bodyPr/>
                    <a:lstStyle/>
                    <a:p>
                      <a:pPr marL="0" lvl="0" indent="0" algn="r" rtl="1">
                        <a:lnSpc>
                          <a:spcPct val="107000"/>
                        </a:lnSpc>
                        <a:spcAft>
                          <a:spcPts val="800"/>
                        </a:spcAft>
                        <a:buFont typeface="+mj-lt"/>
                        <a:buNone/>
                      </a:pPr>
                      <a:r>
                        <a:rPr lang="ar-SA" sz="1100" b="1" kern="100" dirty="0">
                          <a:effectLst/>
                        </a:rPr>
                        <a:t>ابني شراكات مع أولياء الأمور والمجتمع المحلي.</a:t>
                      </a:r>
                      <a:endParaRPr lang="en-US" sz="1100" b="1" kern="100" dirty="0">
                        <a:effectLst/>
                        <a:latin typeface="Aptos" panose="020B0004020202020204" pitchFamily="34" charset="0"/>
                        <a:ea typeface="Aptos" panose="020B0004020202020204" pitchFamily="34" charset="0"/>
                        <a:cs typeface="Times New Roman" panose="02020603050405020304" pitchFamily="18" charset="0"/>
                      </a:endParaRPr>
                    </a:p>
                  </a:txBody>
                  <a:tcPr marL="40943" marR="40943" marT="0" marB="0"/>
                </a:tc>
                <a:tc>
                  <a:txBody>
                    <a:bodyPr/>
                    <a:lstStyle/>
                    <a:p>
                      <a:pPr algn="ctr" rtl="1">
                        <a:lnSpc>
                          <a:spcPct val="107000"/>
                        </a:lnSpc>
                        <a:spcAft>
                          <a:spcPts val="800"/>
                        </a:spcAft>
                        <a:buNone/>
                      </a:pPr>
                      <a:r>
                        <a:rPr lang="ar-SA" sz="1100" b="1" kern="100">
                          <a:effectLst/>
                        </a:rPr>
                        <a:t> </a:t>
                      </a:r>
                      <a:endParaRPr lang="en-US" sz="1100" b="1" kern="100">
                        <a:effectLst/>
                        <a:latin typeface="Aptos" panose="020B0004020202020204" pitchFamily="34" charset="0"/>
                        <a:ea typeface="Aptos" panose="020B0004020202020204" pitchFamily="34" charset="0"/>
                        <a:cs typeface="Arial" panose="020B0604020202020204" pitchFamily="34" charset="0"/>
                      </a:endParaRPr>
                    </a:p>
                  </a:txBody>
                  <a:tcPr marL="40943" marR="40943" marT="0" marB="0"/>
                </a:tc>
                <a:tc>
                  <a:txBody>
                    <a:bodyPr/>
                    <a:lstStyle/>
                    <a:p>
                      <a:pPr algn="ctr" rtl="1">
                        <a:lnSpc>
                          <a:spcPct val="107000"/>
                        </a:lnSpc>
                        <a:spcAft>
                          <a:spcPts val="800"/>
                        </a:spcAft>
                        <a:buNone/>
                      </a:pPr>
                      <a:r>
                        <a:rPr lang="ar-SA" sz="1100" b="1" kern="100">
                          <a:effectLst/>
                        </a:rPr>
                        <a:t> </a:t>
                      </a:r>
                      <a:endParaRPr lang="en-US" sz="1100" b="1" kern="100">
                        <a:effectLst/>
                        <a:latin typeface="Aptos" panose="020B0004020202020204" pitchFamily="34" charset="0"/>
                        <a:ea typeface="Aptos" panose="020B0004020202020204" pitchFamily="34" charset="0"/>
                        <a:cs typeface="Arial" panose="020B0604020202020204" pitchFamily="34" charset="0"/>
                      </a:endParaRPr>
                    </a:p>
                  </a:txBody>
                  <a:tcPr marL="40943" marR="40943" marT="0" marB="0"/>
                </a:tc>
                <a:tc>
                  <a:txBody>
                    <a:bodyPr/>
                    <a:lstStyle/>
                    <a:p>
                      <a:pPr algn="ctr" rtl="1">
                        <a:lnSpc>
                          <a:spcPct val="107000"/>
                        </a:lnSpc>
                        <a:spcAft>
                          <a:spcPts val="800"/>
                        </a:spcAft>
                        <a:buNone/>
                      </a:pPr>
                      <a:r>
                        <a:rPr lang="ar-SA" sz="1100" b="1" kern="100">
                          <a:effectLst/>
                        </a:rPr>
                        <a:t> </a:t>
                      </a:r>
                      <a:endParaRPr lang="en-US" sz="1100" b="1" kern="100">
                        <a:effectLst/>
                        <a:latin typeface="Aptos" panose="020B0004020202020204" pitchFamily="34" charset="0"/>
                        <a:ea typeface="Aptos" panose="020B0004020202020204" pitchFamily="34" charset="0"/>
                        <a:cs typeface="Arial" panose="020B0604020202020204" pitchFamily="34" charset="0"/>
                      </a:endParaRPr>
                    </a:p>
                  </a:txBody>
                  <a:tcPr marL="40943" marR="40943" marT="0" marB="0"/>
                </a:tc>
                <a:extLst>
                  <a:ext uri="{0D108BD9-81ED-4DB2-BD59-A6C34878D82A}">
                    <a16:rowId xmlns:a16="http://schemas.microsoft.com/office/drawing/2014/main" val="198711558"/>
                  </a:ext>
                </a:extLst>
              </a:tr>
              <a:tr h="130616">
                <a:tc>
                  <a:txBody>
                    <a:bodyPr/>
                    <a:lstStyle/>
                    <a:p>
                      <a:pPr marL="0" lvl="0" indent="0" algn="r" rtl="1">
                        <a:lnSpc>
                          <a:spcPct val="107000"/>
                        </a:lnSpc>
                        <a:spcAft>
                          <a:spcPts val="800"/>
                        </a:spcAft>
                        <a:buFont typeface="+mj-lt"/>
                        <a:buNone/>
                      </a:pPr>
                      <a:r>
                        <a:rPr lang="ar-SA" sz="1100" b="1" kern="100" dirty="0">
                          <a:effectLst/>
                        </a:rPr>
                        <a:t>أقدم الدعم اللازم لإدارة المدرسة في المبادرات.</a:t>
                      </a:r>
                      <a:endParaRPr lang="en-US" sz="1100" b="1" kern="100" dirty="0">
                        <a:effectLst/>
                        <a:latin typeface="Aptos" panose="020B0004020202020204" pitchFamily="34" charset="0"/>
                        <a:ea typeface="Aptos" panose="020B0004020202020204" pitchFamily="34" charset="0"/>
                        <a:cs typeface="Times New Roman" panose="02020603050405020304" pitchFamily="18" charset="0"/>
                      </a:endParaRPr>
                    </a:p>
                  </a:txBody>
                  <a:tcPr marL="40943" marR="40943" marT="0" marB="0"/>
                </a:tc>
                <a:tc>
                  <a:txBody>
                    <a:bodyPr/>
                    <a:lstStyle/>
                    <a:p>
                      <a:pPr algn="ctr" rtl="1">
                        <a:lnSpc>
                          <a:spcPct val="107000"/>
                        </a:lnSpc>
                        <a:spcAft>
                          <a:spcPts val="800"/>
                        </a:spcAft>
                        <a:buNone/>
                      </a:pPr>
                      <a:r>
                        <a:rPr lang="ar-SA" sz="1100" b="1" kern="100">
                          <a:effectLst/>
                        </a:rPr>
                        <a:t> </a:t>
                      </a:r>
                      <a:endParaRPr lang="en-US" sz="1100" b="1" kern="100">
                        <a:effectLst/>
                        <a:latin typeface="Aptos" panose="020B0004020202020204" pitchFamily="34" charset="0"/>
                        <a:ea typeface="Aptos" panose="020B0004020202020204" pitchFamily="34" charset="0"/>
                        <a:cs typeface="Arial" panose="020B0604020202020204" pitchFamily="34" charset="0"/>
                      </a:endParaRPr>
                    </a:p>
                  </a:txBody>
                  <a:tcPr marL="40943" marR="40943" marT="0" marB="0"/>
                </a:tc>
                <a:tc>
                  <a:txBody>
                    <a:bodyPr/>
                    <a:lstStyle/>
                    <a:p>
                      <a:pPr algn="ctr" rtl="1">
                        <a:lnSpc>
                          <a:spcPct val="107000"/>
                        </a:lnSpc>
                        <a:spcAft>
                          <a:spcPts val="800"/>
                        </a:spcAft>
                        <a:buNone/>
                      </a:pPr>
                      <a:r>
                        <a:rPr lang="ar-SA" sz="1100" b="1" kern="100">
                          <a:effectLst/>
                        </a:rPr>
                        <a:t> </a:t>
                      </a:r>
                      <a:endParaRPr lang="en-US" sz="1100" b="1" kern="100">
                        <a:effectLst/>
                        <a:latin typeface="Aptos" panose="020B0004020202020204" pitchFamily="34" charset="0"/>
                        <a:ea typeface="Aptos" panose="020B0004020202020204" pitchFamily="34" charset="0"/>
                        <a:cs typeface="Arial" panose="020B0604020202020204" pitchFamily="34" charset="0"/>
                      </a:endParaRPr>
                    </a:p>
                  </a:txBody>
                  <a:tcPr marL="40943" marR="40943" marT="0" marB="0"/>
                </a:tc>
                <a:tc>
                  <a:txBody>
                    <a:bodyPr/>
                    <a:lstStyle/>
                    <a:p>
                      <a:pPr algn="ctr" rtl="1">
                        <a:lnSpc>
                          <a:spcPct val="107000"/>
                        </a:lnSpc>
                        <a:spcAft>
                          <a:spcPts val="800"/>
                        </a:spcAft>
                        <a:buNone/>
                      </a:pPr>
                      <a:r>
                        <a:rPr lang="ar-SA" sz="1100" b="1" kern="100" dirty="0">
                          <a:effectLst/>
                        </a:rPr>
                        <a:t> </a:t>
                      </a:r>
                      <a:endParaRPr lang="en-US" sz="1100" b="1" kern="100" dirty="0">
                        <a:effectLst/>
                        <a:latin typeface="Aptos" panose="020B0004020202020204" pitchFamily="34" charset="0"/>
                        <a:ea typeface="Aptos" panose="020B0004020202020204" pitchFamily="34" charset="0"/>
                        <a:cs typeface="Arial" panose="020B0604020202020204" pitchFamily="34" charset="0"/>
                      </a:endParaRPr>
                    </a:p>
                  </a:txBody>
                  <a:tcPr marL="40943" marR="40943" marT="0" marB="0"/>
                </a:tc>
                <a:extLst>
                  <a:ext uri="{0D108BD9-81ED-4DB2-BD59-A6C34878D82A}">
                    <a16:rowId xmlns:a16="http://schemas.microsoft.com/office/drawing/2014/main" val="586065718"/>
                  </a:ext>
                </a:extLst>
              </a:tr>
            </a:tbl>
          </a:graphicData>
        </a:graphic>
      </p:graphicFrame>
      <p:sp>
        <p:nvSpPr>
          <p:cNvPr id="9" name="مربع نص 8">
            <a:extLst>
              <a:ext uri="{FF2B5EF4-FFF2-40B4-BE49-F238E27FC236}">
                <a16:creationId xmlns:a16="http://schemas.microsoft.com/office/drawing/2014/main" id="{23B98B7B-5CEC-385F-94E3-E246B7B32DD4}"/>
              </a:ext>
            </a:extLst>
          </p:cNvPr>
          <p:cNvSpPr txBox="1"/>
          <p:nvPr/>
        </p:nvSpPr>
        <p:spPr>
          <a:xfrm>
            <a:off x="516658" y="2603650"/>
            <a:ext cx="6477000" cy="307777"/>
          </a:xfrm>
          <a:prstGeom prst="rect">
            <a:avLst/>
          </a:prstGeom>
          <a:noFill/>
        </p:spPr>
        <p:txBody>
          <a:bodyPr wrap="square" rtlCol="1">
            <a:spAutoFit/>
          </a:bodyPr>
          <a:lstStyle/>
          <a:p>
            <a:pPr algn="r" rtl="1"/>
            <a:r>
              <a:rPr lang="ar-SA" sz="1400" b="1" dirty="0"/>
              <a:t>اسم المعلمة /</a:t>
            </a:r>
            <a:endParaRPr lang="en-US" sz="1400" dirty="0"/>
          </a:p>
        </p:txBody>
      </p:sp>
    </p:spTree>
    <p:extLst>
      <p:ext uri="{BB962C8B-B14F-4D97-AF65-F5344CB8AC3E}">
        <p14:creationId xmlns:p14="http://schemas.microsoft.com/office/powerpoint/2010/main" val="9605259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62C4B0"/>
        </a:solidFill>
        <a:effectLst/>
      </p:bgPr>
    </p:bg>
    <p:spTree>
      <p:nvGrpSpPr>
        <p:cNvPr id="1" name="">
          <a:extLst>
            <a:ext uri="{FF2B5EF4-FFF2-40B4-BE49-F238E27FC236}">
              <a16:creationId xmlns:a16="http://schemas.microsoft.com/office/drawing/2014/main" id="{6C484F4C-6BB6-E7E7-6817-97BC10B1CACA}"/>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860F80FC-6E31-D9EF-FD1C-CCE7562C46E6}"/>
              </a:ext>
            </a:extLst>
          </p:cNvPr>
          <p:cNvSpPr/>
          <p:nvPr/>
        </p:nvSpPr>
        <p:spPr>
          <a:xfrm>
            <a:off x="-251374" y="0"/>
            <a:ext cx="7872660" cy="10895551"/>
          </a:xfrm>
          <a:custGeom>
            <a:avLst/>
            <a:gdLst/>
            <a:ahLst/>
            <a:cxnLst/>
            <a:rect l="l" t="t" r="r" b="b"/>
            <a:pathLst>
              <a:path w="7758846" h="8416894">
                <a:moveTo>
                  <a:pt x="0" y="0"/>
                </a:moveTo>
                <a:lnTo>
                  <a:pt x="7758846" y="0"/>
                </a:lnTo>
                <a:lnTo>
                  <a:pt x="7758846" y="8416894"/>
                </a:lnTo>
                <a:lnTo>
                  <a:pt x="0" y="8416894"/>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ar-SA"/>
          </a:p>
        </p:txBody>
      </p:sp>
      <p:sp>
        <p:nvSpPr>
          <p:cNvPr id="4" name="Freeform 4">
            <a:extLst>
              <a:ext uri="{FF2B5EF4-FFF2-40B4-BE49-F238E27FC236}">
                <a16:creationId xmlns:a16="http://schemas.microsoft.com/office/drawing/2014/main" id="{E020C867-48FB-76FE-911A-45890C5DBB1F}"/>
              </a:ext>
            </a:extLst>
          </p:cNvPr>
          <p:cNvSpPr/>
          <p:nvPr/>
        </p:nvSpPr>
        <p:spPr>
          <a:xfrm>
            <a:off x="0" y="39592"/>
            <a:ext cx="5683250" cy="393700"/>
          </a:xfrm>
          <a:custGeom>
            <a:avLst/>
            <a:gdLst/>
            <a:ahLst/>
            <a:cxnLst/>
            <a:rect l="l" t="t" r="r" b="b"/>
            <a:pathLst>
              <a:path w="3308517" h="1467779">
                <a:moveTo>
                  <a:pt x="0" y="0"/>
                </a:moveTo>
                <a:lnTo>
                  <a:pt x="3308517" y="0"/>
                </a:lnTo>
                <a:lnTo>
                  <a:pt x="3308517" y="1467779"/>
                </a:lnTo>
                <a:lnTo>
                  <a:pt x="0" y="1467779"/>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ar-SA"/>
          </a:p>
        </p:txBody>
      </p:sp>
      <p:sp>
        <p:nvSpPr>
          <p:cNvPr id="3" name="مربع نص 2">
            <a:extLst>
              <a:ext uri="{FF2B5EF4-FFF2-40B4-BE49-F238E27FC236}">
                <a16:creationId xmlns:a16="http://schemas.microsoft.com/office/drawing/2014/main" id="{F6F56990-D16A-1525-F585-FA90A23E52CA}"/>
              </a:ext>
            </a:extLst>
          </p:cNvPr>
          <p:cNvSpPr txBox="1"/>
          <p:nvPr/>
        </p:nvSpPr>
        <p:spPr>
          <a:xfrm>
            <a:off x="539750" y="2245951"/>
            <a:ext cx="6477000" cy="307777"/>
          </a:xfrm>
          <a:prstGeom prst="rect">
            <a:avLst/>
          </a:prstGeom>
          <a:noFill/>
        </p:spPr>
        <p:txBody>
          <a:bodyPr wrap="square" rtlCol="1">
            <a:spAutoFit/>
          </a:bodyPr>
          <a:lstStyle/>
          <a:p>
            <a:pPr algn="r" rtl="1"/>
            <a:r>
              <a:rPr lang="ar-SA" sz="1400" b="1" dirty="0"/>
              <a:t>اسم المعلمة:                                    التخصص:                                      سنوات الخدمة:</a:t>
            </a:r>
            <a:endParaRPr lang="en-US" sz="1400" dirty="0"/>
          </a:p>
        </p:txBody>
      </p:sp>
      <p:sp>
        <p:nvSpPr>
          <p:cNvPr id="6" name="مربع نص 5">
            <a:extLst>
              <a:ext uri="{FF2B5EF4-FFF2-40B4-BE49-F238E27FC236}">
                <a16:creationId xmlns:a16="http://schemas.microsoft.com/office/drawing/2014/main" id="{EF349B89-118A-D9E7-1DD5-EFA9781C40E3}"/>
              </a:ext>
            </a:extLst>
          </p:cNvPr>
          <p:cNvSpPr txBox="1"/>
          <p:nvPr/>
        </p:nvSpPr>
        <p:spPr>
          <a:xfrm>
            <a:off x="2330450" y="1231900"/>
            <a:ext cx="2971800" cy="369332"/>
          </a:xfrm>
          <a:prstGeom prst="rect">
            <a:avLst/>
          </a:prstGeom>
          <a:noFill/>
        </p:spPr>
        <p:txBody>
          <a:bodyPr wrap="square" rtlCol="1">
            <a:spAutoFit/>
          </a:bodyPr>
          <a:lstStyle/>
          <a:p>
            <a:pPr algn="ctr" rtl="1"/>
            <a:r>
              <a:rPr lang="ar-SA" b="1" dirty="0">
                <a:solidFill>
                  <a:srgbClr val="C00000"/>
                </a:solidFill>
              </a:rPr>
              <a:t>التطوير المهني الذاتي (مستفيد)</a:t>
            </a:r>
            <a:endParaRPr lang="en-US" dirty="0">
              <a:solidFill>
                <a:srgbClr val="C00000"/>
              </a:solidFill>
            </a:endParaRPr>
          </a:p>
        </p:txBody>
      </p:sp>
      <p:graphicFrame>
        <p:nvGraphicFramePr>
          <p:cNvPr id="9" name="جدول 8">
            <a:extLst>
              <a:ext uri="{FF2B5EF4-FFF2-40B4-BE49-F238E27FC236}">
                <a16:creationId xmlns:a16="http://schemas.microsoft.com/office/drawing/2014/main" id="{E6A680B2-308D-243A-B1CA-F7C54C73DF90}"/>
              </a:ext>
            </a:extLst>
          </p:cNvPr>
          <p:cNvGraphicFramePr>
            <a:graphicFrameLocks noGrp="1"/>
          </p:cNvGraphicFramePr>
          <p:nvPr>
            <p:extLst>
              <p:ext uri="{D42A27DB-BD31-4B8C-83A1-F6EECF244321}">
                <p14:modId xmlns:p14="http://schemas.microsoft.com/office/powerpoint/2010/main" val="354257549"/>
              </p:ext>
            </p:extLst>
          </p:nvPr>
        </p:nvGraphicFramePr>
        <p:xfrm>
          <a:off x="577850" y="2918057"/>
          <a:ext cx="6863080" cy="3022600"/>
        </p:xfrm>
        <a:graphic>
          <a:graphicData uri="http://schemas.openxmlformats.org/drawingml/2006/table">
            <a:tbl>
              <a:tblPr rtl="1" firstRow="1" firstCol="1" bandRow="1">
                <a:tableStyleId>{5940675A-B579-460E-94D1-54222C63F5DA}</a:tableStyleId>
              </a:tblPr>
              <a:tblGrid>
                <a:gridCol w="1960880">
                  <a:extLst>
                    <a:ext uri="{9D8B030D-6E8A-4147-A177-3AD203B41FA5}">
                      <a16:colId xmlns:a16="http://schemas.microsoft.com/office/drawing/2014/main" val="1415841806"/>
                    </a:ext>
                  </a:extLst>
                </a:gridCol>
                <a:gridCol w="980440">
                  <a:extLst>
                    <a:ext uri="{9D8B030D-6E8A-4147-A177-3AD203B41FA5}">
                      <a16:colId xmlns:a16="http://schemas.microsoft.com/office/drawing/2014/main" val="3856363894"/>
                    </a:ext>
                  </a:extLst>
                </a:gridCol>
                <a:gridCol w="980440">
                  <a:extLst>
                    <a:ext uri="{9D8B030D-6E8A-4147-A177-3AD203B41FA5}">
                      <a16:colId xmlns:a16="http://schemas.microsoft.com/office/drawing/2014/main" val="2040092492"/>
                    </a:ext>
                  </a:extLst>
                </a:gridCol>
                <a:gridCol w="980440">
                  <a:extLst>
                    <a:ext uri="{9D8B030D-6E8A-4147-A177-3AD203B41FA5}">
                      <a16:colId xmlns:a16="http://schemas.microsoft.com/office/drawing/2014/main" val="2020301215"/>
                    </a:ext>
                  </a:extLst>
                </a:gridCol>
                <a:gridCol w="980440">
                  <a:extLst>
                    <a:ext uri="{9D8B030D-6E8A-4147-A177-3AD203B41FA5}">
                      <a16:colId xmlns:a16="http://schemas.microsoft.com/office/drawing/2014/main" val="4197988655"/>
                    </a:ext>
                  </a:extLst>
                </a:gridCol>
                <a:gridCol w="980440">
                  <a:extLst>
                    <a:ext uri="{9D8B030D-6E8A-4147-A177-3AD203B41FA5}">
                      <a16:colId xmlns:a16="http://schemas.microsoft.com/office/drawing/2014/main" val="289994482"/>
                    </a:ext>
                  </a:extLst>
                </a:gridCol>
              </a:tblGrid>
              <a:tr h="431800">
                <a:tc>
                  <a:txBody>
                    <a:bodyPr/>
                    <a:lstStyle/>
                    <a:p>
                      <a:pPr algn="ctr" rtl="1">
                        <a:lnSpc>
                          <a:spcPct val="107000"/>
                        </a:lnSpc>
                        <a:spcAft>
                          <a:spcPts val="800"/>
                        </a:spcAft>
                        <a:buNone/>
                      </a:pPr>
                      <a:r>
                        <a:rPr lang="ar-SA" sz="1200" b="1" kern="100" dirty="0">
                          <a:effectLst/>
                        </a:rPr>
                        <a:t>البرنامج</a:t>
                      </a:r>
                      <a:endParaRPr lang="en-US" sz="1100" b="1" kern="1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solidFill>
                      <a:schemeClr val="bg2"/>
                    </a:solidFill>
                  </a:tcPr>
                </a:tc>
                <a:tc>
                  <a:txBody>
                    <a:bodyPr/>
                    <a:lstStyle/>
                    <a:p>
                      <a:pPr algn="ctr" rtl="1">
                        <a:lnSpc>
                          <a:spcPct val="107000"/>
                        </a:lnSpc>
                        <a:spcAft>
                          <a:spcPts val="800"/>
                        </a:spcAft>
                        <a:buNone/>
                      </a:pPr>
                      <a:r>
                        <a:rPr lang="ar-SA" sz="1200" b="1" kern="100" dirty="0">
                          <a:effectLst/>
                        </a:rPr>
                        <a:t>النوع</a:t>
                      </a:r>
                      <a:r>
                        <a:rPr lang="ar-SA" sz="1200" b="1" kern="100" dirty="0">
                          <a:solidFill>
                            <a:srgbClr val="C00000"/>
                          </a:solidFill>
                          <a:effectLst/>
                        </a:rPr>
                        <a:t>*</a:t>
                      </a:r>
                      <a:endParaRPr lang="en-US" sz="1100" b="1" kern="100" dirty="0">
                        <a:solidFill>
                          <a:srgbClr val="C00000"/>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solidFill>
                      <a:schemeClr val="bg2"/>
                    </a:solidFill>
                  </a:tcPr>
                </a:tc>
                <a:tc>
                  <a:txBody>
                    <a:bodyPr/>
                    <a:lstStyle/>
                    <a:p>
                      <a:pPr algn="ctr" rtl="1">
                        <a:lnSpc>
                          <a:spcPct val="107000"/>
                        </a:lnSpc>
                        <a:spcAft>
                          <a:spcPts val="800"/>
                        </a:spcAft>
                        <a:buNone/>
                      </a:pPr>
                      <a:r>
                        <a:rPr lang="ar-SA" sz="1200" b="1" kern="100">
                          <a:effectLst/>
                        </a:rPr>
                        <a:t>التاريخ</a:t>
                      </a:r>
                      <a:endParaRPr lang="en-US" sz="1100" b="1"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solidFill>
                      <a:schemeClr val="bg2"/>
                    </a:solidFill>
                  </a:tcPr>
                </a:tc>
                <a:tc>
                  <a:txBody>
                    <a:bodyPr/>
                    <a:lstStyle/>
                    <a:p>
                      <a:pPr algn="ctr" rtl="1">
                        <a:lnSpc>
                          <a:spcPct val="107000"/>
                        </a:lnSpc>
                        <a:spcAft>
                          <a:spcPts val="800"/>
                        </a:spcAft>
                        <a:buNone/>
                      </a:pPr>
                      <a:r>
                        <a:rPr lang="ar-SA" sz="1200" b="1" kern="100" dirty="0">
                          <a:effectLst/>
                        </a:rPr>
                        <a:t>المدة</a:t>
                      </a:r>
                      <a:endParaRPr lang="en-US" sz="1100" b="1" kern="1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solidFill>
                      <a:schemeClr val="bg2"/>
                    </a:solidFill>
                  </a:tcPr>
                </a:tc>
                <a:tc>
                  <a:txBody>
                    <a:bodyPr/>
                    <a:lstStyle/>
                    <a:p>
                      <a:pPr algn="ctr" rtl="1">
                        <a:lnSpc>
                          <a:spcPct val="107000"/>
                        </a:lnSpc>
                        <a:spcAft>
                          <a:spcPts val="800"/>
                        </a:spcAft>
                        <a:buNone/>
                      </a:pPr>
                      <a:r>
                        <a:rPr lang="ar-SA" sz="1200" b="1" kern="100" dirty="0">
                          <a:effectLst/>
                        </a:rPr>
                        <a:t>المصدر</a:t>
                      </a:r>
                      <a:endParaRPr lang="en-US" sz="1100" b="1" kern="1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solidFill>
                      <a:schemeClr val="bg2"/>
                    </a:solidFill>
                  </a:tcPr>
                </a:tc>
                <a:tc>
                  <a:txBody>
                    <a:bodyPr/>
                    <a:lstStyle/>
                    <a:p>
                      <a:pPr algn="ctr" rtl="1">
                        <a:lnSpc>
                          <a:spcPct val="107000"/>
                        </a:lnSpc>
                        <a:spcAft>
                          <a:spcPts val="800"/>
                        </a:spcAft>
                        <a:buNone/>
                      </a:pPr>
                      <a:r>
                        <a:rPr lang="ar-SA" sz="1200" b="1" kern="100" dirty="0">
                          <a:effectLst/>
                        </a:rPr>
                        <a:t>أثر البرنامج</a:t>
                      </a:r>
                      <a:endParaRPr lang="en-US" sz="1100" b="1" kern="1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solidFill>
                      <a:schemeClr val="bg2"/>
                    </a:solidFill>
                  </a:tcPr>
                </a:tc>
                <a:extLst>
                  <a:ext uri="{0D108BD9-81ED-4DB2-BD59-A6C34878D82A}">
                    <a16:rowId xmlns:a16="http://schemas.microsoft.com/office/drawing/2014/main" val="1678645718"/>
                  </a:ext>
                </a:extLst>
              </a:tr>
              <a:tr h="431800">
                <a:tc>
                  <a:txBody>
                    <a:bodyPr/>
                    <a:lstStyle/>
                    <a:p>
                      <a:pPr algn="ctr" rtl="1">
                        <a:lnSpc>
                          <a:spcPct val="107000"/>
                        </a:lnSpc>
                        <a:spcAft>
                          <a:spcPts val="800"/>
                        </a:spcAft>
                        <a:buNone/>
                      </a:pPr>
                      <a:r>
                        <a:rPr lang="ar-SA" sz="1200" kern="100">
                          <a:effectLst/>
                        </a:rPr>
                        <a:t> </a:t>
                      </a:r>
                      <a:endParaRPr lang="en-US" sz="11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tc>
                  <a:txBody>
                    <a:bodyPr/>
                    <a:lstStyle/>
                    <a:p>
                      <a:pPr algn="ctr" rtl="1">
                        <a:lnSpc>
                          <a:spcPct val="107000"/>
                        </a:lnSpc>
                        <a:spcAft>
                          <a:spcPts val="800"/>
                        </a:spcAft>
                        <a:buNone/>
                      </a:pPr>
                      <a:r>
                        <a:rPr lang="ar-SA" sz="1200" kern="100">
                          <a:effectLst/>
                        </a:rPr>
                        <a:t> </a:t>
                      </a:r>
                      <a:endParaRPr lang="en-US" sz="11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tc>
                  <a:txBody>
                    <a:bodyPr/>
                    <a:lstStyle/>
                    <a:p>
                      <a:pPr algn="ctr" rtl="1">
                        <a:lnSpc>
                          <a:spcPct val="107000"/>
                        </a:lnSpc>
                        <a:spcAft>
                          <a:spcPts val="800"/>
                        </a:spcAft>
                        <a:buNone/>
                      </a:pPr>
                      <a:r>
                        <a:rPr lang="ar-SA" sz="1200" kern="100">
                          <a:effectLst/>
                        </a:rPr>
                        <a:t> </a:t>
                      </a:r>
                      <a:endParaRPr lang="en-US" sz="11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tc>
                  <a:txBody>
                    <a:bodyPr/>
                    <a:lstStyle/>
                    <a:p>
                      <a:pPr algn="ctr" rtl="1">
                        <a:lnSpc>
                          <a:spcPct val="107000"/>
                        </a:lnSpc>
                        <a:spcAft>
                          <a:spcPts val="800"/>
                        </a:spcAft>
                        <a:buNone/>
                      </a:pPr>
                      <a:r>
                        <a:rPr lang="ar-SA" sz="1200" kern="100">
                          <a:effectLst/>
                        </a:rPr>
                        <a:t> </a:t>
                      </a:r>
                      <a:endParaRPr lang="en-US" sz="11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tc>
                  <a:txBody>
                    <a:bodyPr/>
                    <a:lstStyle/>
                    <a:p>
                      <a:pPr algn="ctr" rtl="1">
                        <a:lnSpc>
                          <a:spcPct val="107000"/>
                        </a:lnSpc>
                        <a:spcAft>
                          <a:spcPts val="800"/>
                        </a:spcAft>
                        <a:buNone/>
                      </a:pPr>
                      <a:r>
                        <a:rPr lang="ar-SA" sz="1200" kern="100" dirty="0">
                          <a:effectLst/>
                        </a:rPr>
                        <a:t> </a:t>
                      </a:r>
                      <a:endParaRPr lang="en-US" sz="1100" kern="1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tc>
                  <a:txBody>
                    <a:bodyPr/>
                    <a:lstStyle/>
                    <a:p>
                      <a:pPr algn="ctr" rtl="1">
                        <a:lnSpc>
                          <a:spcPct val="107000"/>
                        </a:lnSpc>
                        <a:spcAft>
                          <a:spcPts val="800"/>
                        </a:spcAft>
                        <a:buNone/>
                      </a:pPr>
                      <a:r>
                        <a:rPr lang="ar-SA" sz="1200" kern="100">
                          <a:effectLst/>
                        </a:rPr>
                        <a:t> </a:t>
                      </a:r>
                      <a:endParaRPr lang="en-US" sz="11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461736794"/>
                  </a:ext>
                </a:extLst>
              </a:tr>
              <a:tr h="431800">
                <a:tc>
                  <a:txBody>
                    <a:bodyPr/>
                    <a:lstStyle/>
                    <a:p>
                      <a:pPr algn="ctr" rtl="1">
                        <a:lnSpc>
                          <a:spcPct val="107000"/>
                        </a:lnSpc>
                        <a:spcAft>
                          <a:spcPts val="800"/>
                        </a:spcAft>
                        <a:buNone/>
                      </a:pPr>
                      <a:r>
                        <a:rPr lang="ar-SA" sz="1200" kern="100">
                          <a:effectLst/>
                        </a:rPr>
                        <a:t> </a:t>
                      </a:r>
                      <a:endParaRPr lang="en-US" sz="11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tc>
                  <a:txBody>
                    <a:bodyPr/>
                    <a:lstStyle/>
                    <a:p>
                      <a:pPr algn="ctr" rtl="1">
                        <a:lnSpc>
                          <a:spcPct val="107000"/>
                        </a:lnSpc>
                        <a:spcAft>
                          <a:spcPts val="800"/>
                        </a:spcAft>
                        <a:buNone/>
                      </a:pPr>
                      <a:r>
                        <a:rPr lang="ar-SA" sz="1200" kern="100">
                          <a:effectLst/>
                        </a:rPr>
                        <a:t> </a:t>
                      </a:r>
                      <a:endParaRPr lang="en-US" sz="11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tc>
                  <a:txBody>
                    <a:bodyPr/>
                    <a:lstStyle/>
                    <a:p>
                      <a:pPr algn="ctr" rtl="1">
                        <a:lnSpc>
                          <a:spcPct val="107000"/>
                        </a:lnSpc>
                        <a:spcAft>
                          <a:spcPts val="800"/>
                        </a:spcAft>
                        <a:buNone/>
                      </a:pPr>
                      <a:r>
                        <a:rPr lang="ar-SA" sz="1200" kern="100">
                          <a:effectLst/>
                        </a:rPr>
                        <a:t> </a:t>
                      </a:r>
                      <a:endParaRPr lang="en-US" sz="11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tc>
                  <a:txBody>
                    <a:bodyPr/>
                    <a:lstStyle/>
                    <a:p>
                      <a:pPr algn="ctr" rtl="1">
                        <a:lnSpc>
                          <a:spcPct val="107000"/>
                        </a:lnSpc>
                        <a:spcAft>
                          <a:spcPts val="800"/>
                        </a:spcAft>
                        <a:buNone/>
                      </a:pPr>
                      <a:r>
                        <a:rPr lang="ar-SA" sz="1200" kern="100">
                          <a:effectLst/>
                        </a:rPr>
                        <a:t> </a:t>
                      </a:r>
                      <a:endParaRPr lang="en-US" sz="11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tc>
                  <a:txBody>
                    <a:bodyPr/>
                    <a:lstStyle/>
                    <a:p>
                      <a:pPr algn="ctr" rtl="1">
                        <a:lnSpc>
                          <a:spcPct val="107000"/>
                        </a:lnSpc>
                        <a:spcAft>
                          <a:spcPts val="800"/>
                        </a:spcAft>
                        <a:buNone/>
                      </a:pPr>
                      <a:r>
                        <a:rPr lang="ar-SA" sz="1200" kern="100">
                          <a:effectLst/>
                        </a:rPr>
                        <a:t> </a:t>
                      </a:r>
                      <a:endParaRPr lang="en-US" sz="11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tc>
                  <a:txBody>
                    <a:bodyPr/>
                    <a:lstStyle/>
                    <a:p>
                      <a:pPr algn="ctr" rtl="1">
                        <a:lnSpc>
                          <a:spcPct val="107000"/>
                        </a:lnSpc>
                        <a:spcAft>
                          <a:spcPts val="800"/>
                        </a:spcAft>
                        <a:buNone/>
                      </a:pPr>
                      <a:r>
                        <a:rPr lang="ar-SA" sz="1200" kern="100">
                          <a:effectLst/>
                        </a:rPr>
                        <a:t> </a:t>
                      </a:r>
                      <a:endParaRPr lang="en-US" sz="11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1096832480"/>
                  </a:ext>
                </a:extLst>
              </a:tr>
              <a:tr h="431800">
                <a:tc>
                  <a:txBody>
                    <a:bodyPr/>
                    <a:lstStyle/>
                    <a:p>
                      <a:pPr algn="ctr" rtl="1">
                        <a:lnSpc>
                          <a:spcPct val="107000"/>
                        </a:lnSpc>
                        <a:spcAft>
                          <a:spcPts val="800"/>
                        </a:spcAft>
                        <a:buNone/>
                      </a:pPr>
                      <a:r>
                        <a:rPr lang="ar-SA" sz="1200" kern="100">
                          <a:effectLst/>
                        </a:rPr>
                        <a:t> </a:t>
                      </a:r>
                      <a:endParaRPr lang="en-US" sz="11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tc>
                  <a:txBody>
                    <a:bodyPr/>
                    <a:lstStyle/>
                    <a:p>
                      <a:pPr algn="ctr" rtl="1">
                        <a:lnSpc>
                          <a:spcPct val="107000"/>
                        </a:lnSpc>
                        <a:spcAft>
                          <a:spcPts val="800"/>
                        </a:spcAft>
                        <a:buNone/>
                      </a:pPr>
                      <a:r>
                        <a:rPr lang="ar-SA" sz="1200" kern="100">
                          <a:effectLst/>
                        </a:rPr>
                        <a:t> </a:t>
                      </a:r>
                      <a:endParaRPr lang="en-US" sz="11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tc>
                  <a:txBody>
                    <a:bodyPr/>
                    <a:lstStyle/>
                    <a:p>
                      <a:pPr algn="ctr" rtl="1">
                        <a:lnSpc>
                          <a:spcPct val="107000"/>
                        </a:lnSpc>
                        <a:spcAft>
                          <a:spcPts val="800"/>
                        </a:spcAft>
                        <a:buNone/>
                      </a:pPr>
                      <a:r>
                        <a:rPr lang="ar-SA" sz="1200" kern="100">
                          <a:effectLst/>
                        </a:rPr>
                        <a:t> </a:t>
                      </a:r>
                      <a:endParaRPr lang="en-US" sz="11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tc>
                  <a:txBody>
                    <a:bodyPr/>
                    <a:lstStyle/>
                    <a:p>
                      <a:pPr algn="ctr" rtl="1">
                        <a:lnSpc>
                          <a:spcPct val="107000"/>
                        </a:lnSpc>
                        <a:spcAft>
                          <a:spcPts val="800"/>
                        </a:spcAft>
                        <a:buNone/>
                      </a:pPr>
                      <a:r>
                        <a:rPr lang="ar-SA" sz="1200" kern="100">
                          <a:effectLst/>
                        </a:rPr>
                        <a:t> </a:t>
                      </a:r>
                      <a:endParaRPr lang="en-US" sz="11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tc>
                  <a:txBody>
                    <a:bodyPr/>
                    <a:lstStyle/>
                    <a:p>
                      <a:pPr algn="ctr" rtl="1">
                        <a:lnSpc>
                          <a:spcPct val="107000"/>
                        </a:lnSpc>
                        <a:spcAft>
                          <a:spcPts val="800"/>
                        </a:spcAft>
                        <a:buNone/>
                      </a:pPr>
                      <a:r>
                        <a:rPr lang="ar-SA" sz="1200" kern="100">
                          <a:effectLst/>
                        </a:rPr>
                        <a:t> </a:t>
                      </a:r>
                      <a:endParaRPr lang="en-US" sz="11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tc>
                  <a:txBody>
                    <a:bodyPr/>
                    <a:lstStyle/>
                    <a:p>
                      <a:pPr algn="ctr" rtl="1">
                        <a:lnSpc>
                          <a:spcPct val="107000"/>
                        </a:lnSpc>
                        <a:spcAft>
                          <a:spcPts val="800"/>
                        </a:spcAft>
                        <a:buNone/>
                      </a:pPr>
                      <a:r>
                        <a:rPr lang="ar-SA" sz="1200" kern="100">
                          <a:effectLst/>
                        </a:rPr>
                        <a:t> </a:t>
                      </a:r>
                      <a:endParaRPr lang="en-US" sz="11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112593392"/>
                  </a:ext>
                </a:extLst>
              </a:tr>
              <a:tr h="431800">
                <a:tc>
                  <a:txBody>
                    <a:bodyPr/>
                    <a:lstStyle/>
                    <a:p>
                      <a:pPr algn="ctr" rtl="1">
                        <a:lnSpc>
                          <a:spcPct val="107000"/>
                        </a:lnSpc>
                        <a:spcAft>
                          <a:spcPts val="800"/>
                        </a:spcAft>
                        <a:buNone/>
                      </a:pPr>
                      <a:r>
                        <a:rPr lang="ar-SA" sz="1200" kern="100">
                          <a:effectLst/>
                        </a:rPr>
                        <a:t> </a:t>
                      </a:r>
                      <a:endParaRPr lang="en-US" sz="11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tc>
                  <a:txBody>
                    <a:bodyPr/>
                    <a:lstStyle/>
                    <a:p>
                      <a:pPr algn="ctr" rtl="1">
                        <a:lnSpc>
                          <a:spcPct val="107000"/>
                        </a:lnSpc>
                        <a:spcAft>
                          <a:spcPts val="800"/>
                        </a:spcAft>
                        <a:buNone/>
                      </a:pPr>
                      <a:r>
                        <a:rPr lang="ar-SA" sz="1200" kern="100">
                          <a:effectLst/>
                        </a:rPr>
                        <a:t> </a:t>
                      </a:r>
                      <a:endParaRPr lang="en-US" sz="11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tc>
                  <a:txBody>
                    <a:bodyPr/>
                    <a:lstStyle/>
                    <a:p>
                      <a:pPr algn="ctr" rtl="1">
                        <a:lnSpc>
                          <a:spcPct val="107000"/>
                        </a:lnSpc>
                        <a:spcAft>
                          <a:spcPts val="800"/>
                        </a:spcAft>
                        <a:buNone/>
                      </a:pPr>
                      <a:r>
                        <a:rPr lang="ar-SA" sz="1200" kern="100">
                          <a:effectLst/>
                        </a:rPr>
                        <a:t> </a:t>
                      </a:r>
                      <a:endParaRPr lang="en-US" sz="11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tc>
                  <a:txBody>
                    <a:bodyPr/>
                    <a:lstStyle/>
                    <a:p>
                      <a:pPr algn="ctr" rtl="1">
                        <a:lnSpc>
                          <a:spcPct val="107000"/>
                        </a:lnSpc>
                        <a:spcAft>
                          <a:spcPts val="800"/>
                        </a:spcAft>
                        <a:buNone/>
                      </a:pPr>
                      <a:r>
                        <a:rPr lang="ar-SA" sz="1200" kern="100">
                          <a:effectLst/>
                        </a:rPr>
                        <a:t> </a:t>
                      </a:r>
                      <a:endParaRPr lang="en-US" sz="11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tc>
                  <a:txBody>
                    <a:bodyPr/>
                    <a:lstStyle/>
                    <a:p>
                      <a:pPr algn="ctr" rtl="1">
                        <a:lnSpc>
                          <a:spcPct val="107000"/>
                        </a:lnSpc>
                        <a:spcAft>
                          <a:spcPts val="800"/>
                        </a:spcAft>
                        <a:buNone/>
                      </a:pPr>
                      <a:r>
                        <a:rPr lang="ar-SA" sz="1200" kern="100">
                          <a:effectLst/>
                        </a:rPr>
                        <a:t> </a:t>
                      </a:r>
                      <a:endParaRPr lang="en-US" sz="11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tc>
                  <a:txBody>
                    <a:bodyPr/>
                    <a:lstStyle/>
                    <a:p>
                      <a:pPr algn="ctr" rtl="1">
                        <a:lnSpc>
                          <a:spcPct val="107000"/>
                        </a:lnSpc>
                        <a:spcAft>
                          <a:spcPts val="800"/>
                        </a:spcAft>
                        <a:buNone/>
                      </a:pPr>
                      <a:r>
                        <a:rPr lang="ar-SA" sz="1200" kern="100">
                          <a:effectLst/>
                        </a:rPr>
                        <a:t> </a:t>
                      </a:r>
                      <a:endParaRPr lang="en-US" sz="11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2967103968"/>
                  </a:ext>
                </a:extLst>
              </a:tr>
              <a:tr h="431800">
                <a:tc>
                  <a:txBody>
                    <a:bodyPr/>
                    <a:lstStyle/>
                    <a:p>
                      <a:pPr algn="ctr" rtl="1">
                        <a:lnSpc>
                          <a:spcPct val="107000"/>
                        </a:lnSpc>
                        <a:spcAft>
                          <a:spcPts val="800"/>
                        </a:spcAft>
                        <a:buNone/>
                      </a:pPr>
                      <a:r>
                        <a:rPr lang="ar-SA" sz="1200" kern="100">
                          <a:effectLst/>
                        </a:rPr>
                        <a:t> </a:t>
                      </a:r>
                      <a:endParaRPr lang="en-US" sz="11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tc>
                  <a:txBody>
                    <a:bodyPr/>
                    <a:lstStyle/>
                    <a:p>
                      <a:pPr algn="ctr" rtl="1">
                        <a:lnSpc>
                          <a:spcPct val="107000"/>
                        </a:lnSpc>
                        <a:spcAft>
                          <a:spcPts val="800"/>
                        </a:spcAft>
                        <a:buNone/>
                      </a:pPr>
                      <a:r>
                        <a:rPr lang="ar-SA" sz="1200" kern="100">
                          <a:effectLst/>
                        </a:rPr>
                        <a:t> </a:t>
                      </a:r>
                      <a:endParaRPr lang="en-US" sz="11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tc>
                  <a:txBody>
                    <a:bodyPr/>
                    <a:lstStyle/>
                    <a:p>
                      <a:pPr algn="ctr" rtl="1">
                        <a:lnSpc>
                          <a:spcPct val="107000"/>
                        </a:lnSpc>
                        <a:spcAft>
                          <a:spcPts val="800"/>
                        </a:spcAft>
                        <a:buNone/>
                      </a:pPr>
                      <a:r>
                        <a:rPr lang="ar-SA" sz="1200" kern="100">
                          <a:effectLst/>
                        </a:rPr>
                        <a:t> </a:t>
                      </a:r>
                      <a:endParaRPr lang="en-US" sz="11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tc>
                  <a:txBody>
                    <a:bodyPr/>
                    <a:lstStyle/>
                    <a:p>
                      <a:pPr algn="ctr" rtl="1">
                        <a:lnSpc>
                          <a:spcPct val="107000"/>
                        </a:lnSpc>
                        <a:spcAft>
                          <a:spcPts val="800"/>
                        </a:spcAft>
                        <a:buNone/>
                      </a:pPr>
                      <a:r>
                        <a:rPr lang="ar-SA" sz="1200" kern="100">
                          <a:effectLst/>
                        </a:rPr>
                        <a:t> </a:t>
                      </a:r>
                      <a:endParaRPr lang="en-US" sz="11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tc>
                  <a:txBody>
                    <a:bodyPr/>
                    <a:lstStyle/>
                    <a:p>
                      <a:pPr algn="ctr" rtl="1">
                        <a:lnSpc>
                          <a:spcPct val="107000"/>
                        </a:lnSpc>
                        <a:spcAft>
                          <a:spcPts val="800"/>
                        </a:spcAft>
                        <a:buNone/>
                      </a:pPr>
                      <a:r>
                        <a:rPr lang="ar-SA" sz="1200" kern="100">
                          <a:effectLst/>
                        </a:rPr>
                        <a:t> </a:t>
                      </a:r>
                      <a:endParaRPr lang="en-US" sz="11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tc>
                  <a:txBody>
                    <a:bodyPr/>
                    <a:lstStyle/>
                    <a:p>
                      <a:pPr algn="ctr" rtl="1">
                        <a:lnSpc>
                          <a:spcPct val="107000"/>
                        </a:lnSpc>
                        <a:spcAft>
                          <a:spcPts val="800"/>
                        </a:spcAft>
                        <a:buNone/>
                      </a:pPr>
                      <a:r>
                        <a:rPr lang="ar-SA" sz="1200" kern="100">
                          <a:effectLst/>
                        </a:rPr>
                        <a:t> </a:t>
                      </a:r>
                      <a:endParaRPr lang="en-US" sz="11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160307253"/>
                  </a:ext>
                </a:extLst>
              </a:tr>
              <a:tr h="431800">
                <a:tc>
                  <a:txBody>
                    <a:bodyPr/>
                    <a:lstStyle/>
                    <a:p>
                      <a:pPr algn="ctr" rtl="1">
                        <a:lnSpc>
                          <a:spcPct val="107000"/>
                        </a:lnSpc>
                        <a:spcAft>
                          <a:spcPts val="800"/>
                        </a:spcAft>
                        <a:buNone/>
                      </a:pPr>
                      <a:r>
                        <a:rPr lang="ar-SA" sz="1200" kern="100">
                          <a:effectLst/>
                        </a:rPr>
                        <a:t> </a:t>
                      </a:r>
                      <a:endParaRPr lang="en-US" sz="11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tc>
                  <a:txBody>
                    <a:bodyPr/>
                    <a:lstStyle/>
                    <a:p>
                      <a:pPr algn="ctr" rtl="1">
                        <a:lnSpc>
                          <a:spcPct val="107000"/>
                        </a:lnSpc>
                        <a:spcAft>
                          <a:spcPts val="800"/>
                        </a:spcAft>
                        <a:buNone/>
                      </a:pPr>
                      <a:r>
                        <a:rPr lang="ar-SA" sz="1200" kern="100">
                          <a:effectLst/>
                        </a:rPr>
                        <a:t> </a:t>
                      </a:r>
                      <a:endParaRPr lang="en-US" sz="11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tc>
                  <a:txBody>
                    <a:bodyPr/>
                    <a:lstStyle/>
                    <a:p>
                      <a:pPr algn="ctr" rtl="1">
                        <a:lnSpc>
                          <a:spcPct val="107000"/>
                        </a:lnSpc>
                        <a:spcAft>
                          <a:spcPts val="800"/>
                        </a:spcAft>
                        <a:buNone/>
                      </a:pPr>
                      <a:r>
                        <a:rPr lang="ar-SA" sz="1200" kern="100">
                          <a:effectLst/>
                        </a:rPr>
                        <a:t> </a:t>
                      </a:r>
                      <a:endParaRPr lang="en-US" sz="11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tc>
                  <a:txBody>
                    <a:bodyPr/>
                    <a:lstStyle/>
                    <a:p>
                      <a:pPr algn="ctr" rtl="1">
                        <a:lnSpc>
                          <a:spcPct val="107000"/>
                        </a:lnSpc>
                        <a:spcAft>
                          <a:spcPts val="800"/>
                        </a:spcAft>
                        <a:buNone/>
                      </a:pPr>
                      <a:r>
                        <a:rPr lang="ar-SA" sz="1200" kern="100">
                          <a:effectLst/>
                        </a:rPr>
                        <a:t> </a:t>
                      </a:r>
                      <a:endParaRPr lang="en-US" sz="11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tc>
                  <a:txBody>
                    <a:bodyPr/>
                    <a:lstStyle/>
                    <a:p>
                      <a:pPr algn="ctr" rtl="1">
                        <a:lnSpc>
                          <a:spcPct val="107000"/>
                        </a:lnSpc>
                        <a:spcAft>
                          <a:spcPts val="800"/>
                        </a:spcAft>
                        <a:buNone/>
                      </a:pPr>
                      <a:r>
                        <a:rPr lang="ar-SA" sz="1200" kern="100">
                          <a:effectLst/>
                        </a:rPr>
                        <a:t> </a:t>
                      </a:r>
                      <a:endParaRPr lang="en-US" sz="1100"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tc>
                  <a:txBody>
                    <a:bodyPr/>
                    <a:lstStyle/>
                    <a:p>
                      <a:pPr algn="ctr" rtl="1">
                        <a:lnSpc>
                          <a:spcPct val="107000"/>
                        </a:lnSpc>
                        <a:spcAft>
                          <a:spcPts val="800"/>
                        </a:spcAft>
                        <a:buNone/>
                      </a:pPr>
                      <a:r>
                        <a:rPr lang="ar-SA" sz="1200" kern="100" dirty="0">
                          <a:effectLst/>
                        </a:rPr>
                        <a:t> </a:t>
                      </a:r>
                      <a:endParaRPr lang="en-US" sz="1100" kern="1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2228929076"/>
                  </a:ext>
                </a:extLst>
              </a:tr>
            </a:tbl>
          </a:graphicData>
        </a:graphic>
      </p:graphicFrame>
      <p:sp>
        <p:nvSpPr>
          <p:cNvPr id="11" name="مربع نص 10">
            <a:extLst>
              <a:ext uri="{FF2B5EF4-FFF2-40B4-BE49-F238E27FC236}">
                <a16:creationId xmlns:a16="http://schemas.microsoft.com/office/drawing/2014/main" id="{6D796E20-3EBD-4A7F-4A4F-C8C585EEA014}"/>
              </a:ext>
            </a:extLst>
          </p:cNvPr>
          <p:cNvSpPr txBox="1"/>
          <p:nvPr/>
        </p:nvSpPr>
        <p:spPr>
          <a:xfrm>
            <a:off x="501650" y="6109086"/>
            <a:ext cx="6972185" cy="1692771"/>
          </a:xfrm>
          <a:prstGeom prst="rect">
            <a:avLst/>
          </a:prstGeom>
          <a:noFill/>
        </p:spPr>
        <p:txBody>
          <a:bodyPr wrap="square" rtlCol="1">
            <a:spAutoFit/>
          </a:bodyPr>
          <a:lstStyle/>
          <a:p>
            <a:pPr algn="r" rtl="1"/>
            <a:r>
              <a:rPr lang="ar-SA" sz="800" b="1" dirty="0">
                <a:solidFill>
                  <a:srgbClr val="C00000"/>
                </a:solidFill>
              </a:rPr>
              <a:t>*</a:t>
            </a:r>
            <a:r>
              <a:rPr lang="ar-SA" sz="1200" b="1" dirty="0"/>
              <a:t>النوع (تخصصي، تربوي، تقني)</a:t>
            </a:r>
            <a:endParaRPr lang="en-US" sz="1200" b="1" dirty="0"/>
          </a:p>
          <a:p>
            <a:pPr algn="r" rtl="1"/>
            <a:r>
              <a:rPr lang="ar-SA" sz="1200" b="1" dirty="0"/>
              <a:t>تعليمات هامة: </a:t>
            </a:r>
            <a:endParaRPr lang="en-US" sz="1200" b="1" dirty="0"/>
          </a:p>
          <a:p>
            <a:pPr algn="r" rtl="1"/>
            <a:r>
              <a:rPr lang="ar-SA" sz="1200" b="1" dirty="0"/>
              <a:t>يتم تحديد الاحتياجات التدريبة للمعلمة بناء على النقاط الأقل بعد التأمل الذاتي بهدف الارتقاء بالمستوى</a:t>
            </a:r>
            <a:endParaRPr lang="en-US" sz="1200" b="1" dirty="0"/>
          </a:p>
          <a:p>
            <a:pPr algn="r" rtl="1"/>
            <a:r>
              <a:rPr lang="ar-SA" sz="1200" b="1" dirty="0"/>
              <a:t>او المداولة بعد الزيارة الصفية</a:t>
            </a:r>
            <a:endParaRPr lang="en-US" sz="1200" b="1" dirty="0"/>
          </a:p>
          <a:p>
            <a:pPr algn="r" rtl="1"/>
            <a:r>
              <a:rPr lang="ar-SA" sz="1200" b="1" dirty="0"/>
              <a:t> </a:t>
            </a:r>
            <a:endParaRPr lang="en-US" sz="1200" b="1" dirty="0"/>
          </a:p>
          <a:p>
            <a:pPr algn="r" rtl="1"/>
            <a:r>
              <a:rPr lang="ar-SA" sz="1200" b="1" dirty="0"/>
              <a:t>الاحتياجات التدريبية (التخطيط والاعداد - استراتيجيات تدريس جديدة - تطبيقات التعلم - أساليب التقويم وتنويعه -  بيئات التعلم -  توظيف التطبيقات الرقمية في التدريس -  تصميم محتوى رقمي -  تصميم أنشطة تفاعلية -  تنمية مهارات التفكير وحل المشكلات  - اعداد خطط علاجية وإثرائية – إدارة الصف ...........إلخ)</a:t>
            </a:r>
            <a:endParaRPr lang="en-US" sz="1200" b="1" dirty="0"/>
          </a:p>
          <a:p>
            <a:pPr algn="r" rtl="1"/>
            <a:endParaRPr lang="ar-SA" sz="800" dirty="0"/>
          </a:p>
        </p:txBody>
      </p:sp>
      <p:sp>
        <p:nvSpPr>
          <p:cNvPr id="13" name="مربع نص 12">
            <a:extLst>
              <a:ext uri="{FF2B5EF4-FFF2-40B4-BE49-F238E27FC236}">
                <a16:creationId xmlns:a16="http://schemas.microsoft.com/office/drawing/2014/main" id="{12068348-5F4E-4FCA-D259-1803FB82492D}"/>
              </a:ext>
            </a:extLst>
          </p:cNvPr>
          <p:cNvSpPr txBox="1"/>
          <p:nvPr/>
        </p:nvSpPr>
        <p:spPr>
          <a:xfrm>
            <a:off x="730250" y="9096559"/>
            <a:ext cx="6477000" cy="307777"/>
          </a:xfrm>
          <a:prstGeom prst="rect">
            <a:avLst/>
          </a:prstGeom>
          <a:noFill/>
        </p:spPr>
        <p:txBody>
          <a:bodyPr wrap="square" rtlCol="1">
            <a:spAutoFit/>
          </a:bodyPr>
          <a:lstStyle/>
          <a:p>
            <a:pPr algn="r" rtl="1"/>
            <a:r>
              <a:rPr lang="ar-SA" sz="1400" b="1" dirty="0"/>
              <a:t>مديرة المدرسة / جيهان محمد علي بنا                                                          الختم</a:t>
            </a:r>
            <a:endParaRPr lang="en-US" sz="1400" dirty="0"/>
          </a:p>
        </p:txBody>
      </p:sp>
    </p:spTree>
    <p:extLst>
      <p:ext uri="{BB962C8B-B14F-4D97-AF65-F5344CB8AC3E}">
        <p14:creationId xmlns:p14="http://schemas.microsoft.com/office/powerpoint/2010/main" val="357758974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62C4B0"/>
        </a:solidFill>
        <a:effectLst/>
      </p:bgPr>
    </p:bg>
    <p:spTree>
      <p:nvGrpSpPr>
        <p:cNvPr id="1" name="">
          <a:extLst>
            <a:ext uri="{FF2B5EF4-FFF2-40B4-BE49-F238E27FC236}">
              <a16:creationId xmlns:a16="http://schemas.microsoft.com/office/drawing/2014/main" id="{A221ECE8-971E-14DD-5E94-C21A70ACFF87}"/>
            </a:ext>
          </a:extLst>
        </p:cNvPr>
        <p:cNvGrpSpPr/>
        <p:nvPr/>
      </p:nvGrpSpPr>
      <p:grpSpPr>
        <a:xfrm>
          <a:off x="0" y="0"/>
          <a:ext cx="0" cy="0"/>
          <a:chOff x="0" y="0"/>
          <a:chExt cx="0" cy="0"/>
        </a:xfrm>
      </p:grpSpPr>
      <p:sp>
        <p:nvSpPr>
          <p:cNvPr id="3" name="Freeform 3">
            <a:extLst>
              <a:ext uri="{FF2B5EF4-FFF2-40B4-BE49-F238E27FC236}">
                <a16:creationId xmlns:a16="http://schemas.microsoft.com/office/drawing/2014/main" id="{78B1F6A2-7426-6402-712A-3A124AA2E943}"/>
              </a:ext>
            </a:extLst>
          </p:cNvPr>
          <p:cNvSpPr/>
          <p:nvPr/>
        </p:nvSpPr>
        <p:spPr>
          <a:xfrm>
            <a:off x="6356098" y="9511291"/>
            <a:ext cx="1200402" cy="1200402"/>
          </a:xfrm>
          <a:custGeom>
            <a:avLst/>
            <a:gdLst/>
            <a:ahLst/>
            <a:cxnLst/>
            <a:rect l="l" t="t" r="r" b="b"/>
            <a:pathLst>
              <a:path w="1200402" h="1200402">
                <a:moveTo>
                  <a:pt x="0" y="0"/>
                </a:moveTo>
                <a:lnTo>
                  <a:pt x="1200402" y="0"/>
                </a:lnTo>
                <a:lnTo>
                  <a:pt x="1200402" y="1200402"/>
                </a:lnTo>
                <a:lnTo>
                  <a:pt x="0" y="1200402"/>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ar-SA"/>
          </a:p>
        </p:txBody>
      </p:sp>
      <p:sp>
        <p:nvSpPr>
          <p:cNvPr id="5" name="Freeform 5">
            <a:extLst>
              <a:ext uri="{FF2B5EF4-FFF2-40B4-BE49-F238E27FC236}">
                <a16:creationId xmlns:a16="http://schemas.microsoft.com/office/drawing/2014/main" id="{19A2C8B3-3AAA-6955-19DD-2A0059907288}"/>
              </a:ext>
            </a:extLst>
          </p:cNvPr>
          <p:cNvSpPr/>
          <p:nvPr/>
        </p:nvSpPr>
        <p:spPr>
          <a:xfrm flipH="1">
            <a:off x="33964" y="9492998"/>
            <a:ext cx="1200402" cy="1200402"/>
          </a:xfrm>
          <a:custGeom>
            <a:avLst/>
            <a:gdLst/>
            <a:ahLst/>
            <a:cxnLst/>
            <a:rect l="l" t="t" r="r" b="b"/>
            <a:pathLst>
              <a:path w="1200402" h="1200402">
                <a:moveTo>
                  <a:pt x="1200402" y="0"/>
                </a:moveTo>
                <a:lnTo>
                  <a:pt x="0" y="0"/>
                </a:lnTo>
                <a:lnTo>
                  <a:pt x="0" y="1200402"/>
                </a:lnTo>
                <a:lnTo>
                  <a:pt x="1200402" y="1200402"/>
                </a:lnTo>
                <a:lnTo>
                  <a:pt x="1200402"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ar-SA" dirty="0"/>
          </a:p>
        </p:txBody>
      </p:sp>
      <p:pic>
        <p:nvPicPr>
          <p:cNvPr id="8" name="صورة 7">
            <a:extLst>
              <a:ext uri="{FF2B5EF4-FFF2-40B4-BE49-F238E27FC236}">
                <a16:creationId xmlns:a16="http://schemas.microsoft.com/office/drawing/2014/main" id="{9924DD4B-E35D-87A5-911E-E4CFA06B16D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2080" y="176133"/>
            <a:ext cx="2011680" cy="1464806"/>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12" name="مربع نص 11">
            <a:extLst>
              <a:ext uri="{FF2B5EF4-FFF2-40B4-BE49-F238E27FC236}">
                <a16:creationId xmlns:a16="http://schemas.microsoft.com/office/drawing/2014/main" id="{76CB1C21-0078-835C-D534-C01D7D1AACA8}"/>
              </a:ext>
            </a:extLst>
          </p:cNvPr>
          <p:cNvSpPr txBox="1"/>
          <p:nvPr/>
        </p:nvSpPr>
        <p:spPr>
          <a:xfrm>
            <a:off x="5251198" y="317500"/>
            <a:ext cx="2209800" cy="1323439"/>
          </a:xfrm>
          <a:prstGeom prst="rect">
            <a:avLst/>
          </a:prstGeom>
          <a:noFill/>
        </p:spPr>
        <p:txBody>
          <a:bodyPr wrap="square" rtlCol="1">
            <a:spAutoFit/>
          </a:bodyPr>
          <a:lstStyle/>
          <a:p>
            <a:pPr algn="ctr" rtl="1"/>
            <a:r>
              <a:rPr lang="ar-EG" sz="1600" b="1" dirty="0"/>
              <a:t>المملكة العربية السعودية</a:t>
            </a:r>
            <a:endParaRPr lang="en-US" sz="1600" b="1" dirty="0"/>
          </a:p>
          <a:p>
            <a:pPr algn="ctr" rtl="1"/>
            <a:r>
              <a:rPr lang="ar-EG" sz="1600" b="1" dirty="0"/>
              <a:t>وزارة التعليم</a:t>
            </a:r>
            <a:endParaRPr lang="en-US" sz="1600" b="1" dirty="0"/>
          </a:p>
          <a:p>
            <a:pPr algn="ctr" rtl="1"/>
            <a:r>
              <a:rPr lang="ar-EG" sz="1600" b="1" dirty="0"/>
              <a:t>الإدارة العامة للتعليم بمنطقة الرياض</a:t>
            </a:r>
            <a:endParaRPr lang="en-US" sz="1600" b="1" dirty="0"/>
          </a:p>
          <a:p>
            <a:pPr algn="ctr" rtl="1"/>
            <a:r>
              <a:rPr lang="ar-EG" sz="1600" b="1" dirty="0"/>
              <a:t>الثانوية  76  بالرياض</a:t>
            </a:r>
            <a:endParaRPr lang="ar-SA" sz="1600" b="1" dirty="0"/>
          </a:p>
        </p:txBody>
      </p:sp>
      <p:sp>
        <p:nvSpPr>
          <p:cNvPr id="13" name="مستطيل 12">
            <a:extLst>
              <a:ext uri="{FF2B5EF4-FFF2-40B4-BE49-F238E27FC236}">
                <a16:creationId xmlns:a16="http://schemas.microsoft.com/office/drawing/2014/main" id="{097FD678-71A7-DE7B-88EE-1F7C3C1EF583}"/>
              </a:ext>
            </a:extLst>
          </p:cNvPr>
          <p:cNvSpPr/>
          <p:nvPr/>
        </p:nvSpPr>
        <p:spPr>
          <a:xfrm>
            <a:off x="495817" y="4203700"/>
            <a:ext cx="6357830" cy="1754326"/>
          </a:xfrm>
          <a:prstGeom prst="rect">
            <a:avLst/>
          </a:prstGeom>
          <a:noFill/>
        </p:spPr>
        <p:txBody>
          <a:bodyPr wrap="none" lIns="91440" tIns="45720" rIns="91440" bIns="45720">
            <a:spAutoFit/>
          </a:bodyPr>
          <a:lstStyle/>
          <a:p>
            <a:pPr algn="ctr"/>
            <a:r>
              <a:rPr lang="ar-SA" sz="5400" b="1" dirty="0">
                <a:ln w="0"/>
                <a:solidFill>
                  <a:schemeClr val="bg1">
                    <a:lumMod val="95000"/>
                  </a:schemeClr>
                </a:solidFill>
                <a:effectLst>
                  <a:outerShdw blurRad="38100" dist="19050" dir="2700000" algn="tl" rotWithShape="0">
                    <a:schemeClr val="dk1">
                      <a:alpha val="40000"/>
                    </a:schemeClr>
                  </a:outerShdw>
                </a:effectLst>
              </a:rPr>
              <a:t>نماذج تفعيل التطوير المهني</a:t>
            </a:r>
          </a:p>
          <a:p>
            <a:pPr algn="ctr"/>
            <a:r>
              <a:rPr lang="ar-SA" sz="5400" b="1" dirty="0">
                <a:ln w="0"/>
                <a:solidFill>
                  <a:schemeClr val="bg1">
                    <a:lumMod val="95000"/>
                  </a:schemeClr>
                </a:solidFill>
                <a:effectLst>
                  <a:outerShdw blurRad="38100" dist="19050" dir="2700000" algn="tl" rotWithShape="0">
                    <a:schemeClr val="dk1">
                      <a:alpha val="40000"/>
                    </a:schemeClr>
                  </a:outerShdw>
                </a:effectLst>
              </a:rPr>
              <a:t>(مستوى المدرسة) </a:t>
            </a:r>
            <a:endParaRPr lang="ar-SA" sz="5400" b="1" cap="none" spc="0" dirty="0">
              <a:ln w="0"/>
              <a:solidFill>
                <a:schemeClr val="bg1">
                  <a:lumMod val="95000"/>
                </a:schemeClr>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43082713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62C4B0"/>
        </a:solidFill>
        <a:effectLst/>
      </p:bgPr>
    </p:bg>
    <p:spTree>
      <p:nvGrpSpPr>
        <p:cNvPr id="1" name="">
          <a:extLst>
            <a:ext uri="{FF2B5EF4-FFF2-40B4-BE49-F238E27FC236}">
              <a16:creationId xmlns:a16="http://schemas.microsoft.com/office/drawing/2014/main" id="{B9EF61E9-3675-3DEC-9078-3ABEE0D46602}"/>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8341F968-4085-DEEA-E35D-095057143951}"/>
              </a:ext>
            </a:extLst>
          </p:cNvPr>
          <p:cNvSpPr/>
          <p:nvPr/>
        </p:nvSpPr>
        <p:spPr>
          <a:xfrm>
            <a:off x="-251374" y="0"/>
            <a:ext cx="7872660" cy="10895551"/>
          </a:xfrm>
          <a:custGeom>
            <a:avLst/>
            <a:gdLst/>
            <a:ahLst/>
            <a:cxnLst/>
            <a:rect l="l" t="t" r="r" b="b"/>
            <a:pathLst>
              <a:path w="7758846" h="8416894">
                <a:moveTo>
                  <a:pt x="0" y="0"/>
                </a:moveTo>
                <a:lnTo>
                  <a:pt x="7758846" y="0"/>
                </a:lnTo>
                <a:lnTo>
                  <a:pt x="7758846" y="8416894"/>
                </a:lnTo>
                <a:lnTo>
                  <a:pt x="0" y="8416894"/>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ar-SA"/>
          </a:p>
        </p:txBody>
      </p:sp>
      <p:sp>
        <p:nvSpPr>
          <p:cNvPr id="4" name="Freeform 4">
            <a:extLst>
              <a:ext uri="{FF2B5EF4-FFF2-40B4-BE49-F238E27FC236}">
                <a16:creationId xmlns:a16="http://schemas.microsoft.com/office/drawing/2014/main" id="{40F4C741-93E5-B869-C318-CD10039EBD90}"/>
              </a:ext>
            </a:extLst>
          </p:cNvPr>
          <p:cNvSpPr/>
          <p:nvPr/>
        </p:nvSpPr>
        <p:spPr>
          <a:xfrm>
            <a:off x="0" y="39592"/>
            <a:ext cx="5683250" cy="393700"/>
          </a:xfrm>
          <a:custGeom>
            <a:avLst/>
            <a:gdLst/>
            <a:ahLst/>
            <a:cxnLst/>
            <a:rect l="l" t="t" r="r" b="b"/>
            <a:pathLst>
              <a:path w="3308517" h="1467779">
                <a:moveTo>
                  <a:pt x="0" y="0"/>
                </a:moveTo>
                <a:lnTo>
                  <a:pt x="3308517" y="0"/>
                </a:lnTo>
                <a:lnTo>
                  <a:pt x="3308517" y="1467779"/>
                </a:lnTo>
                <a:lnTo>
                  <a:pt x="0" y="1467779"/>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ar-SA"/>
          </a:p>
        </p:txBody>
      </p:sp>
      <p:sp>
        <p:nvSpPr>
          <p:cNvPr id="3" name="مربع نص 2">
            <a:extLst>
              <a:ext uri="{FF2B5EF4-FFF2-40B4-BE49-F238E27FC236}">
                <a16:creationId xmlns:a16="http://schemas.microsoft.com/office/drawing/2014/main" id="{A802051D-207B-FCFF-A6C3-34BE72A7A31C}"/>
              </a:ext>
            </a:extLst>
          </p:cNvPr>
          <p:cNvSpPr txBox="1"/>
          <p:nvPr/>
        </p:nvSpPr>
        <p:spPr>
          <a:xfrm>
            <a:off x="1492250" y="1231900"/>
            <a:ext cx="3810000" cy="369332"/>
          </a:xfrm>
          <a:prstGeom prst="rect">
            <a:avLst/>
          </a:prstGeom>
          <a:noFill/>
        </p:spPr>
        <p:txBody>
          <a:bodyPr wrap="square" rtlCol="1">
            <a:spAutoFit/>
          </a:bodyPr>
          <a:lstStyle/>
          <a:p>
            <a:pPr algn="ctr" rtl="1"/>
            <a:r>
              <a:rPr lang="ar-SA" b="1" dirty="0">
                <a:solidFill>
                  <a:srgbClr val="C00000"/>
                </a:solidFill>
              </a:rPr>
              <a:t>تنفيذ ورش وبرامج (على مستوى المدرسة)</a:t>
            </a:r>
            <a:endParaRPr lang="en-US" dirty="0">
              <a:solidFill>
                <a:srgbClr val="C00000"/>
              </a:solidFill>
            </a:endParaRPr>
          </a:p>
        </p:txBody>
      </p:sp>
      <p:graphicFrame>
        <p:nvGraphicFramePr>
          <p:cNvPr id="8" name="جدول 7">
            <a:extLst>
              <a:ext uri="{FF2B5EF4-FFF2-40B4-BE49-F238E27FC236}">
                <a16:creationId xmlns:a16="http://schemas.microsoft.com/office/drawing/2014/main" id="{C052501F-26C2-4A6A-1ECE-400DCBE04095}"/>
              </a:ext>
            </a:extLst>
          </p:cNvPr>
          <p:cNvGraphicFramePr>
            <a:graphicFrameLocks noGrp="1"/>
          </p:cNvGraphicFramePr>
          <p:nvPr>
            <p:extLst>
              <p:ext uri="{D42A27DB-BD31-4B8C-83A1-F6EECF244321}">
                <p14:modId xmlns:p14="http://schemas.microsoft.com/office/powerpoint/2010/main" val="17057792"/>
              </p:ext>
            </p:extLst>
          </p:nvPr>
        </p:nvGraphicFramePr>
        <p:xfrm>
          <a:off x="425450" y="2691824"/>
          <a:ext cx="6983730" cy="2765425"/>
        </p:xfrm>
        <a:graphic>
          <a:graphicData uri="http://schemas.openxmlformats.org/drawingml/2006/table">
            <a:tbl>
              <a:tblPr rtl="1" firstRow="1" firstCol="1" bandRow="1">
                <a:tableStyleId>{5940675A-B579-460E-94D1-54222C63F5DA}</a:tableStyleId>
              </a:tblPr>
              <a:tblGrid>
                <a:gridCol w="775970">
                  <a:extLst>
                    <a:ext uri="{9D8B030D-6E8A-4147-A177-3AD203B41FA5}">
                      <a16:colId xmlns:a16="http://schemas.microsoft.com/office/drawing/2014/main" val="4273348695"/>
                    </a:ext>
                  </a:extLst>
                </a:gridCol>
                <a:gridCol w="775970">
                  <a:extLst>
                    <a:ext uri="{9D8B030D-6E8A-4147-A177-3AD203B41FA5}">
                      <a16:colId xmlns:a16="http://schemas.microsoft.com/office/drawing/2014/main" val="2062322085"/>
                    </a:ext>
                  </a:extLst>
                </a:gridCol>
                <a:gridCol w="775970">
                  <a:extLst>
                    <a:ext uri="{9D8B030D-6E8A-4147-A177-3AD203B41FA5}">
                      <a16:colId xmlns:a16="http://schemas.microsoft.com/office/drawing/2014/main" val="1969078808"/>
                    </a:ext>
                  </a:extLst>
                </a:gridCol>
                <a:gridCol w="775970">
                  <a:extLst>
                    <a:ext uri="{9D8B030D-6E8A-4147-A177-3AD203B41FA5}">
                      <a16:colId xmlns:a16="http://schemas.microsoft.com/office/drawing/2014/main" val="3699019570"/>
                    </a:ext>
                  </a:extLst>
                </a:gridCol>
                <a:gridCol w="775970">
                  <a:extLst>
                    <a:ext uri="{9D8B030D-6E8A-4147-A177-3AD203B41FA5}">
                      <a16:colId xmlns:a16="http://schemas.microsoft.com/office/drawing/2014/main" val="2860142069"/>
                    </a:ext>
                  </a:extLst>
                </a:gridCol>
                <a:gridCol w="775970">
                  <a:extLst>
                    <a:ext uri="{9D8B030D-6E8A-4147-A177-3AD203B41FA5}">
                      <a16:colId xmlns:a16="http://schemas.microsoft.com/office/drawing/2014/main" val="3455977928"/>
                    </a:ext>
                  </a:extLst>
                </a:gridCol>
                <a:gridCol w="775970">
                  <a:extLst>
                    <a:ext uri="{9D8B030D-6E8A-4147-A177-3AD203B41FA5}">
                      <a16:colId xmlns:a16="http://schemas.microsoft.com/office/drawing/2014/main" val="1482947259"/>
                    </a:ext>
                  </a:extLst>
                </a:gridCol>
                <a:gridCol w="1551940">
                  <a:extLst>
                    <a:ext uri="{9D8B030D-6E8A-4147-A177-3AD203B41FA5}">
                      <a16:colId xmlns:a16="http://schemas.microsoft.com/office/drawing/2014/main" val="4282909836"/>
                    </a:ext>
                  </a:extLst>
                </a:gridCol>
              </a:tblGrid>
              <a:tr h="553085">
                <a:tc>
                  <a:txBody>
                    <a:bodyPr/>
                    <a:lstStyle/>
                    <a:p>
                      <a:pPr algn="ctr" rtl="1">
                        <a:lnSpc>
                          <a:spcPct val="107000"/>
                        </a:lnSpc>
                        <a:spcAft>
                          <a:spcPts val="800"/>
                        </a:spcAft>
                        <a:buNone/>
                      </a:pPr>
                      <a:r>
                        <a:rPr lang="ar-SA" sz="1200" b="1" kern="100" dirty="0">
                          <a:effectLst/>
                        </a:rPr>
                        <a:t>العنوان</a:t>
                      </a:r>
                      <a:endParaRPr lang="en-US" sz="1100" b="1" kern="1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solidFill>
                      <a:schemeClr val="bg2"/>
                    </a:solidFill>
                  </a:tcPr>
                </a:tc>
                <a:tc>
                  <a:txBody>
                    <a:bodyPr/>
                    <a:lstStyle/>
                    <a:p>
                      <a:pPr algn="ctr" rtl="1">
                        <a:lnSpc>
                          <a:spcPct val="107000"/>
                        </a:lnSpc>
                        <a:spcAft>
                          <a:spcPts val="800"/>
                        </a:spcAft>
                        <a:buNone/>
                      </a:pPr>
                      <a:r>
                        <a:rPr lang="ar-SA" sz="1200" b="1" kern="100" dirty="0">
                          <a:effectLst/>
                        </a:rPr>
                        <a:t>النوع</a:t>
                      </a:r>
                      <a:r>
                        <a:rPr lang="ar-SA" sz="1200" b="1" kern="100" dirty="0">
                          <a:solidFill>
                            <a:srgbClr val="C00000"/>
                          </a:solidFill>
                          <a:effectLst/>
                        </a:rPr>
                        <a:t>*</a:t>
                      </a:r>
                      <a:endParaRPr lang="en-US" sz="1100" b="1" kern="100" dirty="0">
                        <a:solidFill>
                          <a:srgbClr val="C00000"/>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solidFill>
                      <a:schemeClr val="bg2"/>
                    </a:solidFill>
                  </a:tcPr>
                </a:tc>
                <a:tc>
                  <a:txBody>
                    <a:bodyPr/>
                    <a:lstStyle/>
                    <a:p>
                      <a:pPr algn="ctr" rtl="1">
                        <a:lnSpc>
                          <a:spcPct val="107000"/>
                        </a:lnSpc>
                        <a:spcAft>
                          <a:spcPts val="800"/>
                        </a:spcAft>
                        <a:buNone/>
                      </a:pPr>
                      <a:r>
                        <a:rPr lang="ar-SA" sz="1200" b="1" kern="100" dirty="0">
                          <a:effectLst/>
                        </a:rPr>
                        <a:t>التاريخ</a:t>
                      </a:r>
                      <a:endParaRPr lang="en-US" sz="1100" b="1" kern="1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solidFill>
                      <a:schemeClr val="bg2"/>
                    </a:solidFill>
                  </a:tcPr>
                </a:tc>
                <a:tc>
                  <a:txBody>
                    <a:bodyPr/>
                    <a:lstStyle/>
                    <a:p>
                      <a:pPr algn="ctr" rtl="1">
                        <a:lnSpc>
                          <a:spcPct val="107000"/>
                        </a:lnSpc>
                        <a:spcAft>
                          <a:spcPts val="800"/>
                        </a:spcAft>
                        <a:buNone/>
                      </a:pPr>
                      <a:r>
                        <a:rPr lang="ar-SA" sz="1200" b="1" kern="100" dirty="0">
                          <a:effectLst/>
                        </a:rPr>
                        <a:t>المدة</a:t>
                      </a:r>
                      <a:endParaRPr lang="en-US" sz="1100" b="1" kern="1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solidFill>
                      <a:schemeClr val="bg2"/>
                    </a:solidFill>
                  </a:tcPr>
                </a:tc>
                <a:tc>
                  <a:txBody>
                    <a:bodyPr/>
                    <a:lstStyle/>
                    <a:p>
                      <a:pPr algn="ctr" rtl="1">
                        <a:lnSpc>
                          <a:spcPct val="107000"/>
                        </a:lnSpc>
                        <a:spcAft>
                          <a:spcPts val="800"/>
                        </a:spcAft>
                        <a:buNone/>
                      </a:pPr>
                      <a:r>
                        <a:rPr lang="ar-SA" sz="1200" b="1" kern="100" dirty="0">
                          <a:effectLst/>
                        </a:rPr>
                        <a:t>اسم المنفذة</a:t>
                      </a:r>
                      <a:endParaRPr lang="en-US" sz="1100" b="1" kern="1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solidFill>
                      <a:schemeClr val="bg2"/>
                    </a:solidFill>
                  </a:tcPr>
                </a:tc>
                <a:tc>
                  <a:txBody>
                    <a:bodyPr/>
                    <a:lstStyle/>
                    <a:p>
                      <a:pPr algn="ctr" rtl="1">
                        <a:lnSpc>
                          <a:spcPct val="107000"/>
                        </a:lnSpc>
                        <a:spcAft>
                          <a:spcPts val="800"/>
                        </a:spcAft>
                        <a:buNone/>
                      </a:pPr>
                      <a:r>
                        <a:rPr lang="ar-SA" sz="1200" b="1" kern="100" dirty="0">
                          <a:effectLst/>
                        </a:rPr>
                        <a:t>الفئة المستفيدة</a:t>
                      </a:r>
                      <a:endParaRPr lang="en-US" sz="1100" b="1" kern="1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solidFill>
                      <a:schemeClr val="bg2"/>
                    </a:solidFill>
                  </a:tcPr>
                </a:tc>
                <a:tc>
                  <a:txBody>
                    <a:bodyPr/>
                    <a:lstStyle/>
                    <a:p>
                      <a:pPr algn="ctr" rtl="1">
                        <a:lnSpc>
                          <a:spcPct val="107000"/>
                        </a:lnSpc>
                        <a:spcAft>
                          <a:spcPts val="800"/>
                        </a:spcAft>
                        <a:buNone/>
                      </a:pPr>
                      <a:r>
                        <a:rPr lang="ar-SA" sz="1200" b="1" kern="100" dirty="0">
                          <a:effectLst/>
                        </a:rPr>
                        <a:t>عدد الحضور</a:t>
                      </a:r>
                      <a:endParaRPr lang="en-US" sz="1100" b="1" kern="1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solidFill>
                      <a:schemeClr val="bg2"/>
                    </a:solidFill>
                  </a:tcPr>
                </a:tc>
                <a:tc>
                  <a:txBody>
                    <a:bodyPr/>
                    <a:lstStyle/>
                    <a:p>
                      <a:pPr algn="ctr" rtl="1">
                        <a:lnSpc>
                          <a:spcPct val="107000"/>
                        </a:lnSpc>
                        <a:spcAft>
                          <a:spcPts val="800"/>
                        </a:spcAft>
                        <a:buNone/>
                      </a:pPr>
                      <a:r>
                        <a:rPr lang="ar-SA" sz="1200" b="1" kern="100" dirty="0">
                          <a:effectLst/>
                        </a:rPr>
                        <a:t>قياس الأثر</a:t>
                      </a:r>
                      <a:endParaRPr lang="en-US" sz="1100" b="1" kern="1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solidFill>
                      <a:schemeClr val="bg2"/>
                    </a:solidFill>
                  </a:tcPr>
                </a:tc>
                <a:extLst>
                  <a:ext uri="{0D108BD9-81ED-4DB2-BD59-A6C34878D82A}">
                    <a16:rowId xmlns:a16="http://schemas.microsoft.com/office/drawing/2014/main" val="2907349338"/>
                  </a:ext>
                </a:extLst>
              </a:tr>
              <a:tr h="553085">
                <a:tc>
                  <a:txBody>
                    <a:bodyPr/>
                    <a:lstStyle/>
                    <a:p>
                      <a:pPr algn="ctr" rtl="1">
                        <a:lnSpc>
                          <a:spcPct val="107000"/>
                        </a:lnSpc>
                        <a:spcAft>
                          <a:spcPts val="800"/>
                        </a:spcAft>
                        <a:buNone/>
                      </a:pPr>
                      <a:r>
                        <a:rPr lang="ar-SA" sz="1200" b="1" kern="100">
                          <a:effectLst/>
                        </a:rPr>
                        <a:t> </a:t>
                      </a:r>
                      <a:endParaRPr lang="en-US" sz="1100" b="1"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tc>
                  <a:txBody>
                    <a:bodyPr/>
                    <a:lstStyle/>
                    <a:p>
                      <a:pPr algn="ctr" rtl="1">
                        <a:lnSpc>
                          <a:spcPct val="107000"/>
                        </a:lnSpc>
                        <a:spcAft>
                          <a:spcPts val="800"/>
                        </a:spcAft>
                        <a:buNone/>
                      </a:pPr>
                      <a:r>
                        <a:rPr lang="ar-SA" sz="1200" b="1" kern="100">
                          <a:effectLst/>
                        </a:rPr>
                        <a:t> </a:t>
                      </a:r>
                      <a:endParaRPr lang="en-US" sz="1100" b="1"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tc>
                  <a:txBody>
                    <a:bodyPr/>
                    <a:lstStyle/>
                    <a:p>
                      <a:pPr algn="ctr" rtl="1">
                        <a:lnSpc>
                          <a:spcPct val="107000"/>
                        </a:lnSpc>
                        <a:spcAft>
                          <a:spcPts val="800"/>
                        </a:spcAft>
                        <a:buNone/>
                      </a:pPr>
                      <a:r>
                        <a:rPr lang="ar-SA" sz="1200" b="1" kern="100">
                          <a:effectLst/>
                        </a:rPr>
                        <a:t> </a:t>
                      </a:r>
                      <a:endParaRPr lang="en-US" sz="1100" b="1"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tc>
                  <a:txBody>
                    <a:bodyPr/>
                    <a:lstStyle/>
                    <a:p>
                      <a:pPr algn="ctr" rtl="1">
                        <a:lnSpc>
                          <a:spcPct val="107000"/>
                        </a:lnSpc>
                        <a:spcAft>
                          <a:spcPts val="800"/>
                        </a:spcAft>
                        <a:buNone/>
                      </a:pPr>
                      <a:r>
                        <a:rPr lang="ar-SA" sz="1200" b="1" kern="100">
                          <a:effectLst/>
                        </a:rPr>
                        <a:t> </a:t>
                      </a:r>
                      <a:endParaRPr lang="en-US" sz="1100" b="1"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tc>
                  <a:txBody>
                    <a:bodyPr/>
                    <a:lstStyle/>
                    <a:p>
                      <a:pPr algn="ctr" rtl="1">
                        <a:lnSpc>
                          <a:spcPct val="107000"/>
                        </a:lnSpc>
                        <a:spcAft>
                          <a:spcPts val="800"/>
                        </a:spcAft>
                        <a:buNone/>
                      </a:pPr>
                      <a:r>
                        <a:rPr lang="ar-SA" sz="1200" b="1" kern="100">
                          <a:effectLst/>
                        </a:rPr>
                        <a:t> </a:t>
                      </a:r>
                      <a:endParaRPr lang="en-US" sz="1100" b="1"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tc>
                  <a:txBody>
                    <a:bodyPr/>
                    <a:lstStyle/>
                    <a:p>
                      <a:pPr algn="ctr" rtl="1">
                        <a:lnSpc>
                          <a:spcPct val="107000"/>
                        </a:lnSpc>
                        <a:spcAft>
                          <a:spcPts val="800"/>
                        </a:spcAft>
                        <a:buNone/>
                      </a:pPr>
                      <a:r>
                        <a:rPr lang="ar-SA" sz="1200" b="1" kern="100">
                          <a:effectLst/>
                        </a:rPr>
                        <a:t> </a:t>
                      </a:r>
                      <a:endParaRPr lang="en-US" sz="1100" b="1"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tc>
                  <a:txBody>
                    <a:bodyPr/>
                    <a:lstStyle/>
                    <a:p>
                      <a:pPr algn="ctr" rtl="1">
                        <a:lnSpc>
                          <a:spcPct val="107000"/>
                        </a:lnSpc>
                        <a:spcAft>
                          <a:spcPts val="800"/>
                        </a:spcAft>
                        <a:buNone/>
                      </a:pPr>
                      <a:r>
                        <a:rPr lang="ar-SA" sz="1200" b="1" kern="100">
                          <a:effectLst/>
                        </a:rPr>
                        <a:t> </a:t>
                      </a:r>
                      <a:endParaRPr lang="en-US" sz="1100" b="1"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tc>
                  <a:txBody>
                    <a:bodyPr/>
                    <a:lstStyle/>
                    <a:p>
                      <a:pPr algn="ctr" rtl="1">
                        <a:lnSpc>
                          <a:spcPct val="107000"/>
                        </a:lnSpc>
                        <a:spcAft>
                          <a:spcPts val="800"/>
                        </a:spcAft>
                        <a:buNone/>
                      </a:pPr>
                      <a:r>
                        <a:rPr lang="ar-SA" sz="1200" b="1" kern="100">
                          <a:effectLst/>
                        </a:rPr>
                        <a:t> </a:t>
                      </a:r>
                      <a:endParaRPr lang="en-US" sz="1100" b="1"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2068976759"/>
                  </a:ext>
                </a:extLst>
              </a:tr>
              <a:tr h="553085">
                <a:tc>
                  <a:txBody>
                    <a:bodyPr/>
                    <a:lstStyle/>
                    <a:p>
                      <a:pPr algn="ctr" rtl="1">
                        <a:lnSpc>
                          <a:spcPct val="107000"/>
                        </a:lnSpc>
                        <a:spcAft>
                          <a:spcPts val="800"/>
                        </a:spcAft>
                        <a:buNone/>
                      </a:pPr>
                      <a:r>
                        <a:rPr lang="ar-SA" sz="1200" b="1" kern="100">
                          <a:effectLst/>
                        </a:rPr>
                        <a:t> </a:t>
                      </a:r>
                      <a:endParaRPr lang="en-US" sz="1100" b="1"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tc>
                  <a:txBody>
                    <a:bodyPr/>
                    <a:lstStyle/>
                    <a:p>
                      <a:pPr algn="ctr" rtl="1">
                        <a:lnSpc>
                          <a:spcPct val="107000"/>
                        </a:lnSpc>
                        <a:spcAft>
                          <a:spcPts val="800"/>
                        </a:spcAft>
                        <a:buNone/>
                      </a:pPr>
                      <a:r>
                        <a:rPr lang="ar-SA" sz="1200" b="1" kern="100">
                          <a:effectLst/>
                        </a:rPr>
                        <a:t> </a:t>
                      </a:r>
                      <a:endParaRPr lang="en-US" sz="1100" b="1"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tc>
                  <a:txBody>
                    <a:bodyPr/>
                    <a:lstStyle/>
                    <a:p>
                      <a:pPr algn="ctr" rtl="1">
                        <a:lnSpc>
                          <a:spcPct val="107000"/>
                        </a:lnSpc>
                        <a:spcAft>
                          <a:spcPts val="800"/>
                        </a:spcAft>
                        <a:buNone/>
                      </a:pPr>
                      <a:r>
                        <a:rPr lang="ar-SA" sz="1200" b="1" kern="100">
                          <a:effectLst/>
                        </a:rPr>
                        <a:t> </a:t>
                      </a:r>
                      <a:endParaRPr lang="en-US" sz="1100" b="1"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tc>
                  <a:txBody>
                    <a:bodyPr/>
                    <a:lstStyle/>
                    <a:p>
                      <a:pPr algn="ctr" rtl="1">
                        <a:lnSpc>
                          <a:spcPct val="107000"/>
                        </a:lnSpc>
                        <a:spcAft>
                          <a:spcPts val="800"/>
                        </a:spcAft>
                        <a:buNone/>
                      </a:pPr>
                      <a:r>
                        <a:rPr lang="ar-SA" sz="1200" b="1" kern="100">
                          <a:effectLst/>
                        </a:rPr>
                        <a:t> </a:t>
                      </a:r>
                      <a:endParaRPr lang="en-US" sz="1100" b="1"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tc>
                  <a:txBody>
                    <a:bodyPr/>
                    <a:lstStyle/>
                    <a:p>
                      <a:pPr algn="ctr" rtl="1">
                        <a:lnSpc>
                          <a:spcPct val="107000"/>
                        </a:lnSpc>
                        <a:spcAft>
                          <a:spcPts val="800"/>
                        </a:spcAft>
                        <a:buNone/>
                      </a:pPr>
                      <a:r>
                        <a:rPr lang="ar-SA" sz="1200" b="1" kern="100">
                          <a:effectLst/>
                        </a:rPr>
                        <a:t> </a:t>
                      </a:r>
                      <a:endParaRPr lang="en-US" sz="1100" b="1"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tc>
                  <a:txBody>
                    <a:bodyPr/>
                    <a:lstStyle/>
                    <a:p>
                      <a:pPr algn="ctr" rtl="1">
                        <a:lnSpc>
                          <a:spcPct val="107000"/>
                        </a:lnSpc>
                        <a:spcAft>
                          <a:spcPts val="800"/>
                        </a:spcAft>
                        <a:buNone/>
                      </a:pPr>
                      <a:r>
                        <a:rPr lang="ar-SA" sz="1200" b="1" kern="100">
                          <a:effectLst/>
                        </a:rPr>
                        <a:t> </a:t>
                      </a:r>
                      <a:endParaRPr lang="en-US" sz="1100" b="1"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tc>
                  <a:txBody>
                    <a:bodyPr/>
                    <a:lstStyle/>
                    <a:p>
                      <a:pPr algn="ctr" rtl="1">
                        <a:lnSpc>
                          <a:spcPct val="107000"/>
                        </a:lnSpc>
                        <a:spcAft>
                          <a:spcPts val="800"/>
                        </a:spcAft>
                        <a:buNone/>
                      </a:pPr>
                      <a:r>
                        <a:rPr lang="ar-SA" sz="1200" b="1" kern="100">
                          <a:effectLst/>
                        </a:rPr>
                        <a:t> </a:t>
                      </a:r>
                      <a:endParaRPr lang="en-US" sz="1100" b="1"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tc>
                  <a:txBody>
                    <a:bodyPr/>
                    <a:lstStyle/>
                    <a:p>
                      <a:pPr algn="ctr" rtl="1">
                        <a:lnSpc>
                          <a:spcPct val="107000"/>
                        </a:lnSpc>
                        <a:spcAft>
                          <a:spcPts val="800"/>
                        </a:spcAft>
                        <a:buNone/>
                      </a:pPr>
                      <a:r>
                        <a:rPr lang="ar-SA" sz="1200" b="1" kern="100">
                          <a:effectLst/>
                        </a:rPr>
                        <a:t> </a:t>
                      </a:r>
                      <a:endParaRPr lang="en-US" sz="1100" b="1"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3323385377"/>
                  </a:ext>
                </a:extLst>
              </a:tr>
              <a:tr h="553085">
                <a:tc>
                  <a:txBody>
                    <a:bodyPr/>
                    <a:lstStyle/>
                    <a:p>
                      <a:pPr algn="ctr" rtl="1">
                        <a:lnSpc>
                          <a:spcPct val="107000"/>
                        </a:lnSpc>
                        <a:spcAft>
                          <a:spcPts val="800"/>
                        </a:spcAft>
                        <a:buNone/>
                      </a:pPr>
                      <a:r>
                        <a:rPr lang="ar-SA" sz="1200" b="1" kern="100">
                          <a:effectLst/>
                        </a:rPr>
                        <a:t> </a:t>
                      </a:r>
                      <a:endParaRPr lang="en-US" sz="1100" b="1"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tc>
                  <a:txBody>
                    <a:bodyPr/>
                    <a:lstStyle/>
                    <a:p>
                      <a:pPr algn="ctr" rtl="1">
                        <a:lnSpc>
                          <a:spcPct val="107000"/>
                        </a:lnSpc>
                        <a:spcAft>
                          <a:spcPts val="800"/>
                        </a:spcAft>
                        <a:buNone/>
                      </a:pPr>
                      <a:r>
                        <a:rPr lang="ar-SA" sz="1200" b="1" kern="100">
                          <a:effectLst/>
                        </a:rPr>
                        <a:t> </a:t>
                      </a:r>
                      <a:endParaRPr lang="en-US" sz="1100" b="1"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tc>
                  <a:txBody>
                    <a:bodyPr/>
                    <a:lstStyle/>
                    <a:p>
                      <a:pPr algn="ctr" rtl="1">
                        <a:lnSpc>
                          <a:spcPct val="107000"/>
                        </a:lnSpc>
                        <a:spcAft>
                          <a:spcPts val="800"/>
                        </a:spcAft>
                        <a:buNone/>
                      </a:pPr>
                      <a:r>
                        <a:rPr lang="ar-SA" sz="1200" b="1" kern="100">
                          <a:effectLst/>
                        </a:rPr>
                        <a:t> </a:t>
                      </a:r>
                      <a:endParaRPr lang="en-US" sz="1100" b="1"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tc>
                  <a:txBody>
                    <a:bodyPr/>
                    <a:lstStyle/>
                    <a:p>
                      <a:pPr algn="ctr" rtl="1">
                        <a:lnSpc>
                          <a:spcPct val="107000"/>
                        </a:lnSpc>
                        <a:spcAft>
                          <a:spcPts val="800"/>
                        </a:spcAft>
                        <a:buNone/>
                      </a:pPr>
                      <a:r>
                        <a:rPr lang="ar-SA" sz="1200" b="1" kern="100">
                          <a:effectLst/>
                        </a:rPr>
                        <a:t> </a:t>
                      </a:r>
                      <a:endParaRPr lang="en-US" sz="1100" b="1"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tc>
                  <a:txBody>
                    <a:bodyPr/>
                    <a:lstStyle/>
                    <a:p>
                      <a:pPr algn="ctr" rtl="1">
                        <a:lnSpc>
                          <a:spcPct val="107000"/>
                        </a:lnSpc>
                        <a:spcAft>
                          <a:spcPts val="800"/>
                        </a:spcAft>
                        <a:buNone/>
                      </a:pPr>
                      <a:r>
                        <a:rPr lang="ar-SA" sz="1200" b="1" kern="100">
                          <a:effectLst/>
                        </a:rPr>
                        <a:t> </a:t>
                      </a:r>
                      <a:endParaRPr lang="en-US" sz="1100" b="1"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tc>
                  <a:txBody>
                    <a:bodyPr/>
                    <a:lstStyle/>
                    <a:p>
                      <a:pPr algn="ctr" rtl="1">
                        <a:lnSpc>
                          <a:spcPct val="107000"/>
                        </a:lnSpc>
                        <a:spcAft>
                          <a:spcPts val="800"/>
                        </a:spcAft>
                        <a:buNone/>
                      </a:pPr>
                      <a:r>
                        <a:rPr lang="ar-SA" sz="1200" b="1" kern="100">
                          <a:effectLst/>
                        </a:rPr>
                        <a:t> </a:t>
                      </a:r>
                      <a:endParaRPr lang="en-US" sz="1100" b="1"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tc>
                  <a:txBody>
                    <a:bodyPr/>
                    <a:lstStyle/>
                    <a:p>
                      <a:pPr algn="ctr" rtl="1">
                        <a:lnSpc>
                          <a:spcPct val="107000"/>
                        </a:lnSpc>
                        <a:spcAft>
                          <a:spcPts val="800"/>
                        </a:spcAft>
                        <a:buNone/>
                      </a:pPr>
                      <a:r>
                        <a:rPr lang="ar-SA" sz="1200" b="1" kern="100">
                          <a:effectLst/>
                        </a:rPr>
                        <a:t> </a:t>
                      </a:r>
                      <a:endParaRPr lang="en-US" sz="1100" b="1"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tc>
                  <a:txBody>
                    <a:bodyPr/>
                    <a:lstStyle/>
                    <a:p>
                      <a:pPr algn="ctr" rtl="1">
                        <a:lnSpc>
                          <a:spcPct val="107000"/>
                        </a:lnSpc>
                        <a:spcAft>
                          <a:spcPts val="800"/>
                        </a:spcAft>
                        <a:buNone/>
                      </a:pPr>
                      <a:r>
                        <a:rPr lang="ar-SA" sz="1200" b="1" kern="100">
                          <a:effectLst/>
                        </a:rPr>
                        <a:t> </a:t>
                      </a:r>
                      <a:endParaRPr lang="en-US" sz="1100" b="1"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2949703145"/>
                  </a:ext>
                </a:extLst>
              </a:tr>
              <a:tr h="553085">
                <a:tc>
                  <a:txBody>
                    <a:bodyPr/>
                    <a:lstStyle/>
                    <a:p>
                      <a:pPr algn="ctr" rtl="1">
                        <a:lnSpc>
                          <a:spcPct val="107000"/>
                        </a:lnSpc>
                        <a:spcAft>
                          <a:spcPts val="800"/>
                        </a:spcAft>
                        <a:buNone/>
                      </a:pPr>
                      <a:r>
                        <a:rPr lang="ar-SA" sz="1200" b="1" kern="100">
                          <a:effectLst/>
                        </a:rPr>
                        <a:t> </a:t>
                      </a:r>
                      <a:endParaRPr lang="en-US" sz="1100" b="1"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tc>
                  <a:txBody>
                    <a:bodyPr/>
                    <a:lstStyle/>
                    <a:p>
                      <a:pPr algn="ctr" rtl="1">
                        <a:lnSpc>
                          <a:spcPct val="107000"/>
                        </a:lnSpc>
                        <a:spcAft>
                          <a:spcPts val="800"/>
                        </a:spcAft>
                        <a:buNone/>
                      </a:pPr>
                      <a:r>
                        <a:rPr lang="ar-SA" sz="1200" b="1" kern="100">
                          <a:effectLst/>
                        </a:rPr>
                        <a:t> </a:t>
                      </a:r>
                      <a:endParaRPr lang="en-US" sz="1100" b="1"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tc>
                  <a:txBody>
                    <a:bodyPr/>
                    <a:lstStyle/>
                    <a:p>
                      <a:pPr algn="ctr" rtl="1">
                        <a:lnSpc>
                          <a:spcPct val="107000"/>
                        </a:lnSpc>
                        <a:spcAft>
                          <a:spcPts val="800"/>
                        </a:spcAft>
                        <a:buNone/>
                      </a:pPr>
                      <a:r>
                        <a:rPr lang="ar-SA" sz="1200" b="1" kern="100">
                          <a:effectLst/>
                        </a:rPr>
                        <a:t> </a:t>
                      </a:r>
                      <a:endParaRPr lang="en-US" sz="1100" b="1"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tc>
                  <a:txBody>
                    <a:bodyPr/>
                    <a:lstStyle/>
                    <a:p>
                      <a:pPr algn="ctr" rtl="1">
                        <a:lnSpc>
                          <a:spcPct val="107000"/>
                        </a:lnSpc>
                        <a:spcAft>
                          <a:spcPts val="800"/>
                        </a:spcAft>
                        <a:buNone/>
                      </a:pPr>
                      <a:r>
                        <a:rPr lang="ar-SA" sz="1200" b="1" kern="100">
                          <a:effectLst/>
                        </a:rPr>
                        <a:t> </a:t>
                      </a:r>
                      <a:endParaRPr lang="en-US" sz="1100" b="1"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tc>
                  <a:txBody>
                    <a:bodyPr/>
                    <a:lstStyle/>
                    <a:p>
                      <a:pPr algn="ctr" rtl="1">
                        <a:lnSpc>
                          <a:spcPct val="107000"/>
                        </a:lnSpc>
                        <a:spcAft>
                          <a:spcPts val="800"/>
                        </a:spcAft>
                        <a:buNone/>
                      </a:pPr>
                      <a:r>
                        <a:rPr lang="ar-SA" sz="1200" b="1" kern="100">
                          <a:effectLst/>
                        </a:rPr>
                        <a:t> </a:t>
                      </a:r>
                      <a:endParaRPr lang="en-US" sz="1100" b="1"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tc>
                  <a:txBody>
                    <a:bodyPr/>
                    <a:lstStyle/>
                    <a:p>
                      <a:pPr algn="ctr" rtl="1">
                        <a:lnSpc>
                          <a:spcPct val="107000"/>
                        </a:lnSpc>
                        <a:spcAft>
                          <a:spcPts val="800"/>
                        </a:spcAft>
                        <a:buNone/>
                      </a:pPr>
                      <a:r>
                        <a:rPr lang="ar-SA" sz="1200" b="1" kern="100">
                          <a:effectLst/>
                        </a:rPr>
                        <a:t> </a:t>
                      </a:r>
                      <a:endParaRPr lang="en-US" sz="1100" b="1"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tc>
                  <a:txBody>
                    <a:bodyPr/>
                    <a:lstStyle/>
                    <a:p>
                      <a:pPr algn="ctr" rtl="1">
                        <a:lnSpc>
                          <a:spcPct val="107000"/>
                        </a:lnSpc>
                        <a:spcAft>
                          <a:spcPts val="800"/>
                        </a:spcAft>
                        <a:buNone/>
                      </a:pPr>
                      <a:r>
                        <a:rPr lang="ar-SA" sz="1200" b="1" kern="100">
                          <a:effectLst/>
                        </a:rPr>
                        <a:t> </a:t>
                      </a:r>
                      <a:endParaRPr lang="en-US" sz="1100" b="1" kern="10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tc>
                  <a:txBody>
                    <a:bodyPr/>
                    <a:lstStyle/>
                    <a:p>
                      <a:pPr algn="ctr" rtl="1">
                        <a:lnSpc>
                          <a:spcPct val="107000"/>
                        </a:lnSpc>
                        <a:spcAft>
                          <a:spcPts val="800"/>
                        </a:spcAft>
                        <a:buNone/>
                      </a:pPr>
                      <a:r>
                        <a:rPr lang="ar-SA" sz="1200" b="1" kern="100" dirty="0">
                          <a:effectLst/>
                        </a:rPr>
                        <a:t> </a:t>
                      </a:r>
                      <a:endParaRPr lang="en-US" sz="1100" b="1" kern="1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3982820749"/>
                  </a:ext>
                </a:extLst>
              </a:tr>
            </a:tbl>
          </a:graphicData>
        </a:graphic>
      </p:graphicFrame>
      <p:sp>
        <p:nvSpPr>
          <p:cNvPr id="9" name="مربع نص 8">
            <a:extLst>
              <a:ext uri="{FF2B5EF4-FFF2-40B4-BE49-F238E27FC236}">
                <a16:creationId xmlns:a16="http://schemas.microsoft.com/office/drawing/2014/main" id="{BD3AE244-8D09-A1C2-0ABE-A6DA35E4CCF8}"/>
              </a:ext>
            </a:extLst>
          </p:cNvPr>
          <p:cNvSpPr txBox="1"/>
          <p:nvPr/>
        </p:nvSpPr>
        <p:spPr>
          <a:xfrm>
            <a:off x="452120" y="5590550"/>
            <a:ext cx="6983730" cy="1138773"/>
          </a:xfrm>
          <a:prstGeom prst="rect">
            <a:avLst/>
          </a:prstGeom>
          <a:noFill/>
        </p:spPr>
        <p:txBody>
          <a:bodyPr wrap="square" rtlCol="1">
            <a:spAutoFit/>
          </a:bodyPr>
          <a:lstStyle/>
          <a:p>
            <a:pPr algn="r" rtl="1"/>
            <a:r>
              <a:rPr lang="ar-SA" sz="1200" b="1" dirty="0">
                <a:solidFill>
                  <a:srgbClr val="C00000"/>
                </a:solidFill>
              </a:rPr>
              <a:t>*</a:t>
            </a:r>
            <a:r>
              <a:rPr lang="ar-SA" sz="1200" b="1" dirty="0"/>
              <a:t>النوع (تخصصي، تربوي، تقني)</a:t>
            </a:r>
            <a:endParaRPr lang="en-US" sz="1200" b="1" dirty="0"/>
          </a:p>
          <a:p>
            <a:pPr algn="r" rtl="1"/>
            <a:r>
              <a:rPr lang="ar-SA" sz="1200" b="1" dirty="0"/>
              <a:t>تعليمات هامة:  </a:t>
            </a:r>
            <a:endParaRPr lang="en-US" sz="1200" b="1" dirty="0"/>
          </a:p>
          <a:p>
            <a:pPr lvl="0" algn="r" rtl="1"/>
            <a:r>
              <a:rPr lang="ar-SA" sz="1200" b="1" dirty="0"/>
              <a:t>ادراج جميع البرامج المنفذة في خطط التحسين </a:t>
            </a:r>
            <a:endParaRPr lang="en-US" sz="1200" b="1" dirty="0"/>
          </a:p>
          <a:p>
            <a:pPr lvl="0" algn="r" rtl="1"/>
            <a:r>
              <a:rPr lang="ar-SA" sz="1200" b="1" dirty="0"/>
              <a:t>تعد منفذة الورشة او البرنامج تقرير التنفيذ وتقوم بقياس أثر البرنامج وتسلم نسخة منه للجنة التميز</a:t>
            </a:r>
            <a:endParaRPr lang="en-US" sz="1200" b="1" dirty="0"/>
          </a:p>
          <a:p>
            <a:pPr lvl="0" algn="r" rtl="1"/>
            <a:r>
              <a:rPr lang="ar-SA" sz="1200" b="1" dirty="0"/>
              <a:t>يتحدد نجاح الورشة او البرنامج بتحقق المؤشرات وتحسن الأداء ورضا المستفيد</a:t>
            </a:r>
            <a:endParaRPr lang="en-US" sz="1200" b="1" dirty="0"/>
          </a:p>
          <a:p>
            <a:pPr algn="r" rtl="1"/>
            <a:endParaRPr lang="ar-SA" sz="800" dirty="0"/>
          </a:p>
        </p:txBody>
      </p:sp>
      <p:sp>
        <p:nvSpPr>
          <p:cNvPr id="11" name="مربع نص 10">
            <a:extLst>
              <a:ext uri="{FF2B5EF4-FFF2-40B4-BE49-F238E27FC236}">
                <a16:creationId xmlns:a16="http://schemas.microsoft.com/office/drawing/2014/main" id="{67D2AE9D-43AB-B274-81A8-0CADDAB64C2D}"/>
              </a:ext>
            </a:extLst>
          </p:cNvPr>
          <p:cNvSpPr txBox="1"/>
          <p:nvPr/>
        </p:nvSpPr>
        <p:spPr>
          <a:xfrm>
            <a:off x="806450" y="8504659"/>
            <a:ext cx="6477000" cy="307777"/>
          </a:xfrm>
          <a:prstGeom prst="rect">
            <a:avLst/>
          </a:prstGeom>
          <a:noFill/>
        </p:spPr>
        <p:txBody>
          <a:bodyPr wrap="square" rtlCol="1">
            <a:spAutoFit/>
          </a:bodyPr>
          <a:lstStyle/>
          <a:p>
            <a:pPr algn="r" rtl="1"/>
            <a:r>
              <a:rPr lang="ar-SA" sz="1400" b="1" dirty="0"/>
              <a:t>مديرة المدرسة / جيهان محمد علي بنا                                                          الختم</a:t>
            </a:r>
            <a:endParaRPr lang="en-US" sz="1400" dirty="0"/>
          </a:p>
        </p:txBody>
      </p:sp>
    </p:spTree>
    <p:extLst>
      <p:ext uri="{BB962C8B-B14F-4D97-AF65-F5344CB8AC3E}">
        <p14:creationId xmlns:p14="http://schemas.microsoft.com/office/powerpoint/2010/main" val="289947494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62C4B0"/>
        </a:solidFill>
        <a:effectLst/>
      </p:bgPr>
    </p:bg>
    <p:spTree>
      <p:nvGrpSpPr>
        <p:cNvPr id="1" name="">
          <a:extLst>
            <a:ext uri="{FF2B5EF4-FFF2-40B4-BE49-F238E27FC236}">
              <a16:creationId xmlns:a16="http://schemas.microsoft.com/office/drawing/2014/main" id="{131092D1-BE91-D276-5E88-19B5DC42A6F6}"/>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2957777D-440B-5123-CBE7-2EACEE0908AE}"/>
              </a:ext>
            </a:extLst>
          </p:cNvPr>
          <p:cNvSpPr/>
          <p:nvPr/>
        </p:nvSpPr>
        <p:spPr>
          <a:xfrm>
            <a:off x="-251374" y="0"/>
            <a:ext cx="7872660" cy="10895551"/>
          </a:xfrm>
          <a:custGeom>
            <a:avLst/>
            <a:gdLst/>
            <a:ahLst/>
            <a:cxnLst/>
            <a:rect l="l" t="t" r="r" b="b"/>
            <a:pathLst>
              <a:path w="7758846" h="8416894">
                <a:moveTo>
                  <a:pt x="0" y="0"/>
                </a:moveTo>
                <a:lnTo>
                  <a:pt x="7758846" y="0"/>
                </a:lnTo>
                <a:lnTo>
                  <a:pt x="7758846" y="8416894"/>
                </a:lnTo>
                <a:lnTo>
                  <a:pt x="0" y="8416894"/>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ar-SA"/>
          </a:p>
        </p:txBody>
      </p:sp>
      <p:sp>
        <p:nvSpPr>
          <p:cNvPr id="4" name="Freeform 4">
            <a:extLst>
              <a:ext uri="{FF2B5EF4-FFF2-40B4-BE49-F238E27FC236}">
                <a16:creationId xmlns:a16="http://schemas.microsoft.com/office/drawing/2014/main" id="{D3EA5B98-1C35-24AA-B242-EF95497832AF}"/>
              </a:ext>
            </a:extLst>
          </p:cNvPr>
          <p:cNvSpPr/>
          <p:nvPr/>
        </p:nvSpPr>
        <p:spPr>
          <a:xfrm>
            <a:off x="0" y="39592"/>
            <a:ext cx="5683250" cy="393700"/>
          </a:xfrm>
          <a:custGeom>
            <a:avLst/>
            <a:gdLst/>
            <a:ahLst/>
            <a:cxnLst/>
            <a:rect l="l" t="t" r="r" b="b"/>
            <a:pathLst>
              <a:path w="3308517" h="1467779">
                <a:moveTo>
                  <a:pt x="0" y="0"/>
                </a:moveTo>
                <a:lnTo>
                  <a:pt x="3308517" y="0"/>
                </a:lnTo>
                <a:lnTo>
                  <a:pt x="3308517" y="1467779"/>
                </a:lnTo>
                <a:lnTo>
                  <a:pt x="0" y="1467779"/>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ar-SA"/>
          </a:p>
        </p:txBody>
      </p:sp>
      <p:sp>
        <p:nvSpPr>
          <p:cNvPr id="10" name="مربع نص 9">
            <a:extLst>
              <a:ext uri="{FF2B5EF4-FFF2-40B4-BE49-F238E27FC236}">
                <a16:creationId xmlns:a16="http://schemas.microsoft.com/office/drawing/2014/main" id="{DC17654A-8FD9-A389-58C0-266A6DB7BF87}"/>
              </a:ext>
            </a:extLst>
          </p:cNvPr>
          <p:cNvSpPr txBox="1"/>
          <p:nvPr/>
        </p:nvSpPr>
        <p:spPr>
          <a:xfrm>
            <a:off x="1949450" y="1546346"/>
            <a:ext cx="3733800" cy="369332"/>
          </a:xfrm>
          <a:prstGeom prst="rect">
            <a:avLst/>
          </a:prstGeom>
          <a:noFill/>
        </p:spPr>
        <p:txBody>
          <a:bodyPr wrap="square" rtlCol="1">
            <a:spAutoFit/>
          </a:bodyPr>
          <a:lstStyle/>
          <a:p>
            <a:pPr algn="ctr" rtl="1"/>
            <a:r>
              <a:rPr lang="ar-SA" b="1" dirty="0">
                <a:solidFill>
                  <a:srgbClr val="C00000"/>
                </a:solidFill>
              </a:rPr>
              <a:t>تقرير تنفيذ برنامج حسب التخصص</a:t>
            </a:r>
            <a:endParaRPr lang="en-US" dirty="0">
              <a:solidFill>
                <a:srgbClr val="C00000"/>
              </a:solidFill>
            </a:endParaRPr>
          </a:p>
        </p:txBody>
      </p:sp>
      <p:graphicFrame>
        <p:nvGraphicFramePr>
          <p:cNvPr id="8" name="جدول 7">
            <a:extLst>
              <a:ext uri="{FF2B5EF4-FFF2-40B4-BE49-F238E27FC236}">
                <a16:creationId xmlns:a16="http://schemas.microsoft.com/office/drawing/2014/main" id="{E7E2A3FD-C922-2728-624D-7DF7AEB1AD59}"/>
              </a:ext>
            </a:extLst>
          </p:cNvPr>
          <p:cNvGraphicFramePr>
            <a:graphicFrameLocks noGrp="1"/>
          </p:cNvGraphicFramePr>
          <p:nvPr>
            <p:extLst>
              <p:ext uri="{D42A27DB-BD31-4B8C-83A1-F6EECF244321}">
                <p14:modId xmlns:p14="http://schemas.microsoft.com/office/powerpoint/2010/main" val="4291627316"/>
              </p:ext>
            </p:extLst>
          </p:nvPr>
        </p:nvGraphicFramePr>
        <p:xfrm>
          <a:off x="636155" y="5345545"/>
          <a:ext cx="6529951" cy="2671947"/>
        </p:xfrm>
        <a:graphic>
          <a:graphicData uri="http://schemas.openxmlformats.org/drawingml/2006/table">
            <a:tbl>
              <a:tblPr rtl="1" firstRow="1" firstCol="1" bandRow="1">
                <a:tableStyleId>{5940675A-B579-460E-94D1-54222C63F5DA}</a:tableStyleId>
              </a:tblPr>
              <a:tblGrid>
                <a:gridCol w="1185695">
                  <a:extLst>
                    <a:ext uri="{9D8B030D-6E8A-4147-A177-3AD203B41FA5}">
                      <a16:colId xmlns:a16="http://schemas.microsoft.com/office/drawing/2014/main" val="1717195211"/>
                    </a:ext>
                  </a:extLst>
                </a:gridCol>
                <a:gridCol w="2355138">
                  <a:extLst>
                    <a:ext uri="{9D8B030D-6E8A-4147-A177-3AD203B41FA5}">
                      <a16:colId xmlns:a16="http://schemas.microsoft.com/office/drawing/2014/main" val="2623341202"/>
                    </a:ext>
                  </a:extLst>
                </a:gridCol>
                <a:gridCol w="1630842">
                  <a:extLst>
                    <a:ext uri="{9D8B030D-6E8A-4147-A177-3AD203B41FA5}">
                      <a16:colId xmlns:a16="http://schemas.microsoft.com/office/drawing/2014/main" val="2826749597"/>
                    </a:ext>
                  </a:extLst>
                </a:gridCol>
                <a:gridCol w="1358276">
                  <a:extLst>
                    <a:ext uri="{9D8B030D-6E8A-4147-A177-3AD203B41FA5}">
                      <a16:colId xmlns:a16="http://schemas.microsoft.com/office/drawing/2014/main" val="2552041511"/>
                    </a:ext>
                  </a:extLst>
                </a:gridCol>
              </a:tblGrid>
              <a:tr h="340508">
                <a:tc>
                  <a:txBody>
                    <a:bodyPr/>
                    <a:lstStyle/>
                    <a:p>
                      <a:pPr algn="ctr" rtl="1">
                        <a:lnSpc>
                          <a:spcPct val="107000"/>
                        </a:lnSpc>
                        <a:spcAft>
                          <a:spcPts val="800"/>
                        </a:spcAft>
                        <a:buNone/>
                      </a:pPr>
                      <a:r>
                        <a:rPr lang="ar-SA" sz="1000" b="1" kern="100" dirty="0">
                          <a:effectLst/>
                        </a:rPr>
                        <a:t>متطلبات التنفيذ</a:t>
                      </a:r>
                      <a:endParaRPr lang="en-US" sz="1000" b="1" kern="100" dirty="0">
                        <a:effectLst/>
                        <a:latin typeface="Aptos" panose="020B0004020202020204" pitchFamily="34" charset="0"/>
                        <a:ea typeface="Aptos" panose="020B0004020202020204" pitchFamily="34" charset="0"/>
                        <a:cs typeface="Arial" panose="020B0604020202020204" pitchFamily="34" charset="0"/>
                      </a:endParaRPr>
                    </a:p>
                  </a:txBody>
                  <a:tcPr marL="59648" marR="59648" marT="0" marB="0" anchor="ctr"/>
                </a:tc>
                <a:tc gridSpan="3">
                  <a:txBody>
                    <a:bodyPr/>
                    <a:lstStyle/>
                    <a:p>
                      <a:pPr algn="l" rtl="1">
                        <a:lnSpc>
                          <a:spcPct val="115000"/>
                        </a:lnSpc>
                        <a:spcAft>
                          <a:spcPts val="800"/>
                        </a:spcAft>
                        <a:buNone/>
                      </a:pPr>
                      <a:r>
                        <a:rPr lang="en-US" sz="1000" b="1" kern="100" dirty="0">
                          <a:effectLst/>
                          <a:sym typeface="AGA Arabesque Desktop" panose="05010101010101010101" pitchFamily="2" charset="2"/>
                        </a:rPr>
                        <a:t></a:t>
                      </a:r>
                      <a:r>
                        <a:rPr lang="en-US" sz="1000" b="1" kern="100" dirty="0">
                          <a:effectLst/>
                        </a:rPr>
                        <a:t> </a:t>
                      </a:r>
                      <a:r>
                        <a:rPr lang="ar-SA" sz="1000" b="1" kern="100" dirty="0">
                          <a:effectLst/>
                        </a:rPr>
                        <a:t>تجهيزات تقنية وحاسب ألي        </a:t>
                      </a:r>
                      <a:r>
                        <a:rPr lang="en-US" sz="1000" b="1" kern="100" dirty="0">
                          <a:effectLst/>
                          <a:sym typeface="AGA Arabesque Desktop" panose="05010101010101010101" pitchFamily="2" charset="2"/>
                        </a:rPr>
                        <a:t></a:t>
                      </a:r>
                      <a:r>
                        <a:rPr lang="en-US" sz="1000" b="1" kern="100" dirty="0">
                          <a:effectLst/>
                        </a:rPr>
                        <a:t> </a:t>
                      </a:r>
                      <a:r>
                        <a:rPr lang="ar-SA" sz="1000" b="1" kern="100" dirty="0">
                          <a:effectLst/>
                        </a:rPr>
                        <a:t>قاعة تدريب    </a:t>
                      </a:r>
                      <a:r>
                        <a:rPr lang="en-US" sz="1000" b="1" kern="100" dirty="0">
                          <a:effectLst/>
                          <a:sym typeface="AGA Arabesque Desktop" panose="05010101010101010101" pitchFamily="2" charset="2"/>
                        </a:rPr>
                        <a:t></a:t>
                      </a:r>
                      <a:r>
                        <a:rPr lang="en-US" sz="1000" b="1" kern="100" dirty="0">
                          <a:effectLst/>
                        </a:rPr>
                        <a:t> </a:t>
                      </a:r>
                      <a:r>
                        <a:rPr lang="ar-SA" sz="1000" b="1" kern="100" dirty="0">
                          <a:effectLst/>
                        </a:rPr>
                        <a:t>منصات تدريب الكترونية            </a:t>
                      </a:r>
                      <a:r>
                        <a:rPr lang="en-US" sz="1000" b="1" kern="100" dirty="0">
                          <a:effectLst/>
                          <a:sym typeface="AGA Arabesque Desktop" panose="05010101010101010101" pitchFamily="2" charset="2"/>
                        </a:rPr>
                        <a:t></a:t>
                      </a:r>
                      <a:r>
                        <a:rPr lang="en-US" sz="1000" b="1" kern="100" dirty="0">
                          <a:effectLst/>
                        </a:rPr>
                        <a:t> </a:t>
                      </a:r>
                      <a:r>
                        <a:rPr lang="ar-SA" sz="1000" b="1" kern="100" dirty="0">
                          <a:effectLst/>
                        </a:rPr>
                        <a:t>منصة مدرستي          </a:t>
                      </a:r>
                      <a:endParaRPr lang="en-US" sz="1000" b="1" kern="100" dirty="0">
                        <a:effectLst/>
                      </a:endParaRPr>
                    </a:p>
                    <a:p>
                      <a:pPr algn="r" rtl="1">
                        <a:lnSpc>
                          <a:spcPct val="115000"/>
                        </a:lnSpc>
                        <a:spcAft>
                          <a:spcPts val="800"/>
                        </a:spcAft>
                        <a:buNone/>
                      </a:pPr>
                      <a:r>
                        <a:rPr lang="ar-SA" sz="1000" b="1" kern="100" dirty="0">
                          <a:effectLst/>
                        </a:rPr>
                        <a:t>  </a:t>
                      </a:r>
                      <a:r>
                        <a:rPr lang="en-US" sz="1000" b="1" kern="100" dirty="0">
                          <a:effectLst/>
                          <a:sym typeface="AGA Arabesque Desktop" panose="05010101010101010101" pitchFamily="2" charset="2"/>
                        </a:rPr>
                        <a:t></a:t>
                      </a:r>
                      <a:r>
                        <a:rPr lang="en-US" sz="1000" b="1" kern="100" dirty="0">
                          <a:effectLst/>
                        </a:rPr>
                        <a:t> </a:t>
                      </a:r>
                      <a:r>
                        <a:rPr lang="ar-SA" sz="1000" b="1" kern="100" dirty="0">
                          <a:effectLst/>
                        </a:rPr>
                        <a:t>تطبيقات تواصل       </a:t>
                      </a:r>
                      <a:r>
                        <a:rPr lang="en-US" sz="1000" b="1" kern="100" dirty="0">
                          <a:effectLst/>
                          <a:sym typeface="AGA Arabesque Desktop" panose="05010101010101010101" pitchFamily="2" charset="2"/>
                        </a:rPr>
                        <a:t></a:t>
                      </a:r>
                      <a:r>
                        <a:rPr lang="en-US" sz="1000" b="1" kern="100" dirty="0">
                          <a:effectLst/>
                        </a:rPr>
                        <a:t> </a:t>
                      </a:r>
                      <a:r>
                        <a:rPr lang="ar-SA" sz="1000" b="1" kern="100" dirty="0">
                          <a:effectLst/>
                        </a:rPr>
                        <a:t>إذاعة مدرسية          </a:t>
                      </a:r>
                      <a:r>
                        <a:rPr lang="en-US" sz="1000" b="1" kern="100" dirty="0">
                          <a:effectLst/>
                          <a:sym typeface="AGA Arabesque Desktop" panose="05010101010101010101" pitchFamily="2" charset="2"/>
                        </a:rPr>
                        <a:t></a:t>
                      </a:r>
                      <a:r>
                        <a:rPr lang="en-US" sz="1000" b="1" kern="100" dirty="0">
                          <a:effectLst/>
                        </a:rPr>
                        <a:t> </a:t>
                      </a:r>
                      <a:r>
                        <a:rPr lang="ar-SA" sz="1000" b="1" kern="100" dirty="0">
                          <a:effectLst/>
                        </a:rPr>
                        <a:t>اخري ................     </a:t>
                      </a:r>
                      <a:endParaRPr lang="en-US" sz="1000" b="1" kern="100" dirty="0">
                        <a:effectLst/>
                        <a:latin typeface="Aptos" panose="020B0004020202020204" pitchFamily="34" charset="0"/>
                        <a:ea typeface="Aptos" panose="020B0004020202020204" pitchFamily="34" charset="0"/>
                        <a:cs typeface="Arial" panose="020B0604020202020204" pitchFamily="34" charset="0"/>
                      </a:endParaRPr>
                    </a:p>
                  </a:txBody>
                  <a:tcPr marL="59648" marR="59648" marT="0" marB="0" anchor="ctr"/>
                </a:tc>
                <a:tc hMerge="1">
                  <a:txBody>
                    <a:bodyPr/>
                    <a:lstStyle/>
                    <a:p>
                      <a:pPr rtl="1"/>
                      <a:endParaRPr lang="ar-SA"/>
                    </a:p>
                  </a:txBody>
                  <a:tcPr/>
                </a:tc>
                <a:tc hMerge="1">
                  <a:txBody>
                    <a:bodyPr/>
                    <a:lstStyle/>
                    <a:p>
                      <a:pPr rtl="1"/>
                      <a:endParaRPr lang="ar-SA"/>
                    </a:p>
                  </a:txBody>
                  <a:tcPr/>
                </a:tc>
                <a:extLst>
                  <a:ext uri="{0D108BD9-81ED-4DB2-BD59-A6C34878D82A}">
                    <a16:rowId xmlns:a16="http://schemas.microsoft.com/office/drawing/2014/main" val="1354867014"/>
                  </a:ext>
                </a:extLst>
              </a:tr>
              <a:tr h="240364">
                <a:tc>
                  <a:txBody>
                    <a:bodyPr/>
                    <a:lstStyle/>
                    <a:p>
                      <a:pPr algn="ctr" rtl="1">
                        <a:lnSpc>
                          <a:spcPct val="107000"/>
                        </a:lnSpc>
                        <a:spcAft>
                          <a:spcPts val="800"/>
                        </a:spcAft>
                        <a:buNone/>
                      </a:pPr>
                      <a:r>
                        <a:rPr lang="ar-SA" sz="1000" b="1" kern="100">
                          <a:effectLst/>
                        </a:rPr>
                        <a:t>أسلوب تحديد الاحتياج </a:t>
                      </a:r>
                      <a:endParaRPr lang="en-US" sz="1000" b="1" kern="100">
                        <a:effectLst/>
                        <a:latin typeface="Aptos" panose="020B0004020202020204" pitchFamily="34" charset="0"/>
                        <a:ea typeface="Aptos" panose="020B0004020202020204" pitchFamily="34" charset="0"/>
                        <a:cs typeface="Arial" panose="020B0604020202020204" pitchFamily="34" charset="0"/>
                      </a:endParaRPr>
                    </a:p>
                  </a:txBody>
                  <a:tcPr marL="59648" marR="59648" marT="0" marB="0" anchor="ctr"/>
                </a:tc>
                <a:tc gridSpan="3">
                  <a:txBody>
                    <a:bodyPr/>
                    <a:lstStyle/>
                    <a:p>
                      <a:pPr algn="l" rtl="1">
                        <a:lnSpc>
                          <a:spcPct val="107000"/>
                        </a:lnSpc>
                        <a:spcAft>
                          <a:spcPts val="800"/>
                        </a:spcAft>
                        <a:buNone/>
                      </a:pPr>
                      <a:r>
                        <a:rPr lang="ar-SA" sz="1000" b="1" kern="100">
                          <a:effectLst/>
                        </a:rPr>
                        <a:t> </a:t>
                      </a:r>
                      <a:r>
                        <a:rPr lang="en-US" sz="1000" b="1" kern="100">
                          <a:effectLst/>
                          <a:sym typeface="AGA Arabesque Desktop" panose="05010101010101010101" pitchFamily="2" charset="2"/>
                        </a:rPr>
                        <a:t></a:t>
                      </a:r>
                      <a:r>
                        <a:rPr lang="ar-SA" sz="1000" b="1" kern="100">
                          <a:effectLst/>
                        </a:rPr>
                        <a:t> الملاحظات          </a:t>
                      </a:r>
                      <a:r>
                        <a:rPr lang="en-US" sz="1000" b="1" kern="100">
                          <a:effectLst/>
                          <a:sym typeface="AGA Arabesque Desktop" panose="05010101010101010101" pitchFamily="2" charset="2"/>
                        </a:rPr>
                        <a:t></a:t>
                      </a:r>
                      <a:r>
                        <a:rPr lang="ar-SA" sz="1000" b="1" kern="100">
                          <a:effectLst/>
                        </a:rPr>
                        <a:t> المقابلات والمناقشات             </a:t>
                      </a:r>
                      <a:r>
                        <a:rPr lang="en-US" sz="1000" b="1" kern="100">
                          <a:effectLst/>
                          <a:sym typeface="AGA Arabesque Desktop" panose="05010101010101010101" pitchFamily="2" charset="2"/>
                        </a:rPr>
                        <a:t></a:t>
                      </a:r>
                      <a:r>
                        <a:rPr lang="ar-SA" sz="1000" b="1" kern="100">
                          <a:effectLst/>
                        </a:rPr>
                        <a:t> الاستبانات         </a:t>
                      </a:r>
                      <a:r>
                        <a:rPr lang="en-US" sz="1000" b="1" kern="100">
                          <a:effectLst/>
                          <a:sym typeface="AGA Arabesque Desktop" panose="05010101010101010101" pitchFamily="2" charset="2"/>
                        </a:rPr>
                        <a:t></a:t>
                      </a:r>
                      <a:r>
                        <a:rPr lang="ar-SA" sz="1000" b="1" kern="100">
                          <a:effectLst/>
                        </a:rPr>
                        <a:t>  تحليل نتائج        </a:t>
                      </a:r>
                      <a:r>
                        <a:rPr lang="en-US" sz="1000" b="1" kern="100">
                          <a:effectLst/>
                          <a:sym typeface="AGA Arabesque Desktop" panose="05010101010101010101" pitchFamily="2" charset="2"/>
                        </a:rPr>
                        <a:t></a:t>
                      </a:r>
                      <a:r>
                        <a:rPr lang="en-US" sz="1000" b="1" kern="100">
                          <a:effectLst/>
                        </a:rPr>
                        <a:t> </a:t>
                      </a:r>
                      <a:r>
                        <a:rPr lang="ar-SA" sz="1000" b="1" kern="100">
                          <a:effectLst/>
                        </a:rPr>
                        <a:t>المداولات الإشرافية</a:t>
                      </a:r>
                      <a:endParaRPr lang="en-US" sz="1000" b="1" kern="100">
                        <a:effectLst/>
                        <a:latin typeface="Aptos" panose="020B0004020202020204" pitchFamily="34" charset="0"/>
                        <a:ea typeface="Aptos" panose="020B0004020202020204" pitchFamily="34" charset="0"/>
                        <a:cs typeface="Arial" panose="020B0604020202020204" pitchFamily="34" charset="0"/>
                      </a:endParaRPr>
                    </a:p>
                  </a:txBody>
                  <a:tcPr marL="59648" marR="59648" marT="0" marB="0" anchor="ctr"/>
                </a:tc>
                <a:tc hMerge="1">
                  <a:txBody>
                    <a:bodyPr/>
                    <a:lstStyle/>
                    <a:p>
                      <a:pPr rtl="1"/>
                      <a:endParaRPr lang="ar-SA"/>
                    </a:p>
                  </a:txBody>
                  <a:tcPr/>
                </a:tc>
                <a:tc hMerge="1">
                  <a:txBody>
                    <a:bodyPr/>
                    <a:lstStyle/>
                    <a:p>
                      <a:pPr rtl="1"/>
                      <a:endParaRPr lang="ar-SA"/>
                    </a:p>
                  </a:txBody>
                  <a:tcPr/>
                </a:tc>
                <a:extLst>
                  <a:ext uri="{0D108BD9-81ED-4DB2-BD59-A6C34878D82A}">
                    <a16:rowId xmlns:a16="http://schemas.microsoft.com/office/drawing/2014/main" val="2712104353"/>
                  </a:ext>
                </a:extLst>
              </a:tr>
              <a:tr h="322143">
                <a:tc>
                  <a:txBody>
                    <a:bodyPr/>
                    <a:lstStyle/>
                    <a:p>
                      <a:pPr algn="ctr" rtl="1">
                        <a:lnSpc>
                          <a:spcPct val="107000"/>
                        </a:lnSpc>
                        <a:spcAft>
                          <a:spcPts val="800"/>
                        </a:spcAft>
                        <a:buNone/>
                      </a:pPr>
                      <a:r>
                        <a:rPr lang="ar-SA" sz="1000" b="1" kern="100">
                          <a:effectLst/>
                        </a:rPr>
                        <a:t>محور الأهمية:</a:t>
                      </a:r>
                      <a:endParaRPr lang="en-US" sz="1000" b="1" kern="100">
                        <a:effectLst/>
                        <a:latin typeface="Aptos" panose="020B0004020202020204" pitchFamily="34" charset="0"/>
                        <a:ea typeface="Aptos" panose="020B0004020202020204" pitchFamily="34" charset="0"/>
                        <a:cs typeface="Arial" panose="020B0604020202020204" pitchFamily="34" charset="0"/>
                      </a:endParaRPr>
                    </a:p>
                  </a:txBody>
                  <a:tcPr marL="59648" marR="59648" marT="0" marB="0" anchor="ctr"/>
                </a:tc>
                <a:tc gridSpan="3">
                  <a:txBody>
                    <a:bodyPr/>
                    <a:lstStyle/>
                    <a:p>
                      <a:pPr algn="l" rtl="1">
                        <a:lnSpc>
                          <a:spcPct val="107000"/>
                        </a:lnSpc>
                        <a:spcAft>
                          <a:spcPts val="800"/>
                        </a:spcAft>
                        <a:buNone/>
                      </a:pPr>
                      <a:r>
                        <a:rPr lang="en-US" sz="1000" b="1" kern="100">
                          <a:effectLst/>
                          <a:sym typeface="AGA Arabesque Desktop" panose="05010101010101010101" pitchFamily="2" charset="2"/>
                        </a:rPr>
                        <a:t></a:t>
                      </a:r>
                      <a:r>
                        <a:rPr lang="en-US" sz="1000" b="1" kern="100">
                          <a:effectLst/>
                        </a:rPr>
                        <a:t> </a:t>
                      </a:r>
                      <a:r>
                        <a:rPr lang="ar-SA" sz="1000" b="1" kern="100">
                          <a:effectLst/>
                        </a:rPr>
                        <a:t> رفع كفاءة الأداء وتجويد العمل      </a:t>
                      </a:r>
                      <a:r>
                        <a:rPr lang="en-US" sz="1000" b="1" kern="100">
                          <a:effectLst/>
                          <a:sym typeface="AGA Arabesque Desktop" panose="05010101010101010101" pitchFamily="2" charset="2"/>
                        </a:rPr>
                        <a:t></a:t>
                      </a:r>
                      <a:r>
                        <a:rPr lang="en-US" sz="1000" b="1" kern="100">
                          <a:effectLst/>
                        </a:rPr>
                        <a:t> </a:t>
                      </a:r>
                      <a:r>
                        <a:rPr lang="ar-SA" sz="1000" b="1" kern="100">
                          <a:effectLst/>
                        </a:rPr>
                        <a:t>تحسين نواتج التعلم وتنمية المهارات     </a:t>
                      </a:r>
                      <a:r>
                        <a:rPr lang="en-US" sz="1000" b="1" kern="100">
                          <a:effectLst/>
                          <a:sym typeface="AGA Arabesque Desktop" panose="05010101010101010101" pitchFamily="2" charset="2"/>
                        </a:rPr>
                        <a:t></a:t>
                      </a:r>
                      <a:r>
                        <a:rPr lang="en-US" sz="1000" b="1" kern="100">
                          <a:effectLst/>
                        </a:rPr>
                        <a:t> </a:t>
                      </a:r>
                      <a:r>
                        <a:rPr lang="ar-SA" sz="1000" b="1" kern="100">
                          <a:effectLst/>
                        </a:rPr>
                        <a:t>جودة العملية التعليمية         </a:t>
                      </a:r>
                      <a:endParaRPr lang="en-US" sz="1000" b="1" kern="100">
                        <a:effectLst/>
                      </a:endParaRPr>
                    </a:p>
                    <a:p>
                      <a:pPr algn="r" rtl="1">
                        <a:lnSpc>
                          <a:spcPct val="107000"/>
                        </a:lnSpc>
                        <a:spcAft>
                          <a:spcPts val="800"/>
                        </a:spcAft>
                        <a:buNone/>
                      </a:pPr>
                      <a:r>
                        <a:rPr lang="en-US" sz="1000" b="1" kern="100">
                          <a:effectLst/>
                          <a:sym typeface="AGA Arabesque Desktop" panose="05010101010101010101" pitchFamily="2" charset="2"/>
                        </a:rPr>
                        <a:t></a:t>
                      </a:r>
                      <a:r>
                        <a:rPr lang="en-US" sz="1000" b="1" kern="100">
                          <a:effectLst/>
                        </a:rPr>
                        <a:t> </a:t>
                      </a:r>
                      <a:r>
                        <a:rPr lang="ar-SA" sz="1000" b="1" kern="100">
                          <a:effectLst/>
                        </a:rPr>
                        <a:t>تفعيل الشراكات والاعمال التطوعية      </a:t>
                      </a:r>
                      <a:r>
                        <a:rPr lang="en-US" sz="1000" b="1" kern="100">
                          <a:effectLst/>
                          <a:sym typeface="AGA Arabesque Desktop" panose="05010101010101010101" pitchFamily="2" charset="2"/>
                        </a:rPr>
                        <a:t></a:t>
                      </a:r>
                      <a:r>
                        <a:rPr lang="en-US" sz="1000" b="1" kern="100">
                          <a:effectLst/>
                        </a:rPr>
                        <a:t> </a:t>
                      </a:r>
                      <a:r>
                        <a:rPr lang="ar-SA" sz="1000" b="1" kern="100">
                          <a:effectLst/>
                        </a:rPr>
                        <a:t>غرس القيم وتعزيزها               </a:t>
                      </a:r>
                      <a:r>
                        <a:rPr lang="en-US" sz="1000" b="1" kern="100">
                          <a:effectLst/>
                          <a:sym typeface="AGA Arabesque Desktop" panose="05010101010101010101" pitchFamily="2" charset="2"/>
                        </a:rPr>
                        <a:t></a:t>
                      </a:r>
                      <a:r>
                        <a:rPr lang="en-US" sz="1000" b="1" kern="100">
                          <a:effectLst/>
                        </a:rPr>
                        <a:t>  </a:t>
                      </a:r>
                      <a:r>
                        <a:rPr lang="ar-SA" sz="1000" b="1" kern="100">
                          <a:effectLst/>
                        </a:rPr>
                        <a:t> تحسين البيئة التعليمية         </a:t>
                      </a:r>
                      <a:endParaRPr lang="en-US" sz="1000" b="1" kern="100">
                        <a:effectLst/>
                        <a:latin typeface="Aptos" panose="020B0004020202020204" pitchFamily="34" charset="0"/>
                        <a:ea typeface="Aptos" panose="020B0004020202020204" pitchFamily="34" charset="0"/>
                        <a:cs typeface="Arial" panose="020B0604020202020204" pitchFamily="34" charset="0"/>
                      </a:endParaRPr>
                    </a:p>
                  </a:txBody>
                  <a:tcPr marL="59648" marR="59648" marT="0" marB="0" anchor="ctr"/>
                </a:tc>
                <a:tc hMerge="1">
                  <a:txBody>
                    <a:bodyPr/>
                    <a:lstStyle/>
                    <a:p>
                      <a:pPr rtl="1"/>
                      <a:endParaRPr lang="ar-SA"/>
                    </a:p>
                  </a:txBody>
                  <a:tcPr/>
                </a:tc>
                <a:tc hMerge="1">
                  <a:txBody>
                    <a:bodyPr/>
                    <a:lstStyle/>
                    <a:p>
                      <a:pPr rtl="1"/>
                      <a:endParaRPr lang="ar-SA"/>
                    </a:p>
                  </a:txBody>
                  <a:tcPr/>
                </a:tc>
                <a:extLst>
                  <a:ext uri="{0D108BD9-81ED-4DB2-BD59-A6C34878D82A}">
                    <a16:rowId xmlns:a16="http://schemas.microsoft.com/office/drawing/2014/main" val="2504886045"/>
                  </a:ext>
                </a:extLst>
              </a:tr>
              <a:tr h="160682">
                <a:tc>
                  <a:txBody>
                    <a:bodyPr/>
                    <a:lstStyle/>
                    <a:p>
                      <a:pPr algn="ctr" rtl="1">
                        <a:lnSpc>
                          <a:spcPct val="107000"/>
                        </a:lnSpc>
                        <a:spcAft>
                          <a:spcPts val="800"/>
                        </a:spcAft>
                        <a:buNone/>
                      </a:pPr>
                      <a:r>
                        <a:rPr lang="ar-SA" sz="1000" b="1" kern="100">
                          <a:effectLst/>
                        </a:rPr>
                        <a:t>الهدف العام</a:t>
                      </a:r>
                      <a:endParaRPr lang="en-US" sz="1000" b="1" kern="100">
                        <a:effectLst/>
                        <a:latin typeface="Aptos" panose="020B0004020202020204" pitchFamily="34" charset="0"/>
                        <a:ea typeface="Aptos" panose="020B0004020202020204" pitchFamily="34" charset="0"/>
                        <a:cs typeface="Arial" panose="020B0604020202020204" pitchFamily="34" charset="0"/>
                      </a:endParaRPr>
                    </a:p>
                  </a:txBody>
                  <a:tcPr marL="59648" marR="59648" marT="0" marB="0" anchor="ctr"/>
                </a:tc>
                <a:tc gridSpan="3">
                  <a:txBody>
                    <a:bodyPr/>
                    <a:lstStyle/>
                    <a:p>
                      <a:pPr marL="457200" algn="r" rtl="1">
                        <a:lnSpc>
                          <a:spcPct val="107000"/>
                        </a:lnSpc>
                        <a:spcAft>
                          <a:spcPts val="800"/>
                        </a:spcAft>
                        <a:buNone/>
                      </a:pPr>
                      <a:r>
                        <a:rPr lang="ar-SA" sz="1000" b="1" kern="100">
                          <a:effectLst/>
                        </a:rPr>
                        <a:t> </a:t>
                      </a:r>
                      <a:endParaRPr lang="en-US" sz="1000" b="1" kern="100">
                        <a:effectLst/>
                        <a:latin typeface="Aptos" panose="020B0004020202020204" pitchFamily="34" charset="0"/>
                        <a:ea typeface="Aptos" panose="020B0004020202020204" pitchFamily="34" charset="0"/>
                        <a:cs typeface="Arial" panose="020B0604020202020204" pitchFamily="34" charset="0"/>
                      </a:endParaRPr>
                    </a:p>
                  </a:txBody>
                  <a:tcPr marL="59648" marR="59648" marT="0" marB="0" anchor="ctr"/>
                </a:tc>
                <a:tc hMerge="1">
                  <a:txBody>
                    <a:bodyPr/>
                    <a:lstStyle/>
                    <a:p>
                      <a:pPr rtl="1"/>
                      <a:endParaRPr lang="ar-SA"/>
                    </a:p>
                  </a:txBody>
                  <a:tcPr/>
                </a:tc>
                <a:tc hMerge="1">
                  <a:txBody>
                    <a:bodyPr/>
                    <a:lstStyle/>
                    <a:p>
                      <a:pPr rtl="1"/>
                      <a:endParaRPr lang="ar-SA"/>
                    </a:p>
                  </a:txBody>
                  <a:tcPr/>
                </a:tc>
                <a:extLst>
                  <a:ext uri="{0D108BD9-81ED-4DB2-BD59-A6C34878D82A}">
                    <a16:rowId xmlns:a16="http://schemas.microsoft.com/office/drawing/2014/main" val="1032052290"/>
                  </a:ext>
                </a:extLst>
              </a:tr>
              <a:tr h="160682">
                <a:tc>
                  <a:txBody>
                    <a:bodyPr/>
                    <a:lstStyle/>
                    <a:p>
                      <a:pPr algn="ctr" rtl="1">
                        <a:lnSpc>
                          <a:spcPct val="107000"/>
                        </a:lnSpc>
                        <a:spcAft>
                          <a:spcPts val="800"/>
                        </a:spcAft>
                        <a:buNone/>
                      </a:pPr>
                      <a:r>
                        <a:rPr lang="ar-SA" sz="1000" b="1" kern="100">
                          <a:effectLst/>
                        </a:rPr>
                        <a:t>الهدف التفصيلي</a:t>
                      </a:r>
                      <a:endParaRPr lang="en-US" sz="1000" b="1" kern="100">
                        <a:effectLst/>
                        <a:latin typeface="Aptos" panose="020B0004020202020204" pitchFamily="34" charset="0"/>
                        <a:ea typeface="Aptos" panose="020B0004020202020204" pitchFamily="34" charset="0"/>
                        <a:cs typeface="Arial" panose="020B0604020202020204" pitchFamily="34" charset="0"/>
                      </a:endParaRPr>
                    </a:p>
                  </a:txBody>
                  <a:tcPr marL="59648" marR="59648" marT="0" marB="0" anchor="ctr"/>
                </a:tc>
                <a:tc gridSpan="3">
                  <a:txBody>
                    <a:bodyPr/>
                    <a:lstStyle/>
                    <a:p>
                      <a:pPr marL="457200" algn="r" rtl="1">
                        <a:lnSpc>
                          <a:spcPct val="107000"/>
                        </a:lnSpc>
                        <a:spcAft>
                          <a:spcPts val="800"/>
                        </a:spcAft>
                        <a:buNone/>
                      </a:pPr>
                      <a:r>
                        <a:rPr lang="ar-SA" sz="1000" b="1" kern="100">
                          <a:effectLst/>
                        </a:rPr>
                        <a:t> </a:t>
                      </a:r>
                      <a:endParaRPr lang="en-US" sz="1000" b="1" kern="100">
                        <a:effectLst/>
                        <a:latin typeface="Aptos" panose="020B0004020202020204" pitchFamily="34" charset="0"/>
                        <a:ea typeface="Aptos" panose="020B0004020202020204" pitchFamily="34" charset="0"/>
                        <a:cs typeface="Arial" panose="020B0604020202020204" pitchFamily="34" charset="0"/>
                      </a:endParaRPr>
                    </a:p>
                  </a:txBody>
                  <a:tcPr marL="59648" marR="59648" marT="0" marB="0" anchor="ctr"/>
                </a:tc>
                <a:tc hMerge="1">
                  <a:txBody>
                    <a:bodyPr/>
                    <a:lstStyle/>
                    <a:p>
                      <a:pPr rtl="1"/>
                      <a:endParaRPr lang="ar-SA"/>
                    </a:p>
                  </a:txBody>
                  <a:tcPr/>
                </a:tc>
                <a:tc hMerge="1">
                  <a:txBody>
                    <a:bodyPr/>
                    <a:lstStyle/>
                    <a:p>
                      <a:pPr rtl="1"/>
                      <a:endParaRPr lang="ar-SA"/>
                    </a:p>
                  </a:txBody>
                  <a:tcPr/>
                </a:tc>
                <a:extLst>
                  <a:ext uri="{0D108BD9-81ED-4DB2-BD59-A6C34878D82A}">
                    <a16:rowId xmlns:a16="http://schemas.microsoft.com/office/drawing/2014/main" val="2626156172"/>
                  </a:ext>
                </a:extLst>
              </a:tr>
              <a:tr h="485988">
                <a:tc>
                  <a:txBody>
                    <a:bodyPr/>
                    <a:lstStyle/>
                    <a:p>
                      <a:pPr algn="ctr" rtl="1">
                        <a:lnSpc>
                          <a:spcPct val="107000"/>
                        </a:lnSpc>
                        <a:spcAft>
                          <a:spcPts val="800"/>
                        </a:spcAft>
                        <a:buNone/>
                      </a:pPr>
                      <a:r>
                        <a:rPr lang="ar-SA" sz="1000" b="1" kern="100">
                          <a:effectLst/>
                        </a:rPr>
                        <a:t>إجراءات ومراحل التنفيذ</a:t>
                      </a:r>
                      <a:endParaRPr lang="en-US" sz="1000" b="1" kern="100">
                        <a:effectLst/>
                        <a:latin typeface="Aptos" panose="020B0004020202020204" pitchFamily="34" charset="0"/>
                        <a:ea typeface="Aptos" panose="020B0004020202020204" pitchFamily="34" charset="0"/>
                        <a:cs typeface="Arial" panose="020B0604020202020204" pitchFamily="34" charset="0"/>
                      </a:endParaRPr>
                    </a:p>
                  </a:txBody>
                  <a:tcPr marL="59648" marR="59648" marT="0" marB="0" anchor="ctr"/>
                </a:tc>
                <a:tc>
                  <a:txBody>
                    <a:bodyPr/>
                    <a:lstStyle/>
                    <a:p>
                      <a:pPr marL="342900" lvl="0" indent="-342900" algn="r" rtl="1">
                        <a:lnSpc>
                          <a:spcPct val="107000"/>
                        </a:lnSpc>
                        <a:buFont typeface="Courier New" panose="02070309020205020404" pitchFamily="49" charset="0"/>
                        <a:buChar char="o"/>
                      </a:pPr>
                      <a:r>
                        <a:rPr lang="ar-SA" sz="1000" b="1" kern="100">
                          <a:effectLst/>
                        </a:rPr>
                        <a:t> </a:t>
                      </a:r>
                      <a:endParaRPr lang="en-US" sz="1000" b="1" kern="100">
                        <a:effectLst/>
                      </a:endParaRPr>
                    </a:p>
                    <a:p>
                      <a:pPr marL="342900" lvl="0" indent="-342900" algn="r" rtl="1">
                        <a:lnSpc>
                          <a:spcPct val="107000"/>
                        </a:lnSpc>
                        <a:buFont typeface="Courier New" panose="02070309020205020404" pitchFamily="49" charset="0"/>
                        <a:buChar char="o"/>
                      </a:pPr>
                      <a:r>
                        <a:rPr lang="en-US" sz="1000" b="1" kern="100">
                          <a:effectLst/>
                        </a:rPr>
                        <a:t> </a:t>
                      </a:r>
                      <a:endParaRPr lang="en-US" sz="1000" b="1" kern="100">
                        <a:effectLst/>
                        <a:latin typeface="Aptos" panose="020B0004020202020204" pitchFamily="34" charset="0"/>
                        <a:ea typeface="Aptos" panose="020B0004020202020204" pitchFamily="34" charset="0"/>
                        <a:cs typeface="Arial" panose="020B0604020202020204" pitchFamily="34" charset="0"/>
                      </a:endParaRPr>
                    </a:p>
                  </a:txBody>
                  <a:tcPr marL="59648" marR="59648" marT="0" marB="0" anchor="ctr"/>
                </a:tc>
                <a:tc>
                  <a:txBody>
                    <a:bodyPr/>
                    <a:lstStyle/>
                    <a:p>
                      <a:pPr marL="457200" algn="r" rtl="1">
                        <a:lnSpc>
                          <a:spcPct val="107000"/>
                        </a:lnSpc>
                        <a:buNone/>
                      </a:pPr>
                      <a:r>
                        <a:rPr lang="ar-SA" sz="1000" b="1" kern="100" dirty="0">
                          <a:effectLst/>
                        </a:rPr>
                        <a:t>شواهد التنفيذ</a:t>
                      </a:r>
                      <a:endParaRPr lang="en-US" sz="1000" b="1" kern="100" dirty="0">
                        <a:effectLst/>
                        <a:latin typeface="Aptos" panose="020B0004020202020204" pitchFamily="34" charset="0"/>
                        <a:ea typeface="Aptos" panose="020B0004020202020204" pitchFamily="34" charset="0"/>
                        <a:cs typeface="Arial" panose="020B0604020202020204" pitchFamily="34" charset="0"/>
                      </a:endParaRPr>
                    </a:p>
                  </a:txBody>
                  <a:tcPr marL="59648" marR="59648" marT="0" marB="0" anchor="ctr"/>
                </a:tc>
                <a:tc>
                  <a:txBody>
                    <a:bodyPr/>
                    <a:lstStyle/>
                    <a:p>
                      <a:pPr marL="914400" algn="r" rtl="1">
                        <a:lnSpc>
                          <a:spcPct val="107000"/>
                        </a:lnSpc>
                        <a:spcAft>
                          <a:spcPts val="800"/>
                        </a:spcAft>
                        <a:buNone/>
                      </a:pPr>
                      <a:r>
                        <a:rPr lang="ar-SA" sz="1000" b="1" kern="100">
                          <a:effectLst/>
                        </a:rPr>
                        <a:t> </a:t>
                      </a:r>
                      <a:endParaRPr lang="en-US" sz="1000" b="1" kern="100">
                        <a:effectLst/>
                        <a:latin typeface="Aptos" panose="020B0004020202020204" pitchFamily="34" charset="0"/>
                        <a:ea typeface="Aptos" panose="020B0004020202020204" pitchFamily="34" charset="0"/>
                        <a:cs typeface="Arial" panose="020B0604020202020204" pitchFamily="34" charset="0"/>
                      </a:endParaRPr>
                    </a:p>
                  </a:txBody>
                  <a:tcPr marL="59648" marR="59648" marT="0" marB="0" anchor="ctr"/>
                </a:tc>
                <a:extLst>
                  <a:ext uri="{0D108BD9-81ED-4DB2-BD59-A6C34878D82A}">
                    <a16:rowId xmlns:a16="http://schemas.microsoft.com/office/drawing/2014/main" val="1346551272"/>
                  </a:ext>
                </a:extLst>
              </a:tr>
              <a:tr h="240364">
                <a:tc>
                  <a:txBody>
                    <a:bodyPr/>
                    <a:lstStyle/>
                    <a:p>
                      <a:pPr algn="ctr" rtl="1">
                        <a:lnSpc>
                          <a:spcPct val="107000"/>
                        </a:lnSpc>
                        <a:spcAft>
                          <a:spcPts val="800"/>
                        </a:spcAft>
                        <a:buNone/>
                      </a:pPr>
                      <a:r>
                        <a:rPr lang="ar-SA" sz="1000" b="1" kern="100">
                          <a:effectLst/>
                        </a:rPr>
                        <a:t>مؤشر التحقق</a:t>
                      </a:r>
                      <a:endParaRPr lang="en-US" sz="1000" b="1" kern="100">
                        <a:effectLst/>
                        <a:latin typeface="Aptos" panose="020B0004020202020204" pitchFamily="34" charset="0"/>
                        <a:ea typeface="Aptos" panose="020B0004020202020204" pitchFamily="34" charset="0"/>
                        <a:cs typeface="Arial" panose="020B0604020202020204" pitchFamily="34" charset="0"/>
                      </a:endParaRPr>
                    </a:p>
                  </a:txBody>
                  <a:tcPr marL="59648" marR="59648" marT="0" marB="0" anchor="ctr"/>
                </a:tc>
                <a:tc>
                  <a:txBody>
                    <a:bodyPr/>
                    <a:lstStyle/>
                    <a:p>
                      <a:pPr algn="r" rtl="1">
                        <a:lnSpc>
                          <a:spcPct val="107000"/>
                        </a:lnSpc>
                        <a:spcAft>
                          <a:spcPts val="800"/>
                        </a:spcAft>
                        <a:buNone/>
                      </a:pPr>
                      <a:r>
                        <a:rPr lang="ar-SA" sz="1000" b="1" kern="100">
                          <a:effectLst/>
                        </a:rPr>
                        <a:t>          </a:t>
                      </a:r>
                      <a:endParaRPr lang="en-US" sz="1000" b="1" kern="100">
                        <a:effectLst/>
                        <a:latin typeface="Aptos" panose="020B0004020202020204" pitchFamily="34" charset="0"/>
                        <a:ea typeface="Aptos" panose="020B0004020202020204" pitchFamily="34" charset="0"/>
                        <a:cs typeface="Arial" panose="020B0604020202020204" pitchFamily="34" charset="0"/>
                      </a:endParaRPr>
                    </a:p>
                  </a:txBody>
                  <a:tcPr marL="59648" marR="59648" marT="0" marB="0" anchor="ctr"/>
                </a:tc>
                <a:tc>
                  <a:txBody>
                    <a:bodyPr/>
                    <a:lstStyle/>
                    <a:p>
                      <a:pPr algn="ctr" rtl="1">
                        <a:lnSpc>
                          <a:spcPct val="107000"/>
                        </a:lnSpc>
                        <a:spcAft>
                          <a:spcPts val="800"/>
                        </a:spcAft>
                        <a:buNone/>
                      </a:pPr>
                      <a:r>
                        <a:rPr lang="ar-SA" sz="1000" b="1" kern="100">
                          <a:effectLst/>
                        </a:rPr>
                        <a:t>نسبة التحقق الفعلي</a:t>
                      </a:r>
                      <a:endParaRPr lang="en-US" sz="1000" b="1" kern="100">
                        <a:effectLst/>
                        <a:latin typeface="Aptos" panose="020B0004020202020204" pitchFamily="34" charset="0"/>
                        <a:ea typeface="Aptos" panose="020B0004020202020204" pitchFamily="34" charset="0"/>
                        <a:cs typeface="Arial" panose="020B0604020202020204" pitchFamily="34" charset="0"/>
                      </a:endParaRPr>
                    </a:p>
                  </a:txBody>
                  <a:tcPr marL="59648" marR="59648" marT="0" marB="0" anchor="ctr"/>
                </a:tc>
                <a:tc>
                  <a:txBody>
                    <a:bodyPr/>
                    <a:lstStyle/>
                    <a:p>
                      <a:pPr algn="r" rtl="1">
                        <a:lnSpc>
                          <a:spcPct val="107000"/>
                        </a:lnSpc>
                        <a:spcAft>
                          <a:spcPts val="800"/>
                        </a:spcAft>
                        <a:buNone/>
                      </a:pPr>
                      <a:r>
                        <a:rPr lang="ar-SA" sz="1000" b="1" kern="100">
                          <a:effectLst/>
                        </a:rPr>
                        <a:t> </a:t>
                      </a:r>
                      <a:endParaRPr lang="en-US" sz="1000" b="1" kern="100">
                        <a:effectLst/>
                        <a:latin typeface="Aptos" panose="020B0004020202020204" pitchFamily="34" charset="0"/>
                        <a:ea typeface="Aptos" panose="020B0004020202020204" pitchFamily="34" charset="0"/>
                        <a:cs typeface="Arial" panose="020B0604020202020204" pitchFamily="34" charset="0"/>
                      </a:endParaRPr>
                    </a:p>
                  </a:txBody>
                  <a:tcPr marL="59648" marR="59648" marT="0" marB="0" anchor="ctr"/>
                </a:tc>
                <a:extLst>
                  <a:ext uri="{0D108BD9-81ED-4DB2-BD59-A6C34878D82A}">
                    <a16:rowId xmlns:a16="http://schemas.microsoft.com/office/drawing/2014/main" val="3438134921"/>
                  </a:ext>
                </a:extLst>
              </a:tr>
              <a:tr h="173964">
                <a:tc>
                  <a:txBody>
                    <a:bodyPr/>
                    <a:lstStyle/>
                    <a:p>
                      <a:pPr algn="ctr" rtl="1">
                        <a:lnSpc>
                          <a:spcPct val="107000"/>
                        </a:lnSpc>
                        <a:spcAft>
                          <a:spcPts val="800"/>
                        </a:spcAft>
                        <a:buNone/>
                      </a:pPr>
                      <a:r>
                        <a:rPr lang="ar-SA" sz="1000" b="1" kern="100">
                          <a:effectLst/>
                        </a:rPr>
                        <a:t>قياس الأثر </a:t>
                      </a:r>
                      <a:endParaRPr lang="en-US" sz="1000" b="1" kern="100">
                        <a:effectLst/>
                        <a:latin typeface="Aptos" panose="020B0004020202020204" pitchFamily="34" charset="0"/>
                        <a:ea typeface="Aptos" panose="020B0004020202020204" pitchFamily="34" charset="0"/>
                        <a:cs typeface="Arial" panose="020B0604020202020204" pitchFamily="34" charset="0"/>
                      </a:endParaRPr>
                    </a:p>
                  </a:txBody>
                  <a:tcPr marL="59648" marR="59648" marT="0" marB="0" anchor="ctr"/>
                </a:tc>
                <a:tc gridSpan="3">
                  <a:txBody>
                    <a:bodyPr/>
                    <a:lstStyle/>
                    <a:p>
                      <a:pPr algn="r" rtl="1">
                        <a:lnSpc>
                          <a:spcPct val="107000"/>
                        </a:lnSpc>
                        <a:spcAft>
                          <a:spcPts val="800"/>
                        </a:spcAft>
                        <a:buNone/>
                      </a:pPr>
                      <a:r>
                        <a:rPr lang="ar-SA" sz="1000" b="1" kern="100">
                          <a:effectLst/>
                        </a:rPr>
                        <a:t> </a:t>
                      </a:r>
                      <a:endParaRPr lang="en-US" sz="1000" b="1" kern="100">
                        <a:effectLst/>
                        <a:latin typeface="Aptos" panose="020B0004020202020204" pitchFamily="34" charset="0"/>
                        <a:ea typeface="Aptos" panose="020B0004020202020204" pitchFamily="34" charset="0"/>
                        <a:cs typeface="Arial" panose="020B0604020202020204" pitchFamily="34" charset="0"/>
                      </a:endParaRPr>
                    </a:p>
                  </a:txBody>
                  <a:tcPr marL="59648" marR="59648" marT="0" marB="0" anchor="ctr"/>
                </a:tc>
                <a:tc hMerge="1">
                  <a:txBody>
                    <a:bodyPr/>
                    <a:lstStyle/>
                    <a:p>
                      <a:pPr rtl="1"/>
                      <a:endParaRPr lang="ar-SA"/>
                    </a:p>
                  </a:txBody>
                  <a:tcPr/>
                </a:tc>
                <a:tc hMerge="1">
                  <a:txBody>
                    <a:bodyPr/>
                    <a:lstStyle/>
                    <a:p>
                      <a:pPr rtl="1"/>
                      <a:endParaRPr lang="ar-SA"/>
                    </a:p>
                  </a:txBody>
                  <a:tcPr/>
                </a:tc>
                <a:extLst>
                  <a:ext uri="{0D108BD9-81ED-4DB2-BD59-A6C34878D82A}">
                    <a16:rowId xmlns:a16="http://schemas.microsoft.com/office/drawing/2014/main" val="2810816257"/>
                  </a:ext>
                </a:extLst>
              </a:tr>
              <a:tr h="173964">
                <a:tc>
                  <a:txBody>
                    <a:bodyPr/>
                    <a:lstStyle/>
                    <a:p>
                      <a:pPr algn="ctr" rtl="1">
                        <a:lnSpc>
                          <a:spcPct val="107000"/>
                        </a:lnSpc>
                        <a:spcAft>
                          <a:spcPts val="800"/>
                        </a:spcAft>
                        <a:buNone/>
                      </a:pPr>
                      <a:r>
                        <a:rPr lang="ar-SA" sz="1000" b="1" kern="100">
                          <a:effectLst/>
                        </a:rPr>
                        <a:t>أدوات القياس</a:t>
                      </a:r>
                      <a:endParaRPr lang="en-US" sz="1000" b="1" kern="100">
                        <a:effectLst/>
                        <a:latin typeface="Aptos" panose="020B0004020202020204" pitchFamily="34" charset="0"/>
                        <a:ea typeface="Aptos" panose="020B0004020202020204" pitchFamily="34" charset="0"/>
                        <a:cs typeface="Arial" panose="020B0604020202020204" pitchFamily="34" charset="0"/>
                      </a:endParaRPr>
                    </a:p>
                  </a:txBody>
                  <a:tcPr marL="59648" marR="59648" marT="0" marB="0" anchor="ctr"/>
                </a:tc>
                <a:tc gridSpan="3">
                  <a:txBody>
                    <a:bodyPr/>
                    <a:lstStyle/>
                    <a:p>
                      <a:pPr algn="r" rtl="1">
                        <a:lnSpc>
                          <a:spcPct val="107000"/>
                        </a:lnSpc>
                        <a:spcAft>
                          <a:spcPts val="800"/>
                        </a:spcAft>
                        <a:buNone/>
                      </a:pPr>
                      <a:r>
                        <a:rPr lang="ar-SA" sz="1000" b="1" kern="100">
                          <a:effectLst/>
                        </a:rPr>
                        <a:t> </a:t>
                      </a:r>
                      <a:endParaRPr lang="en-US" sz="1000" b="1" kern="100">
                        <a:effectLst/>
                        <a:latin typeface="Aptos" panose="020B0004020202020204" pitchFamily="34" charset="0"/>
                        <a:ea typeface="Aptos" panose="020B0004020202020204" pitchFamily="34" charset="0"/>
                        <a:cs typeface="Arial" panose="020B0604020202020204" pitchFamily="34" charset="0"/>
                      </a:endParaRPr>
                    </a:p>
                  </a:txBody>
                  <a:tcPr marL="59648" marR="59648" marT="0" marB="0" anchor="ctr"/>
                </a:tc>
                <a:tc hMerge="1">
                  <a:txBody>
                    <a:bodyPr/>
                    <a:lstStyle/>
                    <a:p>
                      <a:pPr rtl="1"/>
                      <a:endParaRPr lang="ar-SA"/>
                    </a:p>
                  </a:txBody>
                  <a:tcPr/>
                </a:tc>
                <a:tc hMerge="1">
                  <a:txBody>
                    <a:bodyPr/>
                    <a:lstStyle/>
                    <a:p>
                      <a:pPr rtl="1"/>
                      <a:endParaRPr lang="ar-SA"/>
                    </a:p>
                  </a:txBody>
                  <a:tcPr/>
                </a:tc>
                <a:extLst>
                  <a:ext uri="{0D108BD9-81ED-4DB2-BD59-A6C34878D82A}">
                    <a16:rowId xmlns:a16="http://schemas.microsoft.com/office/drawing/2014/main" val="1030913362"/>
                  </a:ext>
                </a:extLst>
              </a:tr>
              <a:tr h="133466">
                <a:tc>
                  <a:txBody>
                    <a:bodyPr/>
                    <a:lstStyle/>
                    <a:p>
                      <a:pPr algn="ctr" rtl="1">
                        <a:lnSpc>
                          <a:spcPct val="107000"/>
                        </a:lnSpc>
                        <a:spcAft>
                          <a:spcPts val="800"/>
                        </a:spcAft>
                        <a:buNone/>
                      </a:pPr>
                      <a:r>
                        <a:rPr lang="ar-SA" sz="1000" b="1" kern="100">
                          <a:effectLst/>
                        </a:rPr>
                        <a:t>التوصيات</a:t>
                      </a:r>
                      <a:endParaRPr lang="en-US" sz="1000" b="1" kern="100">
                        <a:effectLst/>
                        <a:latin typeface="Aptos" panose="020B0004020202020204" pitchFamily="34" charset="0"/>
                        <a:ea typeface="Aptos" panose="020B0004020202020204" pitchFamily="34" charset="0"/>
                        <a:cs typeface="Arial" panose="020B0604020202020204" pitchFamily="34" charset="0"/>
                      </a:endParaRPr>
                    </a:p>
                  </a:txBody>
                  <a:tcPr marL="59648" marR="59648" marT="0" marB="0" anchor="ctr"/>
                </a:tc>
                <a:tc gridSpan="3">
                  <a:txBody>
                    <a:bodyPr/>
                    <a:lstStyle/>
                    <a:p>
                      <a:pPr algn="l" rtl="1">
                        <a:buNone/>
                      </a:pPr>
                      <a:r>
                        <a:rPr lang="ar-SA" sz="1000" b="1" kern="100" dirty="0">
                          <a:effectLst/>
                        </a:rPr>
                        <a:t> </a:t>
                      </a:r>
                      <a:endParaRPr lang="en-US" sz="1000" b="1" kern="100" dirty="0">
                        <a:effectLst/>
                        <a:latin typeface="Aptos" panose="020B0004020202020204" pitchFamily="34" charset="0"/>
                        <a:ea typeface="Times New Roman" panose="02020603050405020304" pitchFamily="18" charset="0"/>
                      </a:endParaRPr>
                    </a:p>
                  </a:txBody>
                  <a:tcPr marL="59648" marR="59648" marT="0" marB="0" anchor="ctr"/>
                </a:tc>
                <a:tc hMerge="1">
                  <a:txBody>
                    <a:bodyPr/>
                    <a:lstStyle/>
                    <a:p>
                      <a:pPr rtl="1"/>
                      <a:endParaRPr lang="ar-SA"/>
                    </a:p>
                  </a:txBody>
                  <a:tcPr/>
                </a:tc>
                <a:tc hMerge="1">
                  <a:txBody>
                    <a:bodyPr/>
                    <a:lstStyle/>
                    <a:p>
                      <a:pPr rtl="1"/>
                      <a:endParaRPr lang="ar-SA"/>
                    </a:p>
                  </a:txBody>
                  <a:tcPr/>
                </a:tc>
                <a:extLst>
                  <a:ext uri="{0D108BD9-81ED-4DB2-BD59-A6C34878D82A}">
                    <a16:rowId xmlns:a16="http://schemas.microsoft.com/office/drawing/2014/main" val="689509657"/>
                  </a:ext>
                </a:extLst>
              </a:tr>
            </a:tbl>
          </a:graphicData>
        </a:graphic>
      </p:graphicFrame>
      <p:graphicFrame>
        <p:nvGraphicFramePr>
          <p:cNvPr id="11" name="جدول 10">
            <a:extLst>
              <a:ext uri="{FF2B5EF4-FFF2-40B4-BE49-F238E27FC236}">
                <a16:creationId xmlns:a16="http://schemas.microsoft.com/office/drawing/2014/main" id="{B177316B-79D3-F7CF-5BFD-3825E02CE161}"/>
              </a:ext>
            </a:extLst>
          </p:cNvPr>
          <p:cNvGraphicFramePr>
            <a:graphicFrameLocks noGrp="1"/>
          </p:cNvGraphicFramePr>
          <p:nvPr>
            <p:extLst>
              <p:ext uri="{D42A27DB-BD31-4B8C-83A1-F6EECF244321}">
                <p14:modId xmlns:p14="http://schemas.microsoft.com/office/powerpoint/2010/main" val="1920590775"/>
              </p:ext>
            </p:extLst>
          </p:nvPr>
        </p:nvGraphicFramePr>
        <p:xfrm>
          <a:off x="636733" y="2601541"/>
          <a:ext cx="6529950" cy="2523236"/>
        </p:xfrm>
        <a:graphic>
          <a:graphicData uri="http://schemas.openxmlformats.org/drawingml/2006/table">
            <a:tbl>
              <a:tblPr rtl="1" firstRow="1" firstCol="1" bandRow="1">
                <a:tableStyleId>{5940675A-B579-460E-94D1-54222C63F5DA}</a:tableStyleId>
              </a:tblPr>
              <a:tblGrid>
                <a:gridCol w="1780734">
                  <a:extLst>
                    <a:ext uri="{9D8B030D-6E8A-4147-A177-3AD203B41FA5}">
                      <a16:colId xmlns:a16="http://schemas.microsoft.com/office/drawing/2014/main" val="3498046283"/>
                    </a:ext>
                  </a:extLst>
                </a:gridCol>
                <a:gridCol w="761737">
                  <a:extLst>
                    <a:ext uri="{9D8B030D-6E8A-4147-A177-3AD203B41FA5}">
                      <a16:colId xmlns:a16="http://schemas.microsoft.com/office/drawing/2014/main" val="1934165427"/>
                    </a:ext>
                  </a:extLst>
                </a:gridCol>
                <a:gridCol w="1136124">
                  <a:extLst>
                    <a:ext uri="{9D8B030D-6E8A-4147-A177-3AD203B41FA5}">
                      <a16:colId xmlns:a16="http://schemas.microsoft.com/office/drawing/2014/main" val="3621288403"/>
                    </a:ext>
                  </a:extLst>
                </a:gridCol>
                <a:gridCol w="117127">
                  <a:extLst>
                    <a:ext uri="{9D8B030D-6E8A-4147-A177-3AD203B41FA5}">
                      <a16:colId xmlns:a16="http://schemas.microsoft.com/office/drawing/2014/main" val="4049516123"/>
                    </a:ext>
                  </a:extLst>
                </a:gridCol>
                <a:gridCol w="1249987">
                  <a:extLst>
                    <a:ext uri="{9D8B030D-6E8A-4147-A177-3AD203B41FA5}">
                      <a16:colId xmlns:a16="http://schemas.microsoft.com/office/drawing/2014/main" val="3560719041"/>
                    </a:ext>
                  </a:extLst>
                </a:gridCol>
                <a:gridCol w="117127">
                  <a:extLst>
                    <a:ext uri="{9D8B030D-6E8A-4147-A177-3AD203B41FA5}">
                      <a16:colId xmlns:a16="http://schemas.microsoft.com/office/drawing/2014/main" val="1079201364"/>
                    </a:ext>
                  </a:extLst>
                </a:gridCol>
                <a:gridCol w="1367114">
                  <a:extLst>
                    <a:ext uri="{9D8B030D-6E8A-4147-A177-3AD203B41FA5}">
                      <a16:colId xmlns:a16="http://schemas.microsoft.com/office/drawing/2014/main" val="714659121"/>
                    </a:ext>
                  </a:extLst>
                </a:gridCol>
              </a:tblGrid>
              <a:tr h="119279">
                <a:tc>
                  <a:txBody>
                    <a:bodyPr/>
                    <a:lstStyle/>
                    <a:p>
                      <a:pPr algn="ctr" rtl="1">
                        <a:lnSpc>
                          <a:spcPct val="107000"/>
                        </a:lnSpc>
                        <a:spcAft>
                          <a:spcPts val="800"/>
                        </a:spcAft>
                        <a:buNone/>
                      </a:pPr>
                      <a:r>
                        <a:rPr lang="ar-SA" sz="1000" b="1" kern="100" dirty="0">
                          <a:effectLst/>
                          <a:cs typeface="+mn-cs"/>
                        </a:rPr>
                        <a:t>عنوان البرنامج</a:t>
                      </a:r>
                      <a:endParaRPr lang="en-US" sz="1000" b="1" kern="100" dirty="0">
                        <a:effectLst/>
                        <a:latin typeface="Aptos" panose="020B0004020202020204" pitchFamily="34" charset="0"/>
                        <a:ea typeface="Aptos" panose="020B0004020202020204" pitchFamily="34" charset="0"/>
                        <a:cs typeface="+mn-cs"/>
                      </a:endParaRPr>
                    </a:p>
                  </a:txBody>
                  <a:tcPr marL="63445" marR="63445" marT="0" marB="0" anchor="ctr"/>
                </a:tc>
                <a:tc gridSpan="6">
                  <a:txBody>
                    <a:bodyPr/>
                    <a:lstStyle/>
                    <a:p>
                      <a:pPr algn="r" rtl="1">
                        <a:lnSpc>
                          <a:spcPct val="107000"/>
                        </a:lnSpc>
                        <a:spcAft>
                          <a:spcPts val="800"/>
                        </a:spcAft>
                        <a:buNone/>
                      </a:pPr>
                      <a:r>
                        <a:rPr lang="ar-SA" sz="1000" b="1" kern="100">
                          <a:effectLst/>
                          <a:cs typeface="+mn-cs"/>
                        </a:rPr>
                        <a:t>                                  </a:t>
                      </a:r>
                      <a:endParaRPr lang="en-US" sz="1000" b="1" kern="100">
                        <a:effectLst/>
                        <a:latin typeface="Aptos" panose="020B0004020202020204" pitchFamily="34" charset="0"/>
                        <a:ea typeface="Aptos" panose="020B0004020202020204" pitchFamily="34" charset="0"/>
                        <a:cs typeface="+mn-cs"/>
                      </a:endParaRPr>
                    </a:p>
                  </a:txBody>
                  <a:tcPr marL="63445" marR="63445" marT="0" marB="0" anchor="ctr"/>
                </a:tc>
                <a:tc hMerge="1">
                  <a:txBody>
                    <a:bodyPr/>
                    <a:lstStyle/>
                    <a:p>
                      <a:pPr rtl="1"/>
                      <a:endParaRPr lang="ar-SA"/>
                    </a:p>
                  </a:txBody>
                  <a:tcPr/>
                </a:tc>
                <a:tc hMerge="1">
                  <a:txBody>
                    <a:bodyPr/>
                    <a:lstStyle/>
                    <a:p>
                      <a:pPr rtl="1"/>
                      <a:endParaRPr lang="ar-SA"/>
                    </a:p>
                  </a:txBody>
                  <a:tcPr/>
                </a:tc>
                <a:tc hMerge="1">
                  <a:txBody>
                    <a:bodyPr/>
                    <a:lstStyle/>
                    <a:p>
                      <a:pPr rtl="1"/>
                      <a:endParaRPr lang="ar-SA"/>
                    </a:p>
                  </a:txBody>
                  <a:tcPr/>
                </a:tc>
                <a:tc hMerge="1">
                  <a:txBody>
                    <a:bodyPr/>
                    <a:lstStyle/>
                    <a:p>
                      <a:pPr rtl="1"/>
                      <a:endParaRPr lang="ar-SA"/>
                    </a:p>
                  </a:txBody>
                  <a:tcPr/>
                </a:tc>
                <a:tc hMerge="1">
                  <a:txBody>
                    <a:bodyPr/>
                    <a:lstStyle/>
                    <a:p>
                      <a:pPr rtl="1"/>
                      <a:endParaRPr lang="ar-SA"/>
                    </a:p>
                  </a:txBody>
                  <a:tcPr/>
                </a:tc>
                <a:extLst>
                  <a:ext uri="{0D108BD9-81ED-4DB2-BD59-A6C34878D82A}">
                    <a16:rowId xmlns:a16="http://schemas.microsoft.com/office/drawing/2014/main" val="4146174459"/>
                  </a:ext>
                </a:extLst>
              </a:tr>
              <a:tr h="119279">
                <a:tc>
                  <a:txBody>
                    <a:bodyPr/>
                    <a:lstStyle/>
                    <a:p>
                      <a:pPr algn="ctr" rtl="1">
                        <a:lnSpc>
                          <a:spcPct val="107000"/>
                        </a:lnSpc>
                        <a:spcAft>
                          <a:spcPts val="800"/>
                        </a:spcAft>
                        <a:buNone/>
                      </a:pPr>
                      <a:r>
                        <a:rPr lang="ar-SA" sz="1000" b="1" kern="100" dirty="0">
                          <a:effectLst/>
                          <a:cs typeface="+mn-cs"/>
                        </a:rPr>
                        <a:t> </a:t>
                      </a:r>
                      <a:endParaRPr lang="en-US" sz="1000" b="1" kern="100" dirty="0">
                        <a:effectLst/>
                        <a:latin typeface="Aptos" panose="020B0004020202020204" pitchFamily="34" charset="0"/>
                        <a:ea typeface="Aptos" panose="020B0004020202020204" pitchFamily="34" charset="0"/>
                        <a:cs typeface="+mn-cs"/>
                      </a:endParaRPr>
                    </a:p>
                  </a:txBody>
                  <a:tcPr marL="63445" marR="63445" marT="0" marB="0" anchor="ctr"/>
                </a:tc>
                <a:tc gridSpan="6">
                  <a:txBody>
                    <a:bodyPr/>
                    <a:lstStyle/>
                    <a:p>
                      <a:pPr algn="r" rtl="1">
                        <a:lnSpc>
                          <a:spcPct val="107000"/>
                        </a:lnSpc>
                        <a:spcAft>
                          <a:spcPts val="800"/>
                        </a:spcAft>
                        <a:buNone/>
                      </a:pPr>
                      <a:r>
                        <a:rPr lang="ar-SA" sz="1000" b="1" kern="100" dirty="0">
                          <a:effectLst/>
                          <a:cs typeface="+mn-cs"/>
                        </a:rPr>
                        <a:t> </a:t>
                      </a:r>
                      <a:endParaRPr lang="en-US" sz="1000" b="1" kern="100" dirty="0">
                        <a:effectLst/>
                        <a:latin typeface="Aptos" panose="020B0004020202020204" pitchFamily="34" charset="0"/>
                        <a:ea typeface="Aptos" panose="020B0004020202020204" pitchFamily="34" charset="0"/>
                        <a:cs typeface="+mn-cs"/>
                      </a:endParaRPr>
                    </a:p>
                  </a:txBody>
                  <a:tcPr marL="63445" marR="63445" marT="0" marB="0" anchor="ctr"/>
                </a:tc>
                <a:tc hMerge="1">
                  <a:txBody>
                    <a:bodyPr/>
                    <a:lstStyle/>
                    <a:p>
                      <a:pPr rtl="1"/>
                      <a:endParaRPr lang="ar-SA"/>
                    </a:p>
                  </a:txBody>
                  <a:tcPr/>
                </a:tc>
                <a:tc hMerge="1">
                  <a:txBody>
                    <a:bodyPr/>
                    <a:lstStyle/>
                    <a:p>
                      <a:pPr rtl="1"/>
                      <a:endParaRPr lang="ar-SA"/>
                    </a:p>
                  </a:txBody>
                  <a:tcPr/>
                </a:tc>
                <a:tc hMerge="1">
                  <a:txBody>
                    <a:bodyPr/>
                    <a:lstStyle/>
                    <a:p>
                      <a:pPr rtl="1"/>
                      <a:endParaRPr lang="ar-SA"/>
                    </a:p>
                  </a:txBody>
                  <a:tcPr/>
                </a:tc>
                <a:tc hMerge="1">
                  <a:txBody>
                    <a:bodyPr/>
                    <a:lstStyle/>
                    <a:p>
                      <a:pPr rtl="1"/>
                      <a:endParaRPr lang="ar-SA"/>
                    </a:p>
                  </a:txBody>
                  <a:tcPr/>
                </a:tc>
                <a:tc hMerge="1">
                  <a:txBody>
                    <a:bodyPr/>
                    <a:lstStyle/>
                    <a:p>
                      <a:pPr rtl="1"/>
                      <a:endParaRPr lang="ar-SA"/>
                    </a:p>
                  </a:txBody>
                  <a:tcPr/>
                </a:tc>
                <a:extLst>
                  <a:ext uri="{0D108BD9-81ED-4DB2-BD59-A6C34878D82A}">
                    <a16:rowId xmlns:a16="http://schemas.microsoft.com/office/drawing/2014/main" val="3271002502"/>
                  </a:ext>
                </a:extLst>
              </a:tr>
              <a:tr h="109737">
                <a:tc>
                  <a:txBody>
                    <a:bodyPr/>
                    <a:lstStyle/>
                    <a:p>
                      <a:pPr algn="ctr" rtl="1">
                        <a:lnSpc>
                          <a:spcPct val="107000"/>
                        </a:lnSpc>
                        <a:spcAft>
                          <a:spcPts val="800"/>
                        </a:spcAft>
                        <a:buNone/>
                      </a:pPr>
                      <a:r>
                        <a:rPr lang="ar-SA" sz="1000" b="1" kern="100">
                          <a:effectLst/>
                          <a:cs typeface="+mn-cs"/>
                        </a:rPr>
                        <a:t>يوم التنفيذ</a:t>
                      </a:r>
                      <a:endParaRPr lang="en-US" sz="1000" b="1" kern="100">
                        <a:effectLst/>
                        <a:latin typeface="Aptos" panose="020B0004020202020204" pitchFamily="34" charset="0"/>
                        <a:ea typeface="Aptos" panose="020B0004020202020204" pitchFamily="34" charset="0"/>
                        <a:cs typeface="+mn-cs"/>
                      </a:endParaRPr>
                    </a:p>
                  </a:txBody>
                  <a:tcPr marL="63445" marR="63445" marT="0" marB="0" anchor="ctr"/>
                </a:tc>
                <a:tc gridSpan="3">
                  <a:txBody>
                    <a:bodyPr/>
                    <a:lstStyle/>
                    <a:p>
                      <a:pPr algn="ctr" rtl="1">
                        <a:lnSpc>
                          <a:spcPct val="107000"/>
                        </a:lnSpc>
                        <a:spcAft>
                          <a:spcPts val="800"/>
                        </a:spcAft>
                        <a:buNone/>
                      </a:pPr>
                      <a:r>
                        <a:rPr lang="ar-SA" sz="1000" b="1" kern="100">
                          <a:effectLst/>
                          <a:cs typeface="+mn-cs"/>
                        </a:rPr>
                        <a:t> </a:t>
                      </a:r>
                      <a:endParaRPr lang="en-US" sz="1000" b="1" kern="100">
                        <a:effectLst/>
                        <a:latin typeface="Aptos" panose="020B0004020202020204" pitchFamily="34" charset="0"/>
                        <a:ea typeface="Aptos" panose="020B0004020202020204" pitchFamily="34" charset="0"/>
                        <a:cs typeface="+mn-cs"/>
                      </a:endParaRPr>
                    </a:p>
                  </a:txBody>
                  <a:tcPr marL="63445" marR="63445" marT="0" marB="0" anchor="ctr"/>
                </a:tc>
                <a:tc hMerge="1">
                  <a:txBody>
                    <a:bodyPr/>
                    <a:lstStyle/>
                    <a:p>
                      <a:pPr rtl="1"/>
                      <a:endParaRPr lang="ar-SA"/>
                    </a:p>
                  </a:txBody>
                  <a:tcPr/>
                </a:tc>
                <a:tc hMerge="1">
                  <a:txBody>
                    <a:bodyPr/>
                    <a:lstStyle/>
                    <a:p>
                      <a:pPr rtl="1"/>
                      <a:endParaRPr lang="ar-SA"/>
                    </a:p>
                  </a:txBody>
                  <a:tcPr/>
                </a:tc>
                <a:tc gridSpan="2">
                  <a:txBody>
                    <a:bodyPr/>
                    <a:lstStyle/>
                    <a:p>
                      <a:pPr algn="ctr" rtl="1">
                        <a:lnSpc>
                          <a:spcPct val="107000"/>
                        </a:lnSpc>
                        <a:spcAft>
                          <a:spcPts val="800"/>
                        </a:spcAft>
                        <a:buNone/>
                      </a:pPr>
                      <a:r>
                        <a:rPr lang="ar-SA" sz="1000" b="1" kern="100">
                          <a:effectLst/>
                          <a:cs typeface="+mn-cs"/>
                        </a:rPr>
                        <a:t>التاريخ </a:t>
                      </a:r>
                      <a:endParaRPr lang="en-US" sz="1000" b="1" kern="100">
                        <a:effectLst/>
                        <a:latin typeface="Aptos" panose="020B0004020202020204" pitchFamily="34" charset="0"/>
                        <a:ea typeface="Aptos" panose="020B0004020202020204" pitchFamily="34" charset="0"/>
                        <a:cs typeface="+mn-cs"/>
                      </a:endParaRPr>
                    </a:p>
                  </a:txBody>
                  <a:tcPr marL="63445" marR="63445" marT="0" marB="0" anchor="ctr"/>
                </a:tc>
                <a:tc hMerge="1">
                  <a:txBody>
                    <a:bodyPr/>
                    <a:lstStyle/>
                    <a:p>
                      <a:pPr rtl="1"/>
                      <a:endParaRPr lang="ar-SA"/>
                    </a:p>
                  </a:txBody>
                  <a:tcPr/>
                </a:tc>
                <a:tc>
                  <a:txBody>
                    <a:bodyPr/>
                    <a:lstStyle/>
                    <a:p>
                      <a:pPr algn="r" rtl="1">
                        <a:lnSpc>
                          <a:spcPct val="107000"/>
                        </a:lnSpc>
                        <a:spcAft>
                          <a:spcPts val="800"/>
                        </a:spcAft>
                        <a:buNone/>
                      </a:pPr>
                      <a:r>
                        <a:rPr lang="ar-SA" sz="1000" b="1" kern="100" dirty="0">
                          <a:effectLst/>
                          <a:cs typeface="+mn-cs"/>
                        </a:rPr>
                        <a:t> </a:t>
                      </a:r>
                      <a:endParaRPr lang="en-US" sz="1000" b="1" kern="100" dirty="0">
                        <a:effectLst/>
                        <a:latin typeface="Aptos" panose="020B0004020202020204" pitchFamily="34" charset="0"/>
                        <a:ea typeface="Aptos" panose="020B0004020202020204" pitchFamily="34" charset="0"/>
                        <a:cs typeface="+mn-cs"/>
                      </a:endParaRPr>
                    </a:p>
                  </a:txBody>
                  <a:tcPr marL="63445" marR="63445" marT="0" marB="0" anchor="ctr"/>
                </a:tc>
                <a:extLst>
                  <a:ext uri="{0D108BD9-81ED-4DB2-BD59-A6C34878D82A}">
                    <a16:rowId xmlns:a16="http://schemas.microsoft.com/office/drawing/2014/main" val="2073519376"/>
                  </a:ext>
                </a:extLst>
              </a:tr>
              <a:tr h="119279">
                <a:tc>
                  <a:txBody>
                    <a:bodyPr/>
                    <a:lstStyle/>
                    <a:p>
                      <a:pPr algn="ctr" rtl="1">
                        <a:lnSpc>
                          <a:spcPct val="107000"/>
                        </a:lnSpc>
                        <a:spcAft>
                          <a:spcPts val="800"/>
                        </a:spcAft>
                        <a:buNone/>
                      </a:pPr>
                      <a:r>
                        <a:rPr lang="ar-SA" sz="1000" b="1" kern="100">
                          <a:effectLst/>
                          <a:cs typeface="+mn-cs"/>
                        </a:rPr>
                        <a:t>مقر التنفيذ</a:t>
                      </a:r>
                      <a:endParaRPr lang="en-US" sz="1000" b="1" kern="100">
                        <a:effectLst/>
                        <a:latin typeface="Aptos" panose="020B0004020202020204" pitchFamily="34" charset="0"/>
                        <a:ea typeface="Aptos" panose="020B0004020202020204" pitchFamily="34" charset="0"/>
                        <a:cs typeface="+mn-cs"/>
                      </a:endParaRPr>
                    </a:p>
                  </a:txBody>
                  <a:tcPr marL="63445" marR="63445" marT="0" marB="0" anchor="ctr"/>
                </a:tc>
                <a:tc gridSpan="3">
                  <a:txBody>
                    <a:bodyPr/>
                    <a:lstStyle/>
                    <a:p>
                      <a:pPr algn="ctr" rtl="1">
                        <a:lnSpc>
                          <a:spcPct val="107000"/>
                        </a:lnSpc>
                        <a:spcAft>
                          <a:spcPts val="800"/>
                        </a:spcAft>
                        <a:buNone/>
                      </a:pPr>
                      <a:r>
                        <a:rPr lang="ar-SA" sz="1000" b="1" kern="100">
                          <a:effectLst/>
                          <a:cs typeface="+mn-cs"/>
                        </a:rPr>
                        <a:t> </a:t>
                      </a:r>
                      <a:endParaRPr lang="en-US" sz="1000" b="1" kern="100">
                        <a:effectLst/>
                        <a:latin typeface="Aptos" panose="020B0004020202020204" pitchFamily="34" charset="0"/>
                        <a:ea typeface="Aptos" panose="020B0004020202020204" pitchFamily="34" charset="0"/>
                        <a:cs typeface="+mn-cs"/>
                      </a:endParaRPr>
                    </a:p>
                  </a:txBody>
                  <a:tcPr marL="63445" marR="63445" marT="0" marB="0" anchor="ctr"/>
                </a:tc>
                <a:tc hMerge="1">
                  <a:txBody>
                    <a:bodyPr/>
                    <a:lstStyle/>
                    <a:p>
                      <a:pPr rtl="1"/>
                      <a:endParaRPr lang="ar-SA"/>
                    </a:p>
                  </a:txBody>
                  <a:tcPr/>
                </a:tc>
                <a:tc hMerge="1">
                  <a:txBody>
                    <a:bodyPr/>
                    <a:lstStyle/>
                    <a:p>
                      <a:pPr rtl="1"/>
                      <a:endParaRPr lang="ar-SA"/>
                    </a:p>
                  </a:txBody>
                  <a:tcPr/>
                </a:tc>
                <a:tc gridSpan="2">
                  <a:txBody>
                    <a:bodyPr/>
                    <a:lstStyle/>
                    <a:p>
                      <a:pPr algn="ctr" rtl="1">
                        <a:lnSpc>
                          <a:spcPct val="107000"/>
                        </a:lnSpc>
                        <a:spcAft>
                          <a:spcPts val="800"/>
                        </a:spcAft>
                        <a:buNone/>
                      </a:pPr>
                      <a:r>
                        <a:rPr lang="ar-SA" sz="1000" b="1" kern="100">
                          <a:effectLst/>
                          <a:cs typeface="+mn-cs"/>
                        </a:rPr>
                        <a:t>مدة التنفيذ</a:t>
                      </a:r>
                      <a:endParaRPr lang="en-US" sz="1000" b="1" kern="100">
                        <a:effectLst/>
                        <a:latin typeface="Aptos" panose="020B0004020202020204" pitchFamily="34" charset="0"/>
                        <a:ea typeface="Aptos" panose="020B0004020202020204" pitchFamily="34" charset="0"/>
                        <a:cs typeface="+mn-cs"/>
                      </a:endParaRPr>
                    </a:p>
                  </a:txBody>
                  <a:tcPr marL="63445" marR="63445" marT="0" marB="0" anchor="ctr"/>
                </a:tc>
                <a:tc hMerge="1">
                  <a:txBody>
                    <a:bodyPr/>
                    <a:lstStyle/>
                    <a:p>
                      <a:pPr rtl="1"/>
                      <a:endParaRPr lang="ar-SA"/>
                    </a:p>
                  </a:txBody>
                  <a:tcPr/>
                </a:tc>
                <a:tc>
                  <a:txBody>
                    <a:bodyPr/>
                    <a:lstStyle/>
                    <a:p>
                      <a:pPr algn="ctr" rtl="1">
                        <a:lnSpc>
                          <a:spcPct val="107000"/>
                        </a:lnSpc>
                        <a:spcAft>
                          <a:spcPts val="800"/>
                        </a:spcAft>
                        <a:buNone/>
                      </a:pPr>
                      <a:r>
                        <a:rPr lang="ar-SA" sz="1000" b="1" kern="100">
                          <a:effectLst/>
                          <a:cs typeface="+mn-cs"/>
                        </a:rPr>
                        <a:t> </a:t>
                      </a:r>
                      <a:endParaRPr lang="en-US" sz="1000" b="1" kern="100">
                        <a:effectLst/>
                        <a:latin typeface="Aptos" panose="020B0004020202020204" pitchFamily="34" charset="0"/>
                        <a:ea typeface="Aptos" panose="020B0004020202020204" pitchFamily="34" charset="0"/>
                        <a:cs typeface="+mn-cs"/>
                      </a:endParaRPr>
                    </a:p>
                  </a:txBody>
                  <a:tcPr marL="63445" marR="63445" marT="0" marB="0" anchor="ctr"/>
                </a:tc>
                <a:extLst>
                  <a:ext uri="{0D108BD9-81ED-4DB2-BD59-A6C34878D82A}">
                    <a16:rowId xmlns:a16="http://schemas.microsoft.com/office/drawing/2014/main" val="2928565485"/>
                  </a:ext>
                </a:extLst>
              </a:tr>
              <a:tr h="518668">
                <a:tc rowSpan="2">
                  <a:txBody>
                    <a:bodyPr/>
                    <a:lstStyle/>
                    <a:p>
                      <a:pPr algn="ctr" rtl="1">
                        <a:lnSpc>
                          <a:spcPct val="107000"/>
                        </a:lnSpc>
                        <a:spcAft>
                          <a:spcPts val="800"/>
                        </a:spcAft>
                        <a:buNone/>
                      </a:pPr>
                      <a:r>
                        <a:rPr lang="ar-SA" sz="1000" b="1" kern="100">
                          <a:effectLst/>
                          <a:cs typeface="+mn-cs"/>
                        </a:rPr>
                        <a:t>مسؤولة التنفيذ (رئيسي)</a:t>
                      </a:r>
                      <a:endParaRPr lang="en-US" sz="1000" b="1" kern="100">
                        <a:effectLst/>
                        <a:latin typeface="Aptos" panose="020B0004020202020204" pitchFamily="34" charset="0"/>
                        <a:ea typeface="Aptos" panose="020B0004020202020204" pitchFamily="34" charset="0"/>
                        <a:cs typeface="+mn-cs"/>
                      </a:endParaRPr>
                    </a:p>
                  </a:txBody>
                  <a:tcPr marL="63445" marR="63445" marT="0" marB="0" anchor="ctr"/>
                </a:tc>
                <a:tc>
                  <a:txBody>
                    <a:bodyPr/>
                    <a:lstStyle/>
                    <a:p>
                      <a:pPr algn="ctr" rtl="1">
                        <a:lnSpc>
                          <a:spcPct val="107000"/>
                        </a:lnSpc>
                        <a:spcAft>
                          <a:spcPts val="800"/>
                        </a:spcAft>
                        <a:buNone/>
                      </a:pPr>
                      <a:r>
                        <a:rPr lang="ar-SA" sz="1000" b="1" kern="100" dirty="0">
                          <a:effectLst/>
                          <a:cs typeface="+mn-cs"/>
                        </a:rPr>
                        <a:t>الاسم</a:t>
                      </a:r>
                      <a:endParaRPr lang="en-US" sz="1000" b="1" kern="100" dirty="0">
                        <a:effectLst/>
                        <a:latin typeface="Aptos" panose="020B0004020202020204" pitchFamily="34" charset="0"/>
                        <a:ea typeface="Aptos" panose="020B0004020202020204" pitchFamily="34" charset="0"/>
                        <a:cs typeface="+mn-cs"/>
                      </a:endParaRPr>
                    </a:p>
                  </a:txBody>
                  <a:tcPr marL="63445" marR="63445" marT="0" marB="0" anchor="ctr"/>
                </a:tc>
                <a:tc gridSpan="2">
                  <a:txBody>
                    <a:bodyPr/>
                    <a:lstStyle/>
                    <a:p>
                      <a:pPr algn="ctr" rtl="1">
                        <a:lnSpc>
                          <a:spcPct val="107000"/>
                        </a:lnSpc>
                        <a:spcAft>
                          <a:spcPts val="800"/>
                        </a:spcAft>
                        <a:buNone/>
                      </a:pPr>
                      <a:r>
                        <a:rPr lang="ar-SA" sz="1000" b="1" kern="100">
                          <a:effectLst/>
                          <a:cs typeface="+mn-cs"/>
                        </a:rPr>
                        <a:t>الوصف الوظيفي</a:t>
                      </a:r>
                      <a:endParaRPr lang="en-US" sz="1000" b="1" kern="100">
                        <a:effectLst/>
                        <a:latin typeface="Aptos" panose="020B0004020202020204" pitchFamily="34" charset="0"/>
                        <a:ea typeface="Aptos" panose="020B0004020202020204" pitchFamily="34" charset="0"/>
                        <a:cs typeface="+mn-cs"/>
                      </a:endParaRPr>
                    </a:p>
                  </a:txBody>
                  <a:tcPr marL="63445" marR="63445" marT="0" marB="0" anchor="ctr"/>
                </a:tc>
                <a:tc hMerge="1">
                  <a:txBody>
                    <a:bodyPr/>
                    <a:lstStyle/>
                    <a:p>
                      <a:pPr rtl="1"/>
                      <a:endParaRPr lang="ar-SA"/>
                    </a:p>
                  </a:txBody>
                  <a:tcPr/>
                </a:tc>
                <a:tc gridSpan="2">
                  <a:txBody>
                    <a:bodyPr/>
                    <a:lstStyle/>
                    <a:p>
                      <a:pPr algn="ctr" rtl="1">
                        <a:lnSpc>
                          <a:spcPct val="107000"/>
                        </a:lnSpc>
                        <a:spcAft>
                          <a:spcPts val="800"/>
                        </a:spcAft>
                        <a:buNone/>
                      </a:pPr>
                      <a:r>
                        <a:rPr lang="ar-SA" sz="1000" b="1" kern="100">
                          <a:effectLst/>
                          <a:cs typeface="+mn-cs"/>
                        </a:rPr>
                        <a:t>الاسم</a:t>
                      </a:r>
                      <a:endParaRPr lang="en-US" sz="1000" b="1" kern="100">
                        <a:effectLst/>
                        <a:latin typeface="Aptos" panose="020B0004020202020204" pitchFamily="34" charset="0"/>
                        <a:ea typeface="Aptos" panose="020B0004020202020204" pitchFamily="34" charset="0"/>
                        <a:cs typeface="+mn-cs"/>
                      </a:endParaRPr>
                    </a:p>
                  </a:txBody>
                  <a:tcPr marL="63445" marR="63445" marT="0" marB="0" anchor="ctr"/>
                </a:tc>
                <a:tc hMerge="1">
                  <a:txBody>
                    <a:bodyPr/>
                    <a:lstStyle/>
                    <a:p>
                      <a:pPr rtl="1"/>
                      <a:endParaRPr lang="ar-SA"/>
                    </a:p>
                  </a:txBody>
                  <a:tcPr/>
                </a:tc>
                <a:tc>
                  <a:txBody>
                    <a:bodyPr/>
                    <a:lstStyle/>
                    <a:p>
                      <a:pPr algn="ctr" rtl="1"/>
                      <a:r>
                        <a:rPr lang="ar-SA" sz="1000" b="1" kern="100" dirty="0">
                          <a:effectLst/>
                          <a:cs typeface="+mn-cs"/>
                        </a:rPr>
                        <a:t>الوصف الوظيفي</a:t>
                      </a:r>
                      <a:endParaRPr lang="ar-SA" dirty="0"/>
                    </a:p>
                  </a:txBody>
                  <a:tcPr marL="63445" marR="63445" marT="0" marB="0" anchor="ctr"/>
                </a:tc>
                <a:extLst>
                  <a:ext uri="{0D108BD9-81ED-4DB2-BD59-A6C34878D82A}">
                    <a16:rowId xmlns:a16="http://schemas.microsoft.com/office/drawing/2014/main" val="131075376"/>
                  </a:ext>
                </a:extLst>
              </a:tr>
              <a:tr h="119279">
                <a:tc vMerge="1">
                  <a:txBody>
                    <a:bodyPr/>
                    <a:lstStyle/>
                    <a:p>
                      <a:pPr rtl="1"/>
                      <a:endParaRPr lang="ar-SA"/>
                    </a:p>
                  </a:txBody>
                  <a:tcPr/>
                </a:tc>
                <a:tc>
                  <a:txBody>
                    <a:bodyPr/>
                    <a:lstStyle/>
                    <a:p>
                      <a:pPr algn="r" rtl="1">
                        <a:lnSpc>
                          <a:spcPct val="107000"/>
                        </a:lnSpc>
                        <a:spcAft>
                          <a:spcPts val="800"/>
                        </a:spcAft>
                        <a:buNone/>
                      </a:pPr>
                      <a:r>
                        <a:rPr lang="ar-SA" sz="1000" b="1" kern="100">
                          <a:effectLst/>
                          <a:cs typeface="+mn-cs"/>
                        </a:rPr>
                        <a:t> </a:t>
                      </a:r>
                      <a:endParaRPr lang="en-US" sz="1000" b="1" kern="100">
                        <a:effectLst/>
                        <a:latin typeface="Aptos" panose="020B0004020202020204" pitchFamily="34" charset="0"/>
                        <a:ea typeface="Aptos" panose="020B0004020202020204" pitchFamily="34" charset="0"/>
                        <a:cs typeface="+mn-cs"/>
                      </a:endParaRPr>
                    </a:p>
                  </a:txBody>
                  <a:tcPr marL="63445" marR="63445" marT="0" marB="0" anchor="ctr"/>
                </a:tc>
                <a:tc gridSpan="2">
                  <a:txBody>
                    <a:bodyPr/>
                    <a:lstStyle/>
                    <a:p>
                      <a:pPr algn="ctr" rtl="1">
                        <a:lnSpc>
                          <a:spcPct val="107000"/>
                        </a:lnSpc>
                        <a:spcAft>
                          <a:spcPts val="800"/>
                        </a:spcAft>
                        <a:buNone/>
                      </a:pPr>
                      <a:r>
                        <a:rPr lang="ar-SA" sz="1000" b="1" kern="100">
                          <a:effectLst/>
                          <a:cs typeface="+mn-cs"/>
                        </a:rPr>
                        <a:t> </a:t>
                      </a:r>
                      <a:endParaRPr lang="en-US" sz="1000" b="1" kern="100">
                        <a:effectLst/>
                        <a:latin typeface="Aptos" panose="020B0004020202020204" pitchFamily="34" charset="0"/>
                        <a:ea typeface="Aptos" panose="020B0004020202020204" pitchFamily="34" charset="0"/>
                        <a:cs typeface="+mn-cs"/>
                      </a:endParaRPr>
                    </a:p>
                  </a:txBody>
                  <a:tcPr marL="63445" marR="63445" marT="0" marB="0" anchor="ctr"/>
                </a:tc>
                <a:tc hMerge="1">
                  <a:txBody>
                    <a:bodyPr/>
                    <a:lstStyle/>
                    <a:p>
                      <a:pPr rtl="1"/>
                      <a:endParaRPr lang="ar-SA"/>
                    </a:p>
                  </a:txBody>
                  <a:tcPr/>
                </a:tc>
                <a:tc gridSpan="2">
                  <a:txBody>
                    <a:bodyPr/>
                    <a:lstStyle/>
                    <a:p>
                      <a:pPr algn="r" rtl="1">
                        <a:lnSpc>
                          <a:spcPct val="107000"/>
                        </a:lnSpc>
                        <a:spcAft>
                          <a:spcPts val="800"/>
                        </a:spcAft>
                        <a:buNone/>
                      </a:pPr>
                      <a:r>
                        <a:rPr lang="ar-SA" sz="1000" b="1" kern="100">
                          <a:effectLst/>
                          <a:cs typeface="+mn-cs"/>
                        </a:rPr>
                        <a:t> </a:t>
                      </a:r>
                      <a:endParaRPr lang="en-US" sz="1000" b="1" kern="100">
                        <a:effectLst/>
                        <a:latin typeface="Aptos" panose="020B0004020202020204" pitchFamily="34" charset="0"/>
                        <a:ea typeface="Aptos" panose="020B0004020202020204" pitchFamily="34" charset="0"/>
                        <a:cs typeface="+mn-cs"/>
                      </a:endParaRPr>
                    </a:p>
                  </a:txBody>
                  <a:tcPr marL="63445" marR="63445" marT="0" marB="0" anchor="ctr"/>
                </a:tc>
                <a:tc hMerge="1">
                  <a:txBody>
                    <a:bodyPr/>
                    <a:lstStyle/>
                    <a:p>
                      <a:pPr rtl="1"/>
                      <a:endParaRPr lang="ar-SA"/>
                    </a:p>
                  </a:txBody>
                  <a:tcPr/>
                </a:tc>
                <a:tc>
                  <a:txBody>
                    <a:bodyPr/>
                    <a:lstStyle/>
                    <a:p>
                      <a:pPr rtl="1"/>
                      <a:r>
                        <a:rPr lang="ar-SA" sz="1000" b="1" kern="100" dirty="0">
                          <a:effectLst/>
                          <a:cs typeface="+mn-cs"/>
                        </a:rPr>
                        <a:t> </a:t>
                      </a:r>
                      <a:endParaRPr lang="ar-SA" dirty="0"/>
                    </a:p>
                  </a:txBody>
                  <a:tcPr marL="63445" marR="63445" marT="0" marB="0" anchor="ctr"/>
                </a:tc>
                <a:extLst>
                  <a:ext uri="{0D108BD9-81ED-4DB2-BD59-A6C34878D82A}">
                    <a16:rowId xmlns:a16="http://schemas.microsoft.com/office/drawing/2014/main" val="173833592"/>
                  </a:ext>
                </a:extLst>
              </a:tr>
              <a:tr h="119279">
                <a:tc>
                  <a:txBody>
                    <a:bodyPr/>
                    <a:lstStyle/>
                    <a:p>
                      <a:pPr algn="ctr" rtl="1">
                        <a:lnSpc>
                          <a:spcPct val="107000"/>
                        </a:lnSpc>
                        <a:spcAft>
                          <a:spcPts val="800"/>
                        </a:spcAft>
                        <a:buNone/>
                      </a:pPr>
                      <a:r>
                        <a:rPr lang="ar-SA" sz="1000" b="1" kern="100">
                          <a:effectLst/>
                          <a:cs typeface="+mn-cs"/>
                        </a:rPr>
                        <a:t> (المساندة)</a:t>
                      </a:r>
                      <a:endParaRPr lang="en-US" sz="1000" b="1" kern="100">
                        <a:effectLst/>
                        <a:latin typeface="Aptos" panose="020B0004020202020204" pitchFamily="34" charset="0"/>
                        <a:ea typeface="Aptos" panose="020B0004020202020204" pitchFamily="34" charset="0"/>
                        <a:cs typeface="+mn-cs"/>
                      </a:endParaRPr>
                    </a:p>
                  </a:txBody>
                  <a:tcPr marL="63445" marR="63445" marT="0" marB="0" anchor="ctr"/>
                </a:tc>
                <a:tc gridSpan="6">
                  <a:txBody>
                    <a:bodyPr/>
                    <a:lstStyle/>
                    <a:p>
                      <a:pPr algn="r" rtl="1">
                        <a:lnSpc>
                          <a:spcPct val="107000"/>
                        </a:lnSpc>
                        <a:spcAft>
                          <a:spcPts val="800"/>
                        </a:spcAft>
                        <a:buNone/>
                      </a:pPr>
                      <a:r>
                        <a:rPr lang="en-US" sz="1000" b="1" kern="100">
                          <a:effectLst/>
                          <a:cs typeface="+mn-cs"/>
                        </a:rPr>
                        <a:t> </a:t>
                      </a:r>
                      <a:endParaRPr lang="en-US" sz="1000" b="1" kern="100">
                        <a:effectLst/>
                        <a:latin typeface="Aptos" panose="020B0004020202020204" pitchFamily="34" charset="0"/>
                        <a:ea typeface="Aptos" panose="020B0004020202020204" pitchFamily="34" charset="0"/>
                        <a:cs typeface="+mn-cs"/>
                      </a:endParaRPr>
                    </a:p>
                  </a:txBody>
                  <a:tcPr marL="63445" marR="63445" marT="0" marB="0" anchor="ctr"/>
                </a:tc>
                <a:tc hMerge="1">
                  <a:txBody>
                    <a:bodyPr/>
                    <a:lstStyle/>
                    <a:p>
                      <a:pPr rtl="1"/>
                      <a:endParaRPr lang="ar-SA"/>
                    </a:p>
                  </a:txBody>
                  <a:tcPr/>
                </a:tc>
                <a:tc hMerge="1">
                  <a:txBody>
                    <a:bodyPr/>
                    <a:lstStyle/>
                    <a:p>
                      <a:pPr rtl="1"/>
                      <a:endParaRPr lang="ar-SA"/>
                    </a:p>
                  </a:txBody>
                  <a:tcPr/>
                </a:tc>
                <a:tc hMerge="1">
                  <a:txBody>
                    <a:bodyPr/>
                    <a:lstStyle/>
                    <a:p>
                      <a:pPr rtl="1"/>
                      <a:endParaRPr lang="ar-SA"/>
                    </a:p>
                  </a:txBody>
                  <a:tcPr/>
                </a:tc>
                <a:tc hMerge="1">
                  <a:txBody>
                    <a:bodyPr/>
                    <a:lstStyle/>
                    <a:p>
                      <a:pPr rtl="1"/>
                      <a:endParaRPr lang="ar-SA"/>
                    </a:p>
                  </a:txBody>
                  <a:tcPr/>
                </a:tc>
                <a:tc hMerge="1">
                  <a:txBody>
                    <a:bodyPr/>
                    <a:lstStyle/>
                    <a:p>
                      <a:pPr rtl="1"/>
                      <a:endParaRPr lang="ar-SA"/>
                    </a:p>
                  </a:txBody>
                  <a:tcPr/>
                </a:tc>
                <a:extLst>
                  <a:ext uri="{0D108BD9-81ED-4DB2-BD59-A6C34878D82A}">
                    <a16:rowId xmlns:a16="http://schemas.microsoft.com/office/drawing/2014/main" val="333285947"/>
                  </a:ext>
                </a:extLst>
              </a:tr>
              <a:tr h="214773">
                <a:tc>
                  <a:txBody>
                    <a:bodyPr/>
                    <a:lstStyle/>
                    <a:p>
                      <a:pPr algn="ctr" rtl="1">
                        <a:lnSpc>
                          <a:spcPct val="107000"/>
                        </a:lnSpc>
                        <a:spcAft>
                          <a:spcPts val="800"/>
                        </a:spcAft>
                        <a:buNone/>
                      </a:pPr>
                      <a:r>
                        <a:rPr lang="ar-SA" sz="1000" b="1" kern="100">
                          <a:effectLst/>
                          <a:cs typeface="+mn-cs"/>
                        </a:rPr>
                        <a:t>الفئة المستهدفة</a:t>
                      </a:r>
                      <a:endParaRPr lang="en-US" sz="1000" b="1" kern="100">
                        <a:effectLst/>
                        <a:latin typeface="Aptos" panose="020B0004020202020204" pitchFamily="34" charset="0"/>
                        <a:ea typeface="Aptos" panose="020B0004020202020204" pitchFamily="34" charset="0"/>
                        <a:cs typeface="+mn-cs"/>
                      </a:endParaRPr>
                    </a:p>
                  </a:txBody>
                  <a:tcPr marL="63445" marR="63445" marT="0" marB="0" anchor="ctr"/>
                </a:tc>
                <a:tc gridSpan="6">
                  <a:txBody>
                    <a:bodyPr/>
                    <a:lstStyle/>
                    <a:p>
                      <a:pPr algn="r" rtl="0">
                        <a:lnSpc>
                          <a:spcPct val="107000"/>
                        </a:lnSpc>
                        <a:spcAft>
                          <a:spcPts val="800"/>
                        </a:spcAft>
                        <a:buNone/>
                      </a:pPr>
                      <a:r>
                        <a:rPr lang="en-US" sz="1000" b="1" kern="100">
                          <a:effectLst/>
                          <a:cs typeface="+mn-cs"/>
                          <a:sym typeface="AGA Arabesque Desktop" panose="05010101010101010101" pitchFamily="2" charset="2"/>
                        </a:rPr>
                        <a:t></a:t>
                      </a:r>
                      <a:r>
                        <a:rPr lang="en-US" sz="1000" b="1" kern="100">
                          <a:effectLst/>
                          <a:cs typeface="+mn-cs"/>
                        </a:rPr>
                        <a:t> </a:t>
                      </a:r>
                      <a:r>
                        <a:rPr lang="ar-SA" sz="1000" b="1" kern="100">
                          <a:effectLst/>
                          <a:cs typeface="+mn-cs"/>
                        </a:rPr>
                        <a:t>المعلمات        </a:t>
                      </a:r>
                      <a:r>
                        <a:rPr lang="en-US" sz="1000" b="1" kern="100">
                          <a:effectLst/>
                          <a:cs typeface="+mn-cs"/>
                          <a:sym typeface="AGA Arabesque Desktop" panose="05010101010101010101" pitchFamily="2" charset="2"/>
                        </a:rPr>
                        <a:t></a:t>
                      </a:r>
                      <a:r>
                        <a:rPr lang="en-US" sz="1000" b="1" kern="100">
                          <a:effectLst/>
                          <a:cs typeface="+mn-cs"/>
                        </a:rPr>
                        <a:t> </a:t>
                      </a:r>
                      <a:r>
                        <a:rPr lang="ar-SA" sz="1000" b="1" kern="100">
                          <a:effectLst/>
                          <a:cs typeface="+mn-cs"/>
                        </a:rPr>
                        <a:t>المساعد الاداري        </a:t>
                      </a:r>
                      <a:r>
                        <a:rPr lang="en-US" sz="1000" b="1" kern="100">
                          <a:effectLst/>
                          <a:cs typeface="+mn-cs"/>
                          <a:sym typeface="AGA Arabesque Desktop" panose="05010101010101010101" pitchFamily="2" charset="2"/>
                        </a:rPr>
                        <a:t></a:t>
                      </a:r>
                      <a:r>
                        <a:rPr lang="en-US" sz="1000" b="1" kern="100">
                          <a:effectLst/>
                          <a:cs typeface="+mn-cs"/>
                        </a:rPr>
                        <a:t> </a:t>
                      </a:r>
                      <a:r>
                        <a:rPr lang="ar-SA" sz="1000" b="1" kern="100">
                          <a:effectLst/>
                          <a:cs typeface="+mn-cs"/>
                        </a:rPr>
                        <a:t>الطالبات        </a:t>
                      </a:r>
                      <a:r>
                        <a:rPr lang="en-US" sz="1000" b="1" kern="100">
                          <a:effectLst/>
                          <a:cs typeface="+mn-cs"/>
                          <a:sym typeface="AGA Arabesque Desktop" panose="05010101010101010101" pitchFamily="2" charset="2"/>
                        </a:rPr>
                        <a:t></a:t>
                      </a:r>
                      <a:r>
                        <a:rPr lang="en-US" sz="1000" b="1" kern="100">
                          <a:effectLst/>
                          <a:cs typeface="+mn-cs"/>
                        </a:rPr>
                        <a:t> </a:t>
                      </a:r>
                      <a:r>
                        <a:rPr lang="ar-SA" sz="1000" b="1" kern="100">
                          <a:effectLst/>
                          <a:cs typeface="+mn-cs"/>
                        </a:rPr>
                        <a:t>أولياء الأمور              </a:t>
                      </a:r>
                      <a:r>
                        <a:rPr lang="en-US" sz="1000" b="1" kern="100">
                          <a:effectLst/>
                          <a:cs typeface="+mn-cs"/>
                          <a:sym typeface="AGA Arabesque Desktop" panose="05010101010101010101" pitchFamily="2" charset="2"/>
                        </a:rPr>
                        <a:t></a:t>
                      </a:r>
                      <a:r>
                        <a:rPr lang="en-US" sz="1000" b="1" kern="100">
                          <a:effectLst/>
                          <a:cs typeface="+mn-cs"/>
                        </a:rPr>
                        <a:t> </a:t>
                      </a:r>
                      <a:r>
                        <a:rPr lang="ar-SA" sz="1000" b="1" kern="100">
                          <a:effectLst/>
                          <a:cs typeface="+mn-cs"/>
                        </a:rPr>
                        <a:t>أخرى .....................</a:t>
                      </a:r>
                      <a:endParaRPr lang="en-US" sz="1000" b="1" kern="100">
                        <a:effectLst/>
                        <a:latin typeface="Aptos" panose="020B0004020202020204" pitchFamily="34" charset="0"/>
                        <a:ea typeface="Aptos" panose="020B0004020202020204" pitchFamily="34" charset="0"/>
                        <a:cs typeface="+mn-cs"/>
                      </a:endParaRPr>
                    </a:p>
                  </a:txBody>
                  <a:tcPr marL="63445" marR="63445" marT="0" marB="0" anchor="ctr"/>
                </a:tc>
                <a:tc hMerge="1">
                  <a:txBody>
                    <a:bodyPr/>
                    <a:lstStyle/>
                    <a:p>
                      <a:pPr rtl="1"/>
                      <a:endParaRPr lang="ar-SA"/>
                    </a:p>
                  </a:txBody>
                  <a:tcPr/>
                </a:tc>
                <a:tc hMerge="1">
                  <a:txBody>
                    <a:bodyPr/>
                    <a:lstStyle/>
                    <a:p>
                      <a:pPr rtl="1"/>
                      <a:endParaRPr lang="ar-SA"/>
                    </a:p>
                  </a:txBody>
                  <a:tcPr/>
                </a:tc>
                <a:tc hMerge="1">
                  <a:txBody>
                    <a:bodyPr/>
                    <a:lstStyle/>
                    <a:p>
                      <a:pPr rtl="1"/>
                      <a:endParaRPr lang="ar-SA"/>
                    </a:p>
                  </a:txBody>
                  <a:tcPr/>
                </a:tc>
                <a:tc hMerge="1">
                  <a:txBody>
                    <a:bodyPr/>
                    <a:lstStyle/>
                    <a:p>
                      <a:pPr rtl="1"/>
                      <a:endParaRPr lang="ar-SA"/>
                    </a:p>
                  </a:txBody>
                  <a:tcPr/>
                </a:tc>
                <a:tc hMerge="1">
                  <a:txBody>
                    <a:bodyPr/>
                    <a:lstStyle/>
                    <a:p>
                      <a:pPr rtl="1"/>
                      <a:endParaRPr lang="ar-SA"/>
                    </a:p>
                  </a:txBody>
                  <a:tcPr/>
                </a:tc>
                <a:extLst>
                  <a:ext uri="{0D108BD9-81ED-4DB2-BD59-A6C34878D82A}">
                    <a16:rowId xmlns:a16="http://schemas.microsoft.com/office/drawing/2014/main" val="2093634012"/>
                  </a:ext>
                </a:extLst>
              </a:tr>
              <a:tr h="119279">
                <a:tc>
                  <a:txBody>
                    <a:bodyPr/>
                    <a:lstStyle/>
                    <a:p>
                      <a:pPr algn="ctr" rtl="1">
                        <a:lnSpc>
                          <a:spcPct val="107000"/>
                        </a:lnSpc>
                        <a:spcAft>
                          <a:spcPts val="800"/>
                        </a:spcAft>
                        <a:buNone/>
                      </a:pPr>
                      <a:r>
                        <a:rPr lang="ar-SA" sz="1000" b="1" kern="100">
                          <a:effectLst/>
                          <a:cs typeface="+mn-cs"/>
                        </a:rPr>
                        <a:t>العدد المستهدف</a:t>
                      </a:r>
                      <a:endParaRPr lang="en-US" sz="1000" b="1" kern="100">
                        <a:effectLst/>
                        <a:latin typeface="Aptos" panose="020B0004020202020204" pitchFamily="34" charset="0"/>
                        <a:ea typeface="Aptos" panose="020B0004020202020204" pitchFamily="34" charset="0"/>
                        <a:cs typeface="+mn-cs"/>
                      </a:endParaRPr>
                    </a:p>
                  </a:txBody>
                  <a:tcPr marL="63445" marR="63445" marT="0" marB="0" anchor="ctr"/>
                </a:tc>
                <a:tc gridSpan="2">
                  <a:txBody>
                    <a:bodyPr/>
                    <a:lstStyle/>
                    <a:p>
                      <a:pPr algn="r" rtl="1">
                        <a:lnSpc>
                          <a:spcPct val="107000"/>
                        </a:lnSpc>
                        <a:spcAft>
                          <a:spcPts val="800"/>
                        </a:spcAft>
                        <a:buNone/>
                      </a:pPr>
                      <a:r>
                        <a:rPr lang="en-US" sz="1000" b="1" kern="100">
                          <a:effectLst/>
                          <a:cs typeface="+mn-cs"/>
                        </a:rPr>
                        <a:t> </a:t>
                      </a:r>
                      <a:endParaRPr lang="en-US" sz="1000" b="1" kern="100">
                        <a:effectLst/>
                        <a:latin typeface="Aptos" panose="020B0004020202020204" pitchFamily="34" charset="0"/>
                        <a:ea typeface="Aptos" panose="020B0004020202020204" pitchFamily="34" charset="0"/>
                        <a:cs typeface="+mn-cs"/>
                      </a:endParaRPr>
                    </a:p>
                  </a:txBody>
                  <a:tcPr marL="63445" marR="63445" marT="0" marB="0" anchor="ctr"/>
                </a:tc>
                <a:tc hMerge="1">
                  <a:txBody>
                    <a:bodyPr/>
                    <a:lstStyle/>
                    <a:p>
                      <a:pPr rtl="1"/>
                      <a:endParaRPr lang="ar-SA"/>
                    </a:p>
                  </a:txBody>
                  <a:tcPr/>
                </a:tc>
                <a:tc gridSpan="2">
                  <a:txBody>
                    <a:bodyPr/>
                    <a:lstStyle/>
                    <a:p>
                      <a:pPr algn="r" rtl="1">
                        <a:lnSpc>
                          <a:spcPct val="107000"/>
                        </a:lnSpc>
                        <a:spcAft>
                          <a:spcPts val="800"/>
                        </a:spcAft>
                        <a:buNone/>
                      </a:pPr>
                      <a:r>
                        <a:rPr lang="ar-SA" sz="1000" b="1" kern="100">
                          <a:effectLst/>
                          <a:cs typeface="+mn-cs"/>
                        </a:rPr>
                        <a:t>        عدد الحاضرات الفعلي</a:t>
                      </a:r>
                      <a:endParaRPr lang="en-US" sz="1000" b="1" kern="100">
                        <a:effectLst/>
                        <a:latin typeface="Aptos" panose="020B0004020202020204" pitchFamily="34" charset="0"/>
                        <a:ea typeface="Aptos" panose="020B0004020202020204" pitchFamily="34" charset="0"/>
                        <a:cs typeface="+mn-cs"/>
                      </a:endParaRPr>
                    </a:p>
                  </a:txBody>
                  <a:tcPr marL="63445" marR="63445" marT="0" marB="0" anchor="ctr"/>
                </a:tc>
                <a:tc hMerge="1">
                  <a:txBody>
                    <a:bodyPr/>
                    <a:lstStyle/>
                    <a:p>
                      <a:pPr rtl="1"/>
                      <a:endParaRPr lang="ar-SA"/>
                    </a:p>
                  </a:txBody>
                  <a:tcPr/>
                </a:tc>
                <a:tc gridSpan="2">
                  <a:txBody>
                    <a:bodyPr/>
                    <a:lstStyle/>
                    <a:p>
                      <a:pPr algn="r" rtl="1">
                        <a:lnSpc>
                          <a:spcPct val="107000"/>
                        </a:lnSpc>
                        <a:spcAft>
                          <a:spcPts val="800"/>
                        </a:spcAft>
                        <a:buNone/>
                      </a:pPr>
                      <a:r>
                        <a:rPr lang="en-US" sz="1000" b="1" kern="100">
                          <a:effectLst/>
                          <a:cs typeface="+mn-cs"/>
                        </a:rPr>
                        <a:t> </a:t>
                      </a:r>
                      <a:endParaRPr lang="en-US" sz="1000" b="1" kern="100">
                        <a:effectLst/>
                        <a:latin typeface="Aptos" panose="020B0004020202020204" pitchFamily="34" charset="0"/>
                        <a:ea typeface="Aptos" panose="020B0004020202020204" pitchFamily="34" charset="0"/>
                        <a:cs typeface="+mn-cs"/>
                      </a:endParaRPr>
                    </a:p>
                  </a:txBody>
                  <a:tcPr marL="63445" marR="63445" marT="0" marB="0" anchor="ctr"/>
                </a:tc>
                <a:tc hMerge="1">
                  <a:txBody>
                    <a:bodyPr/>
                    <a:lstStyle/>
                    <a:p>
                      <a:pPr rtl="1"/>
                      <a:endParaRPr lang="ar-SA"/>
                    </a:p>
                  </a:txBody>
                  <a:tcPr/>
                </a:tc>
                <a:extLst>
                  <a:ext uri="{0D108BD9-81ED-4DB2-BD59-A6C34878D82A}">
                    <a16:rowId xmlns:a16="http://schemas.microsoft.com/office/drawing/2014/main" val="1663516282"/>
                  </a:ext>
                </a:extLst>
              </a:tr>
              <a:tr h="495915">
                <a:tc>
                  <a:txBody>
                    <a:bodyPr/>
                    <a:lstStyle/>
                    <a:p>
                      <a:pPr algn="ctr" rtl="1">
                        <a:lnSpc>
                          <a:spcPct val="107000"/>
                        </a:lnSpc>
                        <a:spcAft>
                          <a:spcPts val="800"/>
                        </a:spcAft>
                        <a:buNone/>
                      </a:pPr>
                      <a:r>
                        <a:rPr lang="ar-SA" sz="1000" b="1" kern="100">
                          <a:effectLst/>
                          <a:cs typeface="+mn-cs"/>
                        </a:rPr>
                        <a:t>أسلوب التنفيذ </a:t>
                      </a:r>
                      <a:endParaRPr lang="en-US" sz="1000" b="1" kern="100">
                        <a:effectLst/>
                        <a:latin typeface="Aptos" panose="020B0004020202020204" pitchFamily="34" charset="0"/>
                        <a:ea typeface="Aptos" panose="020B0004020202020204" pitchFamily="34" charset="0"/>
                        <a:cs typeface="+mn-cs"/>
                      </a:endParaRPr>
                    </a:p>
                  </a:txBody>
                  <a:tcPr marL="63445" marR="63445" marT="0" marB="0" anchor="ctr"/>
                </a:tc>
                <a:tc gridSpan="6">
                  <a:txBody>
                    <a:bodyPr/>
                    <a:lstStyle/>
                    <a:p>
                      <a:pPr algn="r" rtl="0">
                        <a:lnSpc>
                          <a:spcPct val="107000"/>
                        </a:lnSpc>
                        <a:spcAft>
                          <a:spcPts val="800"/>
                        </a:spcAft>
                        <a:buNone/>
                      </a:pPr>
                      <a:r>
                        <a:rPr lang="en-US" sz="1000" b="1" kern="100" dirty="0">
                          <a:effectLst/>
                          <a:cs typeface="+mn-cs"/>
                          <a:sym typeface="AGA Arabesque Desktop" panose="05010101010101010101" pitchFamily="2" charset="2"/>
                        </a:rPr>
                        <a:t></a:t>
                      </a:r>
                      <a:r>
                        <a:rPr lang="en-US" sz="1000" b="1" kern="100" dirty="0">
                          <a:effectLst/>
                          <a:cs typeface="+mn-cs"/>
                        </a:rPr>
                        <a:t> </a:t>
                      </a:r>
                      <a:r>
                        <a:rPr lang="ar-SA" sz="1000" b="1" kern="100" dirty="0">
                          <a:effectLst/>
                          <a:cs typeface="+mn-cs"/>
                        </a:rPr>
                        <a:t>اجتماعات ولقاءات      </a:t>
                      </a:r>
                      <a:r>
                        <a:rPr lang="en-US" sz="1000" b="1" kern="100" dirty="0">
                          <a:effectLst/>
                          <a:cs typeface="+mn-cs"/>
                          <a:sym typeface="AGA Arabesque Desktop" panose="05010101010101010101" pitchFamily="2" charset="2"/>
                        </a:rPr>
                        <a:t></a:t>
                      </a:r>
                      <a:r>
                        <a:rPr lang="en-US" sz="1000" b="1" kern="100" dirty="0">
                          <a:effectLst/>
                          <a:cs typeface="+mn-cs"/>
                        </a:rPr>
                        <a:t> </a:t>
                      </a:r>
                      <a:r>
                        <a:rPr lang="ar-SA" sz="1000" b="1" kern="100" dirty="0">
                          <a:effectLst/>
                          <a:cs typeface="+mn-cs"/>
                        </a:rPr>
                        <a:t>ورش عمل وحلقات النقاش       </a:t>
                      </a:r>
                      <a:r>
                        <a:rPr lang="en-US" sz="1000" b="1" kern="100" dirty="0">
                          <a:effectLst/>
                          <a:cs typeface="+mn-cs"/>
                          <a:sym typeface="AGA Arabesque Desktop" panose="05010101010101010101" pitchFamily="2" charset="2"/>
                        </a:rPr>
                        <a:t></a:t>
                      </a:r>
                      <a:r>
                        <a:rPr lang="en-US" sz="1000" b="1" kern="100" dirty="0">
                          <a:effectLst/>
                          <a:cs typeface="+mn-cs"/>
                        </a:rPr>
                        <a:t> </a:t>
                      </a:r>
                      <a:r>
                        <a:rPr lang="ar-SA" sz="1000" b="1" kern="100" dirty="0">
                          <a:effectLst/>
                          <a:cs typeface="+mn-cs"/>
                        </a:rPr>
                        <a:t>بحوث اجرائية       </a:t>
                      </a:r>
                      <a:r>
                        <a:rPr lang="en-US" sz="1000" b="1" kern="100" dirty="0">
                          <a:effectLst/>
                          <a:cs typeface="+mn-cs"/>
                          <a:sym typeface="AGA Arabesque Desktop" panose="05010101010101010101" pitchFamily="2" charset="2"/>
                        </a:rPr>
                        <a:t></a:t>
                      </a:r>
                      <a:r>
                        <a:rPr lang="en-US" sz="1000" b="1" kern="100" dirty="0">
                          <a:effectLst/>
                          <a:cs typeface="+mn-cs"/>
                        </a:rPr>
                        <a:t> </a:t>
                      </a:r>
                      <a:r>
                        <a:rPr lang="ar-SA" sz="1000" b="1" kern="100" dirty="0">
                          <a:effectLst/>
                          <a:cs typeface="+mn-cs"/>
                        </a:rPr>
                        <a:t>تدريب        </a:t>
                      </a:r>
                      <a:r>
                        <a:rPr lang="en-US" sz="1000" b="1" kern="100" dirty="0">
                          <a:effectLst/>
                          <a:cs typeface="+mn-cs"/>
                          <a:sym typeface="AGA Arabesque Desktop" panose="05010101010101010101" pitchFamily="2" charset="2"/>
                        </a:rPr>
                        <a:t></a:t>
                      </a:r>
                      <a:r>
                        <a:rPr lang="ar-SA" sz="1000" b="1" kern="100" dirty="0">
                          <a:effectLst/>
                          <a:cs typeface="+mn-cs"/>
                        </a:rPr>
                        <a:t> نشرات تربوية وتوعوية</a:t>
                      </a:r>
                      <a:endParaRPr lang="en-US" sz="1000" b="1" kern="100" dirty="0">
                        <a:effectLst/>
                        <a:cs typeface="+mn-cs"/>
                      </a:endParaRPr>
                    </a:p>
                    <a:p>
                      <a:pPr algn="r" rtl="1">
                        <a:lnSpc>
                          <a:spcPct val="107000"/>
                        </a:lnSpc>
                        <a:spcAft>
                          <a:spcPts val="800"/>
                        </a:spcAft>
                        <a:buNone/>
                      </a:pPr>
                      <a:r>
                        <a:rPr lang="en-US" sz="1000" b="1" kern="100" dirty="0">
                          <a:effectLst/>
                          <a:cs typeface="+mn-cs"/>
                          <a:sym typeface="AGA Arabesque Desktop" panose="05010101010101010101" pitchFamily="2" charset="2"/>
                        </a:rPr>
                        <a:t></a:t>
                      </a:r>
                      <a:r>
                        <a:rPr lang="en-US" sz="1000" b="1" kern="100" dirty="0">
                          <a:effectLst/>
                          <a:cs typeface="+mn-cs"/>
                        </a:rPr>
                        <a:t> </a:t>
                      </a:r>
                      <a:r>
                        <a:rPr lang="ar-SA" sz="1000" b="1" kern="100" dirty="0">
                          <a:effectLst/>
                          <a:cs typeface="+mn-cs"/>
                        </a:rPr>
                        <a:t>موارد تعليمية وتربوية      </a:t>
                      </a:r>
                      <a:r>
                        <a:rPr lang="en-US" sz="1000" b="1" kern="100" dirty="0">
                          <a:effectLst/>
                          <a:cs typeface="+mn-cs"/>
                          <a:sym typeface="AGA Arabesque Desktop" panose="05010101010101010101" pitchFamily="2" charset="2"/>
                        </a:rPr>
                        <a:t></a:t>
                      </a:r>
                      <a:r>
                        <a:rPr lang="en-US" sz="1000" b="1" kern="100" dirty="0">
                          <a:effectLst/>
                          <a:cs typeface="+mn-cs"/>
                        </a:rPr>
                        <a:t>   </a:t>
                      </a:r>
                      <a:r>
                        <a:rPr lang="ar-SA" sz="1000" b="1" kern="100" dirty="0">
                          <a:effectLst/>
                          <a:cs typeface="+mn-cs"/>
                        </a:rPr>
                        <a:t>  استبانات       </a:t>
                      </a:r>
                      <a:r>
                        <a:rPr lang="en-US" sz="1000" b="1" kern="100" dirty="0">
                          <a:effectLst/>
                          <a:cs typeface="+mn-cs"/>
                          <a:sym typeface="AGA Arabesque Desktop" panose="05010101010101010101" pitchFamily="2" charset="2"/>
                        </a:rPr>
                        <a:t></a:t>
                      </a:r>
                      <a:r>
                        <a:rPr lang="en-US" sz="1000" b="1" kern="100" dirty="0">
                          <a:effectLst/>
                          <a:cs typeface="+mn-cs"/>
                        </a:rPr>
                        <a:t> </a:t>
                      </a:r>
                      <a:r>
                        <a:rPr lang="ar-SA" sz="1000" b="1" kern="100" dirty="0">
                          <a:effectLst/>
                          <a:cs typeface="+mn-cs"/>
                        </a:rPr>
                        <a:t>مجموعات التخصص    </a:t>
                      </a:r>
                      <a:r>
                        <a:rPr lang="en-US" sz="1000" b="1" kern="100" dirty="0">
                          <a:effectLst/>
                          <a:cs typeface="+mn-cs"/>
                          <a:sym typeface="AGA Arabesque Desktop" panose="05010101010101010101" pitchFamily="2" charset="2"/>
                        </a:rPr>
                        <a:t></a:t>
                      </a:r>
                      <a:r>
                        <a:rPr lang="ar-SA" sz="1000" b="1" kern="100" dirty="0">
                          <a:effectLst/>
                          <a:cs typeface="+mn-cs"/>
                        </a:rPr>
                        <a:t> تنظيم أنشطة وفعاليات     </a:t>
                      </a:r>
                      <a:endParaRPr lang="en-US" sz="1000" b="1" kern="100" dirty="0">
                        <a:effectLst/>
                        <a:latin typeface="Aptos" panose="020B0004020202020204" pitchFamily="34" charset="0"/>
                        <a:ea typeface="Aptos" panose="020B0004020202020204" pitchFamily="34" charset="0"/>
                        <a:cs typeface="+mn-cs"/>
                      </a:endParaRPr>
                    </a:p>
                  </a:txBody>
                  <a:tcPr marL="63445" marR="63445" marT="0" marB="0" anchor="ctr"/>
                </a:tc>
                <a:tc hMerge="1">
                  <a:txBody>
                    <a:bodyPr/>
                    <a:lstStyle/>
                    <a:p>
                      <a:pPr rtl="1"/>
                      <a:endParaRPr lang="ar-SA"/>
                    </a:p>
                  </a:txBody>
                  <a:tcPr/>
                </a:tc>
                <a:tc hMerge="1">
                  <a:txBody>
                    <a:bodyPr/>
                    <a:lstStyle/>
                    <a:p>
                      <a:pPr rtl="1"/>
                      <a:endParaRPr lang="ar-SA"/>
                    </a:p>
                  </a:txBody>
                  <a:tcPr/>
                </a:tc>
                <a:tc hMerge="1">
                  <a:txBody>
                    <a:bodyPr/>
                    <a:lstStyle/>
                    <a:p>
                      <a:pPr rtl="1"/>
                      <a:endParaRPr lang="ar-SA"/>
                    </a:p>
                  </a:txBody>
                  <a:tcPr/>
                </a:tc>
                <a:tc hMerge="1">
                  <a:txBody>
                    <a:bodyPr/>
                    <a:lstStyle/>
                    <a:p>
                      <a:pPr rtl="1"/>
                      <a:endParaRPr lang="ar-SA"/>
                    </a:p>
                  </a:txBody>
                  <a:tcPr/>
                </a:tc>
                <a:tc hMerge="1">
                  <a:txBody>
                    <a:bodyPr/>
                    <a:lstStyle/>
                    <a:p>
                      <a:pPr rtl="1"/>
                      <a:endParaRPr lang="ar-SA"/>
                    </a:p>
                  </a:txBody>
                  <a:tcPr/>
                </a:tc>
                <a:extLst>
                  <a:ext uri="{0D108BD9-81ED-4DB2-BD59-A6C34878D82A}">
                    <a16:rowId xmlns:a16="http://schemas.microsoft.com/office/drawing/2014/main" val="1928956095"/>
                  </a:ext>
                </a:extLst>
              </a:tr>
            </a:tbl>
          </a:graphicData>
        </a:graphic>
      </p:graphicFrame>
      <p:sp>
        <p:nvSpPr>
          <p:cNvPr id="13" name="مربع نص 12">
            <a:extLst>
              <a:ext uri="{FF2B5EF4-FFF2-40B4-BE49-F238E27FC236}">
                <a16:creationId xmlns:a16="http://schemas.microsoft.com/office/drawing/2014/main" id="{6745A26D-2245-109F-ECC1-FE21D34A6272}"/>
              </a:ext>
            </a:extLst>
          </p:cNvPr>
          <p:cNvSpPr txBox="1"/>
          <p:nvPr/>
        </p:nvSpPr>
        <p:spPr>
          <a:xfrm>
            <a:off x="806450" y="8504659"/>
            <a:ext cx="6477000" cy="307777"/>
          </a:xfrm>
          <a:prstGeom prst="rect">
            <a:avLst/>
          </a:prstGeom>
          <a:noFill/>
        </p:spPr>
        <p:txBody>
          <a:bodyPr wrap="square" rtlCol="1">
            <a:spAutoFit/>
          </a:bodyPr>
          <a:lstStyle/>
          <a:p>
            <a:pPr algn="r" rtl="1"/>
            <a:r>
              <a:rPr lang="ar-SA" sz="1400" b="1" dirty="0"/>
              <a:t>مديرة المدرسة / جيهان محمد علي بنا                                                          الختم</a:t>
            </a:r>
            <a:endParaRPr lang="en-US" sz="1400" dirty="0"/>
          </a:p>
        </p:txBody>
      </p:sp>
    </p:spTree>
    <p:extLst>
      <p:ext uri="{BB962C8B-B14F-4D97-AF65-F5344CB8AC3E}">
        <p14:creationId xmlns:p14="http://schemas.microsoft.com/office/powerpoint/2010/main" val="248129884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62C4B0"/>
        </a:solidFill>
        <a:effectLst/>
      </p:bgPr>
    </p:bg>
    <p:spTree>
      <p:nvGrpSpPr>
        <p:cNvPr id="1" name="">
          <a:extLst>
            <a:ext uri="{FF2B5EF4-FFF2-40B4-BE49-F238E27FC236}">
              <a16:creationId xmlns:a16="http://schemas.microsoft.com/office/drawing/2014/main" id="{78DC481E-6217-D025-10B3-1313D7EDAB75}"/>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FC8F946C-3320-8B29-3F11-6A6C672AB4E0}"/>
              </a:ext>
            </a:extLst>
          </p:cNvPr>
          <p:cNvSpPr/>
          <p:nvPr/>
        </p:nvSpPr>
        <p:spPr>
          <a:xfrm>
            <a:off x="-251374" y="0"/>
            <a:ext cx="7872660" cy="10895551"/>
          </a:xfrm>
          <a:custGeom>
            <a:avLst/>
            <a:gdLst/>
            <a:ahLst/>
            <a:cxnLst/>
            <a:rect l="l" t="t" r="r" b="b"/>
            <a:pathLst>
              <a:path w="7758846" h="8416894">
                <a:moveTo>
                  <a:pt x="0" y="0"/>
                </a:moveTo>
                <a:lnTo>
                  <a:pt x="7758846" y="0"/>
                </a:lnTo>
                <a:lnTo>
                  <a:pt x="7758846" y="8416894"/>
                </a:lnTo>
                <a:lnTo>
                  <a:pt x="0" y="8416894"/>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ar-SA"/>
          </a:p>
        </p:txBody>
      </p:sp>
      <p:sp>
        <p:nvSpPr>
          <p:cNvPr id="4" name="Freeform 4">
            <a:extLst>
              <a:ext uri="{FF2B5EF4-FFF2-40B4-BE49-F238E27FC236}">
                <a16:creationId xmlns:a16="http://schemas.microsoft.com/office/drawing/2014/main" id="{5FF22718-AA0B-5842-F449-50B5DDC2092C}"/>
              </a:ext>
            </a:extLst>
          </p:cNvPr>
          <p:cNvSpPr/>
          <p:nvPr/>
        </p:nvSpPr>
        <p:spPr>
          <a:xfrm>
            <a:off x="0" y="39592"/>
            <a:ext cx="5683250" cy="393700"/>
          </a:xfrm>
          <a:custGeom>
            <a:avLst/>
            <a:gdLst/>
            <a:ahLst/>
            <a:cxnLst/>
            <a:rect l="l" t="t" r="r" b="b"/>
            <a:pathLst>
              <a:path w="3308517" h="1467779">
                <a:moveTo>
                  <a:pt x="0" y="0"/>
                </a:moveTo>
                <a:lnTo>
                  <a:pt x="3308517" y="0"/>
                </a:lnTo>
                <a:lnTo>
                  <a:pt x="3308517" y="1467779"/>
                </a:lnTo>
                <a:lnTo>
                  <a:pt x="0" y="1467779"/>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ar-SA"/>
          </a:p>
        </p:txBody>
      </p:sp>
      <p:sp>
        <p:nvSpPr>
          <p:cNvPr id="10" name="مربع نص 9">
            <a:extLst>
              <a:ext uri="{FF2B5EF4-FFF2-40B4-BE49-F238E27FC236}">
                <a16:creationId xmlns:a16="http://schemas.microsoft.com/office/drawing/2014/main" id="{122AB19D-743B-9AD2-7447-18B0C8F9C41B}"/>
              </a:ext>
            </a:extLst>
          </p:cNvPr>
          <p:cNvSpPr txBox="1"/>
          <p:nvPr/>
        </p:nvSpPr>
        <p:spPr>
          <a:xfrm>
            <a:off x="1949450" y="1546346"/>
            <a:ext cx="3733800" cy="369332"/>
          </a:xfrm>
          <a:prstGeom prst="rect">
            <a:avLst/>
          </a:prstGeom>
          <a:noFill/>
        </p:spPr>
        <p:txBody>
          <a:bodyPr wrap="square" rtlCol="1">
            <a:spAutoFit/>
          </a:bodyPr>
          <a:lstStyle/>
          <a:p>
            <a:pPr algn="ctr" rtl="1"/>
            <a:r>
              <a:rPr lang="ar-SA" b="1" dirty="0">
                <a:solidFill>
                  <a:srgbClr val="C00000"/>
                </a:solidFill>
              </a:rPr>
              <a:t>تقرير تنفيذ برنامج حسب المرحلة</a:t>
            </a:r>
            <a:endParaRPr lang="en-US" dirty="0">
              <a:solidFill>
                <a:srgbClr val="C00000"/>
              </a:solidFill>
            </a:endParaRPr>
          </a:p>
        </p:txBody>
      </p:sp>
      <p:graphicFrame>
        <p:nvGraphicFramePr>
          <p:cNvPr id="8" name="جدول 7">
            <a:extLst>
              <a:ext uri="{FF2B5EF4-FFF2-40B4-BE49-F238E27FC236}">
                <a16:creationId xmlns:a16="http://schemas.microsoft.com/office/drawing/2014/main" id="{16DF6099-F4B9-8286-7B40-C420ADCE0A21}"/>
              </a:ext>
            </a:extLst>
          </p:cNvPr>
          <p:cNvGraphicFramePr>
            <a:graphicFrameLocks noGrp="1"/>
          </p:cNvGraphicFramePr>
          <p:nvPr/>
        </p:nvGraphicFramePr>
        <p:xfrm>
          <a:off x="636155" y="5345545"/>
          <a:ext cx="6529951" cy="2671947"/>
        </p:xfrm>
        <a:graphic>
          <a:graphicData uri="http://schemas.openxmlformats.org/drawingml/2006/table">
            <a:tbl>
              <a:tblPr rtl="1" firstRow="1" firstCol="1" bandRow="1">
                <a:tableStyleId>{5940675A-B579-460E-94D1-54222C63F5DA}</a:tableStyleId>
              </a:tblPr>
              <a:tblGrid>
                <a:gridCol w="1185695">
                  <a:extLst>
                    <a:ext uri="{9D8B030D-6E8A-4147-A177-3AD203B41FA5}">
                      <a16:colId xmlns:a16="http://schemas.microsoft.com/office/drawing/2014/main" val="1717195211"/>
                    </a:ext>
                  </a:extLst>
                </a:gridCol>
                <a:gridCol w="2355138">
                  <a:extLst>
                    <a:ext uri="{9D8B030D-6E8A-4147-A177-3AD203B41FA5}">
                      <a16:colId xmlns:a16="http://schemas.microsoft.com/office/drawing/2014/main" val="2623341202"/>
                    </a:ext>
                  </a:extLst>
                </a:gridCol>
                <a:gridCol w="1630842">
                  <a:extLst>
                    <a:ext uri="{9D8B030D-6E8A-4147-A177-3AD203B41FA5}">
                      <a16:colId xmlns:a16="http://schemas.microsoft.com/office/drawing/2014/main" val="2826749597"/>
                    </a:ext>
                  </a:extLst>
                </a:gridCol>
                <a:gridCol w="1358276">
                  <a:extLst>
                    <a:ext uri="{9D8B030D-6E8A-4147-A177-3AD203B41FA5}">
                      <a16:colId xmlns:a16="http://schemas.microsoft.com/office/drawing/2014/main" val="2552041511"/>
                    </a:ext>
                  </a:extLst>
                </a:gridCol>
              </a:tblGrid>
              <a:tr h="340508">
                <a:tc>
                  <a:txBody>
                    <a:bodyPr/>
                    <a:lstStyle/>
                    <a:p>
                      <a:pPr algn="ctr" rtl="1">
                        <a:lnSpc>
                          <a:spcPct val="107000"/>
                        </a:lnSpc>
                        <a:spcAft>
                          <a:spcPts val="800"/>
                        </a:spcAft>
                        <a:buNone/>
                      </a:pPr>
                      <a:r>
                        <a:rPr lang="ar-SA" sz="1000" b="1" kern="100" dirty="0">
                          <a:effectLst/>
                        </a:rPr>
                        <a:t>متطلبات التنفيذ</a:t>
                      </a:r>
                      <a:endParaRPr lang="en-US" sz="1000" b="1" kern="100" dirty="0">
                        <a:effectLst/>
                        <a:latin typeface="Aptos" panose="020B0004020202020204" pitchFamily="34" charset="0"/>
                        <a:ea typeface="Aptos" panose="020B0004020202020204" pitchFamily="34" charset="0"/>
                        <a:cs typeface="Arial" panose="020B0604020202020204" pitchFamily="34" charset="0"/>
                      </a:endParaRPr>
                    </a:p>
                  </a:txBody>
                  <a:tcPr marL="59648" marR="59648" marT="0" marB="0" anchor="ctr"/>
                </a:tc>
                <a:tc gridSpan="3">
                  <a:txBody>
                    <a:bodyPr/>
                    <a:lstStyle/>
                    <a:p>
                      <a:pPr algn="l" rtl="1">
                        <a:lnSpc>
                          <a:spcPct val="115000"/>
                        </a:lnSpc>
                        <a:spcAft>
                          <a:spcPts val="800"/>
                        </a:spcAft>
                        <a:buNone/>
                      </a:pPr>
                      <a:r>
                        <a:rPr lang="en-US" sz="1000" b="1" kern="100" dirty="0">
                          <a:effectLst/>
                          <a:sym typeface="AGA Arabesque Desktop" panose="05010101010101010101" pitchFamily="2" charset="2"/>
                        </a:rPr>
                        <a:t></a:t>
                      </a:r>
                      <a:r>
                        <a:rPr lang="en-US" sz="1000" b="1" kern="100" dirty="0">
                          <a:effectLst/>
                        </a:rPr>
                        <a:t> </a:t>
                      </a:r>
                      <a:r>
                        <a:rPr lang="ar-SA" sz="1000" b="1" kern="100" dirty="0">
                          <a:effectLst/>
                        </a:rPr>
                        <a:t>تجهيزات تقنية وحاسب ألي        </a:t>
                      </a:r>
                      <a:r>
                        <a:rPr lang="en-US" sz="1000" b="1" kern="100" dirty="0">
                          <a:effectLst/>
                          <a:sym typeface="AGA Arabesque Desktop" panose="05010101010101010101" pitchFamily="2" charset="2"/>
                        </a:rPr>
                        <a:t></a:t>
                      </a:r>
                      <a:r>
                        <a:rPr lang="en-US" sz="1000" b="1" kern="100" dirty="0">
                          <a:effectLst/>
                        </a:rPr>
                        <a:t> </a:t>
                      </a:r>
                      <a:r>
                        <a:rPr lang="ar-SA" sz="1000" b="1" kern="100" dirty="0">
                          <a:effectLst/>
                        </a:rPr>
                        <a:t>قاعة تدريب    </a:t>
                      </a:r>
                      <a:r>
                        <a:rPr lang="en-US" sz="1000" b="1" kern="100" dirty="0">
                          <a:effectLst/>
                          <a:sym typeface="AGA Arabesque Desktop" panose="05010101010101010101" pitchFamily="2" charset="2"/>
                        </a:rPr>
                        <a:t></a:t>
                      </a:r>
                      <a:r>
                        <a:rPr lang="en-US" sz="1000" b="1" kern="100" dirty="0">
                          <a:effectLst/>
                        </a:rPr>
                        <a:t> </a:t>
                      </a:r>
                      <a:r>
                        <a:rPr lang="ar-SA" sz="1000" b="1" kern="100" dirty="0">
                          <a:effectLst/>
                        </a:rPr>
                        <a:t>منصات تدريب الكترونية            </a:t>
                      </a:r>
                      <a:r>
                        <a:rPr lang="en-US" sz="1000" b="1" kern="100" dirty="0">
                          <a:effectLst/>
                          <a:sym typeface="AGA Arabesque Desktop" panose="05010101010101010101" pitchFamily="2" charset="2"/>
                        </a:rPr>
                        <a:t></a:t>
                      </a:r>
                      <a:r>
                        <a:rPr lang="en-US" sz="1000" b="1" kern="100" dirty="0">
                          <a:effectLst/>
                        </a:rPr>
                        <a:t> </a:t>
                      </a:r>
                      <a:r>
                        <a:rPr lang="ar-SA" sz="1000" b="1" kern="100" dirty="0">
                          <a:effectLst/>
                        </a:rPr>
                        <a:t>منصة مدرستي          </a:t>
                      </a:r>
                      <a:endParaRPr lang="en-US" sz="1000" b="1" kern="100" dirty="0">
                        <a:effectLst/>
                      </a:endParaRPr>
                    </a:p>
                    <a:p>
                      <a:pPr algn="r" rtl="1">
                        <a:lnSpc>
                          <a:spcPct val="115000"/>
                        </a:lnSpc>
                        <a:spcAft>
                          <a:spcPts val="800"/>
                        </a:spcAft>
                        <a:buNone/>
                      </a:pPr>
                      <a:r>
                        <a:rPr lang="ar-SA" sz="1000" b="1" kern="100" dirty="0">
                          <a:effectLst/>
                        </a:rPr>
                        <a:t>  </a:t>
                      </a:r>
                      <a:r>
                        <a:rPr lang="en-US" sz="1000" b="1" kern="100" dirty="0">
                          <a:effectLst/>
                          <a:sym typeface="AGA Arabesque Desktop" panose="05010101010101010101" pitchFamily="2" charset="2"/>
                        </a:rPr>
                        <a:t></a:t>
                      </a:r>
                      <a:r>
                        <a:rPr lang="en-US" sz="1000" b="1" kern="100" dirty="0">
                          <a:effectLst/>
                        </a:rPr>
                        <a:t> </a:t>
                      </a:r>
                      <a:r>
                        <a:rPr lang="ar-SA" sz="1000" b="1" kern="100" dirty="0">
                          <a:effectLst/>
                        </a:rPr>
                        <a:t>تطبيقات تواصل       </a:t>
                      </a:r>
                      <a:r>
                        <a:rPr lang="en-US" sz="1000" b="1" kern="100" dirty="0">
                          <a:effectLst/>
                          <a:sym typeface="AGA Arabesque Desktop" panose="05010101010101010101" pitchFamily="2" charset="2"/>
                        </a:rPr>
                        <a:t></a:t>
                      </a:r>
                      <a:r>
                        <a:rPr lang="en-US" sz="1000" b="1" kern="100" dirty="0">
                          <a:effectLst/>
                        </a:rPr>
                        <a:t> </a:t>
                      </a:r>
                      <a:r>
                        <a:rPr lang="ar-SA" sz="1000" b="1" kern="100" dirty="0">
                          <a:effectLst/>
                        </a:rPr>
                        <a:t>إذاعة مدرسية          </a:t>
                      </a:r>
                      <a:r>
                        <a:rPr lang="en-US" sz="1000" b="1" kern="100" dirty="0">
                          <a:effectLst/>
                          <a:sym typeface="AGA Arabesque Desktop" panose="05010101010101010101" pitchFamily="2" charset="2"/>
                        </a:rPr>
                        <a:t></a:t>
                      </a:r>
                      <a:r>
                        <a:rPr lang="en-US" sz="1000" b="1" kern="100" dirty="0">
                          <a:effectLst/>
                        </a:rPr>
                        <a:t> </a:t>
                      </a:r>
                      <a:r>
                        <a:rPr lang="ar-SA" sz="1000" b="1" kern="100" dirty="0">
                          <a:effectLst/>
                        </a:rPr>
                        <a:t>اخري ................     </a:t>
                      </a:r>
                      <a:endParaRPr lang="en-US" sz="1000" b="1" kern="100" dirty="0">
                        <a:effectLst/>
                        <a:latin typeface="Aptos" panose="020B0004020202020204" pitchFamily="34" charset="0"/>
                        <a:ea typeface="Aptos" panose="020B0004020202020204" pitchFamily="34" charset="0"/>
                        <a:cs typeface="Arial" panose="020B0604020202020204" pitchFamily="34" charset="0"/>
                      </a:endParaRPr>
                    </a:p>
                  </a:txBody>
                  <a:tcPr marL="59648" marR="59648" marT="0" marB="0" anchor="ctr"/>
                </a:tc>
                <a:tc hMerge="1">
                  <a:txBody>
                    <a:bodyPr/>
                    <a:lstStyle/>
                    <a:p>
                      <a:pPr rtl="1"/>
                      <a:endParaRPr lang="ar-SA"/>
                    </a:p>
                  </a:txBody>
                  <a:tcPr/>
                </a:tc>
                <a:tc hMerge="1">
                  <a:txBody>
                    <a:bodyPr/>
                    <a:lstStyle/>
                    <a:p>
                      <a:pPr rtl="1"/>
                      <a:endParaRPr lang="ar-SA"/>
                    </a:p>
                  </a:txBody>
                  <a:tcPr/>
                </a:tc>
                <a:extLst>
                  <a:ext uri="{0D108BD9-81ED-4DB2-BD59-A6C34878D82A}">
                    <a16:rowId xmlns:a16="http://schemas.microsoft.com/office/drawing/2014/main" val="1354867014"/>
                  </a:ext>
                </a:extLst>
              </a:tr>
              <a:tr h="240364">
                <a:tc>
                  <a:txBody>
                    <a:bodyPr/>
                    <a:lstStyle/>
                    <a:p>
                      <a:pPr algn="ctr" rtl="1">
                        <a:lnSpc>
                          <a:spcPct val="107000"/>
                        </a:lnSpc>
                        <a:spcAft>
                          <a:spcPts val="800"/>
                        </a:spcAft>
                        <a:buNone/>
                      </a:pPr>
                      <a:r>
                        <a:rPr lang="ar-SA" sz="1000" b="1" kern="100">
                          <a:effectLst/>
                        </a:rPr>
                        <a:t>أسلوب تحديد الاحتياج </a:t>
                      </a:r>
                      <a:endParaRPr lang="en-US" sz="1000" b="1" kern="100">
                        <a:effectLst/>
                        <a:latin typeface="Aptos" panose="020B0004020202020204" pitchFamily="34" charset="0"/>
                        <a:ea typeface="Aptos" panose="020B0004020202020204" pitchFamily="34" charset="0"/>
                        <a:cs typeface="Arial" panose="020B0604020202020204" pitchFamily="34" charset="0"/>
                      </a:endParaRPr>
                    </a:p>
                  </a:txBody>
                  <a:tcPr marL="59648" marR="59648" marT="0" marB="0" anchor="ctr"/>
                </a:tc>
                <a:tc gridSpan="3">
                  <a:txBody>
                    <a:bodyPr/>
                    <a:lstStyle/>
                    <a:p>
                      <a:pPr algn="l" rtl="1">
                        <a:lnSpc>
                          <a:spcPct val="107000"/>
                        </a:lnSpc>
                        <a:spcAft>
                          <a:spcPts val="800"/>
                        </a:spcAft>
                        <a:buNone/>
                      </a:pPr>
                      <a:r>
                        <a:rPr lang="ar-SA" sz="1000" b="1" kern="100">
                          <a:effectLst/>
                        </a:rPr>
                        <a:t> </a:t>
                      </a:r>
                      <a:r>
                        <a:rPr lang="en-US" sz="1000" b="1" kern="100">
                          <a:effectLst/>
                          <a:sym typeface="AGA Arabesque Desktop" panose="05010101010101010101" pitchFamily="2" charset="2"/>
                        </a:rPr>
                        <a:t></a:t>
                      </a:r>
                      <a:r>
                        <a:rPr lang="ar-SA" sz="1000" b="1" kern="100">
                          <a:effectLst/>
                        </a:rPr>
                        <a:t> الملاحظات          </a:t>
                      </a:r>
                      <a:r>
                        <a:rPr lang="en-US" sz="1000" b="1" kern="100">
                          <a:effectLst/>
                          <a:sym typeface="AGA Arabesque Desktop" panose="05010101010101010101" pitchFamily="2" charset="2"/>
                        </a:rPr>
                        <a:t></a:t>
                      </a:r>
                      <a:r>
                        <a:rPr lang="ar-SA" sz="1000" b="1" kern="100">
                          <a:effectLst/>
                        </a:rPr>
                        <a:t> المقابلات والمناقشات             </a:t>
                      </a:r>
                      <a:r>
                        <a:rPr lang="en-US" sz="1000" b="1" kern="100">
                          <a:effectLst/>
                          <a:sym typeface="AGA Arabesque Desktop" panose="05010101010101010101" pitchFamily="2" charset="2"/>
                        </a:rPr>
                        <a:t></a:t>
                      </a:r>
                      <a:r>
                        <a:rPr lang="ar-SA" sz="1000" b="1" kern="100">
                          <a:effectLst/>
                        </a:rPr>
                        <a:t> الاستبانات         </a:t>
                      </a:r>
                      <a:r>
                        <a:rPr lang="en-US" sz="1000" b="1" kern="100">
                          <a:effectLst/>
                          <a:sym typeface="AGA Arabesque Desktop" panose="05010101010101010101" pitchFamily="2" charset="2"/>
                        </a:rPr>
                        <a:t></a:t>
                      </a:r>
                      <a:r>
                        <a:rPr lang="ar-SA" sz="1000" b="1" kern="100">
                          <a:effectLst/>
                        </a:rPr>
                        <a:t>  تحليل نتائج        </a:t>
                      </a:r>
                      <a:r>
                        <a:rPr lang="en-US" sz="1000" b="1" kern="100">
                          <a:effectLst/>
                          <a:sym typeface="AGA Arabesque Desktop" panose="05010101010101010101" pitchFamily="2" charset="2"/>
                        </a:rPr>
                        <a:t></a:t>
                      </a:r>
                      <a:r>
                        <a:rPr lang="en-US" sz="1000" b="1" kern="100">
                          <a:effectLst/>
                        </a:rPr>
                        <a:t> </a:t>
                      </a:r>
                      <a:r>
                        <a:rPr lang="ar-SA" sz="1000" b="1" kern="100">
                          <a:effectLst/>
                        </a:rPr>
                        <a:t>المداولات الإشرافية</a:t>
                      </a:r>
                      <a:endParaRPr lang="en-US" sz="1000" b="1" kern="100">
                        <a:effectLst/>
                        <a:latin typeface="Aptos" panose="020B0004020202020204" pitchFamily="34" charset="0"/>
                        <a:ea typeface="Aptos" panose="020B0004020202020204" pitchFamily="34" charset="0"/>
                        <a:cs typeface="Arial" panose="020B0604020202020204" pitchFamily="34" charset="0"/>
                      </a:endParaRPr>
                    </a:p>
                  </a:txBody>
                  <a:tcPr marL="59648" marR="59648" marT="0" marB="0" anchor="ctr"/>
                </a:tc>
                <a:tc hMerge="1">
                  <a:txBody>
                    <a:bodyPr/>
                    <a:lstStyle/>
                    <a:p>
                      <a:pPr rtl="1"/>
                      <a:endParaRPr lang="ar-SA"/>
                    </a:p>
                  </a:txBody>
                  <a:tcPr/>
                </a:tc>
                <a:tc hMerge="1">
                  <a:txBody>
                    <a:bodyPr/>
                    <a:lstStyle/>
                    <a:p>
                      <a:pPr rtl="1"/>
                      <a:endParaRPr lang="ar-SA"/>
                    </a:p>
                  </a:txBody>
                  <a:tcPr/>
                </a:tc>
                <a:extLst>
                  <a:ext uri="{0D108BD9-81ED-4DB2-BD59-A6C34878D82A}">
                    <a16:rowId xmlns:a16="http://schemas.microsoft.com/office/drawing/2014/main" val="2712104353"/>
                  </a:ext>
                </a:extLst>
              </a:tr>
              <a:tr h="322143">
                <a:tc>
                  <a:txBody>
                    <a:bodyPr/>
                    <a:lstStyle/>
                    <a:p>
                      <a:pPr algn="ctr" rtl="1">
                        <a:lnSpc>
                          <a:spcPct val="107000"/>
                        </a:lnSpc>
                        <a:spcAft>
                          <a:spcPts val="800"/>
                        </a:spcAft>
                        <a:buNone/>
                      </a:pPr>
                      <a:r>
                        <a:rPr lang="ar-SA" sz="1000" b="1" kern="100">
                          <a:effectLst/>
                        </a:rPr>
                        <a:t>محور الأهمية:</a:t>
                      </a:r>
                      <a:endParaRPr lang="en-US" sz="1000" b="1" kern="100">
                        <a:effectLst/>
                        <a:latin typeface="Aptos" panose="020B0004020202020204" pitchFamily="34" charset="0"/>
                        <a:ea typeface="Aptos" panose="020B0004020202020204" pitchFamily="34" charset="0"/>
                        <a:cs typeface="Arial" panose="020B0604020202020204" pitchFamily="34" charset="0"/>
                      </a:endParaRPr>
                    </a:p>
                  </a:txBody>
                  <a:tcPr marL="59648" marR="59648" marT="0" marB="0" anchor="ctr"/>
                </a:tc>
                <a:tc gridSpan="3">
                  <a:txBody>
                    <a:bodyPr/>
                    <a:lstStyle/>
                    <a:p>
                      <a:pPr algn="l" rtl="1">
                        <a:lnSpc>
                          <a:spcPct val="107000"/>
                        </a:lnSpc>
                        <a:spcAft>
                          <a:spcPts val="800"/>
                        </a:spcAft>
                        <a:buNone/>
                      </a:pPr>
                      <a:r>
                        <a:rPr lang="en-US" sz="1000" b="1" kern="100">
                          <a:effectLst/>
                          <a:sym typeface="AGA Arabesque Desktop" panose="05010101010101010101" pitchFamily="2" charset="2"/>
                        </a:rPr>
                        <a:t></a:t>
                      </a:r>
                      <a:r>
                        <a:rPr lang="en-US" sz="1000" b="1" kern="100">
                          <a:effectLst/>
                        </a:rPr>
                        <a:t> </a:t>
                      </a:r>
                      <a:r>
                        <a:rPr lang="ar-SA" sz="1000" b="1" kern="100">
                          <a:effectLst/>
                        </a:rPr>
                        <a:t> رفع كفاءة الأداء وتجويد العمل      </a:t>
                      </a:r>
                      <a:r>
                        <a:rPr lang="en-US" sz="1000" b="1" kern="100">
                          <a:effectLst/>
                          <a:sym typeface="AGA Arabesque Desktop" panose="05010101010101010101" pitchFamily="2" charset="2"/>
                        </a:rPr>
                        <a:t></a:t>
                      </a:r>
                      <a:r>
                        <a:rPr lang="en-US" sz="1000" b="1" kern="100">
                          <a:effectLst/>
                        </a:rPr>
                        <a:t> </a:t>
                      </a:r>
                      <a:r>
                        <a:rPr lang="ar-SA" sz="1000" b="1" kern="100">
                          <a:effectLst/>
                        </a:rPr>
                        <a:t>تحسين نواتج التعلم وتنمية المهارات     </a:t>
                      </a:r>
                      <a:r>
                        <a:rPr lang="en-US" sz="1000" b="1" kern="100">
                          <a:effectLst/>
                          <a:sym typeface="AGA Arabesque Desktop" panose="05010101010101010101" pitchFamily="2" charset="2"/>
                        </a:rPr>
                        <a:t></a:t>
                      </a:r>
                      <a:r>
                        <a:rPr lang="en-US" sz="1000" b="1" kern="100">
                          <a:effectLst/>
                        </a:rPr>
                        <a:t> </a:t>
                      </a:r>
                      <a:r>
                        <a:rPr lang="ar-SA" sz="1000" b="1" kern="100">
                          <a:effectLst/>
                        </a:rPr>
                        <a:t>جودة العملية التعليمية         </a:t>
                      </a:r>
                      <a:endParaRPr lang="en-US" sz="1000" b="1" kern="100">
                        <a:effectLst/>
                      </a:endParaRPr>
                    </a:p>
                    <a:p>
                      <a:pPr algn="r" rtl="1">
                        <a:lnSpc>
                          <a:spcPct val="107000"/>
                        </a:lnSpc>
                        <a:spcAft>
                          <a:spcPts val="800"/>
                        </a:spcAft>
                        <a:buNone/>
                      </a:pPr>
                      <a:r>
                        <a:rPr lang="en-US" sz="1000" b="1" kern="100">
                          <a:effectLst/>
                          <a:sym typeface="AGA Arabesque Desktop" panose="05010101010101010101" pitchFamily="2" charset="2"/>
                        </a:rPr>
                        <a:t></a:t>
                      </a:r>
                      <a:r>
                        <a:rPr lang="en-US" sz="1000" b="1" kern="100">
                          <a:effectLst/>
                        </a:rPr>
                        <a:t> </a:t>
                      </a:r>
                      <a:r>
                        <a:rPr lang="ar-SA" sz="1000" b="1" kern="100">
                          <a:effectLst/>
                        </a:rPr>
                        <a:t>تفعيل الشراكات والاعمال التطوعية      </a:t>
                      </a:r>
                      <a:r>
                        <a:rPr lang="en-US" sz="1000" b="1" kern="100">
                          <a:effectLst/>
                          <a:sym typeface="AGA Arabesque Desktop" panose="05010101010101010101" pitchFamily="2" charset="2"/>
                        </a:rPr>
                        <a:t></a:t>
                      </a:r>
                      <a:r>
                        <a:rPr lang="en-US" sz="1000" b="1" kern="100">
                          <a:effectLst/>
                        </a:rPr>
                        <a:t> </a:t>
                      </a:r>
                      <a:r>
                        <a:rPr lang="ar-SA" sz="1000" b="1" kern="100">
                          <a:effectLst/>
                        </a:rPr>
                        <a:t>غرس القيم وتعزيزها               </a:t>
                      </a:r>
                      <a:r>
                        <a:rPr lang="en-US" sz="1000" b="1" kern="100">
                          <a:effectLst/>
                          <a:sym typeface="AGA Arabesque Desktop" panose="05010101010101010101" pitchFamily="2" charset="2"/>
                        </a:rPr>
                        <a:t></a:t>
                      </a:r>
                      <a:r>
                        <a:rPr lang="en-US" sz="1000" b="1" kern="100">
                          <a:effectLst/>
                        </a:rPr>
                        <a:t>  </a:t>
                      </a:r>
                      <a:r>
                        <a:rPr lang="ar-SA" sz="1000" b="1" kern="100">
                          <a:effectLst/>
                        </a:rPr>
                        <a:t> تحسين البيئة التعليمية         </a:t>
                      </a:r>
                      <a:endParaRPr lang="en-US" sz="1000" b="1" kern="100">
                        <a:effectLst/>
                        <a:latin typeface="Aptos" panose="020B0004020202020204" pitchFamily="34" charset="0"/>
                        <a:ea typeface="Aptos" panose="020B0004020202020204" pitchFamily="34" charset="0"/>
                        <a:cs typeface="Arial" panose="020B0604020202020204" pitchFamily="34" charset="0"/>
                      </a:endParaRPr>
                    </a:p>
                  </a:txBody>
                  <a:tcPr marL="59648" marR="59648" marT="0" marB="0" anchor="ctr"/>
                </a:tc>
                <a:tc hMerge="1">
                  <a:txBody>
                    <a:bodyPr/>
                    <a:lstStyle/>
                    <a:p>
                      <a:pPr rtl="1"/>
                      <a:endParaRPr lang="ar-SA"/>
                    </a:p>
                  </a:txBody>
                  <a:tcPr/>
                </a:tc>
                <a:tc hMerge="1">
                  <a:txBody>
                    <a:bodyPr/>
                    <a:lstStyle/>
                    <a:p>
                      <a:pPr rtl="1"/>
                      <a:endParaRPr lang="ar-SA"/>
                    </a:p>
                  </a:txBody>
                  <a:tcPr/>
                </a:tc>
                <a:extLst>
                  <a:ext uri="{0D108BD9-81ED-4DB2-BD59-A6C34878D82A}">
                    <a16:rowId xmlns:a16="http://schemas.microsoft.com/office/drawing/2014/main" val="2504886045"/>
                  </a:ext>
                </a:extLst>
              </a:tr>
              <a:tr h="160682">
                <a:tc>
                  <a:txBody>
                    <a:bodyPr/>
                    <a:lstStyle/>
                    <a:p>
                      <a:pPr algn="ctr" rtl="1">
                        <a:lnSpc>
                          <a:spcPct val="107000"/>
                        </a:lnSpc>
                        <a:spcAft>
                          <a:spcPts val="800"/>
                        </a:spcAft>
                        <a:buNone/>
                      </a:pPr>
                      <a:r>
                        <a:rPr lang="ar-SA" sz="1000" b="1" kern="100">
                          <a:effectLst/>
                        </a:rPr>
                        <a:t>الهدف العام</a:t>
                      </a:r>
                      <a:endParaRPr lang="en-US" sz="1000" b="1" kern="100">
                        <a:effectLst/>
                        <a:latin typeface="Aptos" panose="020B0004020202020204" pitchFamily="34" charset="0"/>
                        <a:ea typeface="Aptos" panose="020B0004020202020204" pitchFamily="34" charset="0"/>
                        <a:cs typeface="Arial" panose="020B0604020202020204" pitchFamily="34" charset="0"/>
                      </a:endParaRPr>
                    </a:p>
                  </a:txBody>
                  <a:tcPr marL="59648" marR="59648" marT="0" marB="0" anchor="ctr"/>
                </a:tc>
                <a:tc gridSpan="3">
                  <a:txBody>
                    <a:bodyPr/>
                    <a:lstStyle/>
                    <a:p>
                      <a:pPr marL="457200" algn="r" rtl="1">
                        <a:lnSpc>
                          <a:spcPct val="107000"/>
                        </a:lnSpc>
                        <a:spcAft>
                          <a:spcPts val="800"/>
                        </a:spcAft>
                        <a:buNone/>
                      </a:pPr>
                      <a:r>
                        <a:rPr lang="ar-SA" sz="1000" b="1" kern="100">
                          <a:effectLst/>
                        </a:rPr>
                        <a:t> </a:t>
                      </a:r>
                      <a:endParaRPr lang="en-US" sz="1000" b="1" kern="100">
                        <a:effectLst/>
                        <a:latin typeface="Aptos" panose="020B0004020202020204" pitchFamily="34" charset="0"/>
                        <a:ea typeface="Aptos" panose="020B0004020202020204" pitchFamily="34" charset="0"/>
                        <a:cs typeface="Arial" panose="020B0604020202020204" pitchFamily="34" charset="0"/>
                      </a:endParaRPr>
                    </a:p>
                  </a:txBody>
                  <a:tcPr marL="59648" marR="59648" marT="0" marB="0" anchor="ctr"/>
                </a:tc>
                <a:tc hMerge="1">
                  <a:txBody>
                    <a:bodyPr/>
                    <a:lstStyle/>
                    <a:p>
                      <a:pPr rtl="1"/>
                      <a:endParaRPr lang="ar-SA"/>
                    </a:p>
                  </a:txBody>
                  <a:tcPr/>
                </a:tc>
                <a:tc hMerge="1">
                  <a:txBody>
                    <a:bodyPr/>
                    <a:lstStyle/>
                    <a:p>
                      <a:pPr rtl="1"/>
                      <a:endParaRPr lang="ar-SA"/>
                    </a:p>
                  </a:txBody>
                  <a:tcPr/>
                </a:tc>
                <a:extLst>
                  <a:ext uri="{0D108BD9-81ED-4DB2-BD59-A6C34878D82A}">
                    <a16:rowId xmlns:a16="http://schemas.microsoft.com/office/drawing/2014/main" val="1032052290"/>
                  </a:ext>
                </a:extLst>
              </a:tr>
              <a:tr h="160682">
                <a:tc>
                  <a:txBody>
                    <a:bodyPr/>
                    <a:lstStyle/>
                    <a:p>
                      <a:pPr algn="ctr" rtl="1">
                        <a:lnSpc>
                          <a:spcPct val="107000"/>
                        </a:lnSpc>
                        <a:spcAft>
                          <a:spcPts val="800"/>
                        </a:spcAft>
                        <a:buNone/>
                      </a:pPr>
                      <a:r>
                        <a:rPr lang="ar-SA" sz="1000" b="1" kern="100">
                          <a:effectLst/>
                        </a:rPr>
                        <a:t>الهدف التفصيلي</a:t>
                      </a:r>
                      <a:endParaRPr lang="en-US" sz="1000" b="1" kern="100">
                        <a:effectLst/>
                        <a:latin typeface="Aptos" panose="020B0004020202020204" pitchFamily="34" charset="0"/>
                        <a:ea typeface="Aptos" panose="020B0004020202020204" pitchFamily="34" charset="0"/>
                        <a:cs typeface="Arial" panose="020B0604020202020204" pitchFamily="34" charset="0"/>
                      </a:endParaRPr>
                    </a:p>
                  </a:txBody>
                  <a:tcPr marL="59648" marR="59648" marT="0" marB="0" anchor="ctr"/>
                </a:tc>
                <a:tc gridSpan="3">
                  <a:txBody>
                    <a:bodyPr/>
                    <a:lstStyle/>
                    <a:p>
                      <a:pPr marL="457200" algn="r" rtl="1">
                        <a:lnSpc>
                          <a:spcPct val="107000"/>
                        </a:lnSpc>
                        <a:spcAft>
                          <a:spcPts val="800"/>
                        </a:spcAft>
                        <a:buNone/>
                      </a:pPr>
                      <a:r>
                        <a:rPr lang="ar-SA" sz="1000" b="1" kern="100">
                          <a:effectLst/>
                        </a:rPr>
                        <a:t> </a:t>
                      </a:r>
                      <a:endParaRPr lang="en-US" sz="1000" b="1" kern="100">
                        <a:effectLst/>
                        <a:latin typeface="Aptos" panose="020B0004020202020204" pitchFamily="34" charset="0"/>
                        <a:ea typeface="Aptos" panose="020B0004020202020204" pitchFamily="34" charset="0"/>
                        <a:cs typeface="Arial" panose="020B0604020202020204" pitchFamily="34" charset="0"/>
                      </a:endParaRPr>
                    </a:p>
                  </a:txBody>
                  <a:tcPr marL="59648" marR="59648" marT="0" marB="0" anchor="ctr"/>
                </a:tc>
                <a:tc hMerge="1">
                  <a:txBody>
                    <a:bodyPr/>
                    <a:lstStyle/>
                    <a:p>
                      <a:pPr rtl="1"/>
                      <a:endParaRPr lang="ar-SA"/>
                    </a:p>
                  </a:txBody>
                  <a:tcPr/>
                </a:tc>
                <a:tc hMerge="1">
                  <a:txBody>
                    <a:bodyPr/>
                    <a:lstStyle/>
                    <a:p>
                      <a:pPr rtl="1"/>
                      <a:endParaRPr lang="ar-SA"/>
                    </a:p>
                  </a:txBody>
                  <a:tcPr/>
                </a:tc>
                <a:extLst>
                  <a:ext uri="{0D108BD9-81ED-4DB2-BD59-A6C34878D82A}">
                    <a16:rowId xmlns:a16="http://schemas.microsoft.com/office/drawing/2014/main" val="2626156172"/>
                  </a:ext>
                </a:extLst>
              </a:tr>
              <a:tr h="485988">
                <a:tc>
                  <a:txBody>
                    <a:bodyPr/>
                    <a:lstStyle/>
                    <a:p>
                      <a:pPr algn="ctr" rtl="1">
                        <a:lnSpc>
                          <a:spcPct val="107000"/>
                        </a:lnSpc>
                        <a:spcAft>
                          <a:spcPts val="800"/>
                        </a:spcAft>
                        <a:buNone/>
                      </a:pPr>
                      <a:r>
                        <a:rPr lang="ar-SA" sz="1000" b="1" kern="100">
                          <a:effectLst/>
                        </a:rPr>
                        <a:t>إجراءات ومراحل التنفيذ</a:t>
                      </a:r>
                      <a:endParaRPr lang="en-US" sz="1000" b="1" kern="100">
                        <a:effectLst/>
                        <a:latin typeface="Aptos" panose="020B0004020202020204" pitchFamily="34" charset="0"/>
                        <a:ea typeface="Aptos" panose="020B0004020202020204" pitchFamily="34" charset="0"/>
                        <a:cs typeface="Arial" panose="020B0604020202020204" pitchFamily="34" charset="0"/>
                      </a:endParaRPr>
                    </a:p>
                  </a:txBody>
                  <a:tcPr marL="59648" marR="59648" marT="0" marB="0" anchor="ctr"/>
                </a:tc>
                <a:tc>
                  <a:txBody>
                    <a:bodyPr/>
                    <a:lstStyle/>
                    <a:p>
                      <a:pPr marL="342900" lvl="0" indent="-342900" algn="r" rtl="1">
                        <a:lnSpc>
                          <a:spcPct val="107000"/>
                        </a:lnSpc>
                        <a:buFont typeface="Courier New" panose="02070309020205020404" pitchFamily="49" charset="0"/>
                        <a:buChar char="o"/>
                      </a:pPr>
                      <a:r>
                        <a:rPr lang="ar-SA" sz="1000" b="1" kern="100">
                          <a:effectLst/>
                        </a:rPr>
                        <a:t> </a:t>
                      </a:r>
                      <a:endParaRPr lang="en-US" sz="1000" b="1" kern="100">
                        <a:effectLst/>
                      </a:endParaRPr>
                    </a:p>
                    <a:p>
                      <a:pPr marL="342900" lvl="0" indent="-342900" algn="r" rtl="1">
                        <a:lnSpc>
                          <a:spcPct val="107000"/>
                        </a:lnSpc>
                        <a:buFont typeface="Courier New" panose="02070309020205020404" pitchFamily="49" charset="0"/>
                        <a:buChar char="o"/>
                      </a:pPr>
                      <a:r>
                        <a:rPr lang="en-US" sz="1000" b="1" kern="100">
                          <a:effectLst/>
                        </a:rPr>
                        <a:t> </a:t>
                      </a:r>
                      <a:endParaRPr lang="en-US" sz="1000" b="1" kern="100">
                        <a:effectLst/>
                        <a:latin typeface="Aptos" panose="020B0004020202020204" pitchFamily="34" charset="0"/>
                        <a:ea typeface="Aptos" panose="020B0004020202020204" pitchFamily="34" charset="0"/>
                        <a:cs typeface="Arial" panose="020B0604020202020204" pitchFamily="34" charset="0"/>
                      </a:endParaRPr>
                    </a:p>
                  </a:txBody>
                  <a:tcPr marL="59648" marR="59648" marT="0" marB="0" anchor="ctr"/>
                </a:tc>
                <a:tc>
                  <a:txBody>
                    <a:bodyPr/>
                    <a:lstStyle/>
                    <a:p>
                      <a:pPr marL="457200" algn="r" rtl="1">
                        <a:lnSpc>
                          <a:spcPct val="107000"/>
                        </a:lnSpc>
                        <a:buNone/>
                      </a:pPr>
                      <a:r>
                        <a:rPr lang="ar-SA" sz="1000" b="1" kern="100" dirty="0">
                          <a:effectLst/>
                        </a:rPr>
                        <a:t>شواهد التنفيذ</a:t>
                      </a:r>
                      <a:endParaRPr lang="en-US" sz="1000" b="1" kern="100" dirty="0">
                        <a:effectLst/>
                        <a:latin typeface="Aptos" panose="020B0004020202020204" pitchFamily="34" charset="0"/>
                        <a:ea typeface="Aptos" panose="020B0004020202020204" pitchFamily="34" charset="0"/>
                        <a:cs typeface="Arial" panose="020B0604020202020204" pitchFamily="34" charset="0"/>
                      </a:endParaRPr>
                    </a:p>
                  </a:txBody>
                  <a:tcPr marL="59648" marR="59648" marT="0" marB="0" anchor="ctr"/>
                </a:tc>
                <a:tc>
                  <a:txBody>
                    <a:bodyPr/>
                    <a:lstStyle/>
                    <a:p>
                      <a:pPr marL="914400" algn="r" rtl="1">
                        <a:lnSpc>
                          <a:spcPct val="107000"/>
                        </a:lnSpc>
                        <a:spcAft>
                          <a:spcPts val="800"/>
                        </a:spcAft>
                        <a:buNone/>
                      </a:pPr>
                      <a:r>
                        <a:rPr lang="ar-SA" sz="1000" b="1" kern="100">
                          <a:effectLst/>
                        </a:rPr>
                        <a:t> </a:t>
                      </a:r>
                      <a:endParaRPr lang="en-US" sz="1000" b="1" kern="100">
                        <a:effectLst/>
                        <a:latin typeface="Aptos" panose="020B0004020202020204" pitchFamily="34" charset="0"/>
                        <a:ea typeface="Aptos" panose="020B0004020202020204" pitchFamily="34" charset="0"/>
                        <a:cs typeface="Arial" panose="020B0604020202020204" pitchFamily="34" charset="0"/>
                      </a:endParaRPr>
                    </a:p>
                  </a:txBody>
                  <a:tcPr marL="59648" marR="59648" marT="0" marB="0" anchor="ctr"/>
                </a:tc>
                <a:extLst>
                  <a:ext uri="{0D108BD9-81ED-4DB2-BD59-A6C34878D82A}">
                    <a16:rowId xmlns:a16="http://schemas.microsoft.com/office/drawing/2014/main" val="1346551272"/>
                  </a:ext>
                </a:extLst>
              </a:tr>
              <a:tr h="240364">
                <a:tc>
                  <a:txBody>
                    <a:bodyPr/>
                    <a:lstStyle/>
                    <a:p>
                      <a:pPr algn="ctr" rtl="1">
                        <a:lnSpc>
                          <a:spcPct val="107000"/>
                        </a:lnSpc>
                        <a:spcAft>
                          <a:spcPts val="800"/>
                        </a:spcAft>
                        <a:buNone/>
                      </a:pPr>
                      <a:r>
                        <a:rPr lang="ar-SA" sz="1000" b="1" kern="100">
                          <a:effectLst/>
                        </a:rPr>
                        <a:t>مؤشر التحقق</a:t>
                      </a:r>
                      <a:endParaRPr lang="en-US" sz="1000" b="1" kern="100">
                        <a:effectLst/>
                        <a:latin typeface="Aptos" panose="020B0004020202020204" pitchFamily="34" charset="0"/>
                        <a:ea typeface="Aptos" panose="020B0004020202020204" pitchFamily="34" charset="0"/>
                        <a:cs typeface="Arial" panose="020B0604020202020204" pitchFamily="34" charset="0"/>
                      </a:endParaRPr>
                    </a:p>
                  </a:txBody>
                  <a:tcPr marL="59648" marR="59648" marT="0" marB="0" anchor="ctr"/>
                </a:tc>
                <a:tc>
                  <a:txBody>
                    <a:bodyPr/>
                    <a:lstStyle/>
                    <a:p>
                      <a:pPr algn="r" rtl="1">
                        <a:lnSpc>
                          <a:spcPct val="107000"/>
                        </a:lnSpc>
                        <a:spcAft>
                          <a:spcPts val="800"/>
                        </a:spcAft>
                        <a:buNone/>
                      </a:pPr>
                      <a:r>
                        <a:rPr lang="ar-SA" sz="1000" b="1" kern="100">
                          <a:effectLst/>
                        </a:rPr>
                        <a:t>          </a:t>
                      </a:r>
                      <a:endParaRPr lang="en-US" sz="1000" b="1" kern="100">
                        <a:effectLst/>
                        <a:latin typeface="Aptos" panose="020B0004020202020204" pitchFamily="34" charset="0"/>
                        <a:ea typeface="Aptos" panose="020B0004020202020204" pitchFamily="34" charset="0"/>
                        <a:cs typeface="Arial" panose="020B0604020202020204" pitchFamily="34" charset="0"/>
                      </a:endParaRPr>
                    </a:p>
                  </a:txBody>
                  <a:tcPr marL="59648" marR="59648" marT="0" marB="0" anchor="ctr"/>
                </a:tc>
                <a:tc>
                  <a:txBody>
                    <a:bodyPr/>
                    <a:lstStyle/>
                    <a:p>
                      <a:pPr algn="ctr" rtl="1">
                        <a:lnSpc>
                          <a:spcPct val="107000"/>
                        </a:lnSpc>
                        <a:spcAft>
                          <a:spcPts val="800"/>
                        </a:spcAft>
                        <a:buNone/>
                      </a:pPr>
                      <a:r>
                        <a:rPr lang="ar-SA" sz="1000" b="1" kern="100">
                          <a:effectLst/>
                        </a:rPr>
                        <a:t>نسبة التحقق الفعلي</a:t>
                      </a:r>
                      <a:endParaRPr lang="en-US" sz="1000" b="1" kern="100">
                        <a:effectLst/>
                        <a:latin typeface="Aptos" panose="020B0004020202020204" pitchFamily="34" charset="0"/>
                        <a:ea typeface="Aptos" panose="020B0004020202020204" pitchFamily="34" charset="0"/>
                        <a:cs typeface="Arial" panose="020B0604020202020204" pitchFamily="34" charset="0"/>
                      </a:endParaRPr>
                    </a:p>
                  </a:txBody>
                  <a:tcPr marL="59648" marR="59648" marT="0" marB="0" anchor="ctr"/>
                </a:tc>
                <a:tc>
                  <a:txBody>
                    <a:bodyPr/>
                    <a:lstStyle/>
                    <a:p>
                      <a:pPr algn="r" rtl="1">
                        <a:lnSpc>
                          <a:spcPct val="107000"/>
                        </a:lnSpc>
                        <a:spcAft>
                          <a:spcPts val="800"/>
                        </a:spcAft>
                        <a:buNone/>
                      </a:pPr>
                      <a:r>
                        <a:rPr lang="ar-SA" sz="1000" b="1" kern="100">
                          <a:effectLst/>
                        </a:rPr>
                        <a:t> </a:t>
                      </a:r>
                      <a:endParaRPr lang="en-US" sz="1000" b="1" kern="100">
                        <a:effectLst/>
                        <a:latin typeface="Aptos" panose="020B0004020202020204" pitchFamily="34" charset="0"/>
                        <a:ea typeface="Aptos" panose="020B0004020202020204" pitchFamily="34" charset="0"/>
                        <a:cs typeface="Arial" panose="020B0604020202020204" pitchFamily="34" charset="0"/>
                      </a:endParaRPr>
                    </a:p>
                  </a:txBody>
                  <a:tcPr marL="59648" marR="59648" marT="0" marB="0" anchor="ctr"/>
                </a:tc>
                <a:extLst>
                  <a:ext uri="{0D108BD9-81ED-4DB2-BD59-A6C34878D82A}">
                    <a16:rowId xmlns:a16="http://schemas.microsoft.com/office/drawing/2014/main" val="3438134921"/>
                  </a:ext>
                </a:extLst>
              </a:tr>
              <a:tr h="173964">
                <a:tc>
                  <a:txBody>
                    <a:bodyPr/>
                    <a:lstStyle/>
                    <a:p>
                      <a:pPr algn="ctr" rtl="1">
                        <a:lnSpc>
                          <a:spcPct val="107000"/>
                        </a:lnSpc>
                        <a:spcAft>
                          <a:spcPts val="800"/>
                        </a:spcAft>
                        <a:buNone/>
                      </a:pPr>
                      <a:r>
                        <a:rPr lang="ar-SA" sz="1000" b="1" kern="100">
                          <a:effectLst/>
                        </a:rPr>
                        <a:t>قياس الأثر </a:t>
                      </a:r>
                      <a:endParaRPr lang="en-US" sz="1000" b="1" kern="100">
                        <a:effectLst/>
                        <a:latin typeface="Aptos" panose="020B0004020202020204" pitchFamily="34" charset="0"/>
                        <a:ea typeface="Aptos" panose="020B0004020202020204" pitchFamily="34" charset="0"/>
                        <a:cs typeface="Arial" panose="020B0604020202020204" pitchFamily="34" charset="0"/>
                      </a:endParaRPr>
                    </a:p>
                  </a:txBody>
                  <a:tcPr marL="59648" marR="59648" marT="0" marB="0" anchor="ctr"/>
                </a:tc>
                <a:tc gridSpan="3">
                  <a:txBody>
                    <a:bodyPr/>
                    <a:lstStyle/>
                    <a:p>
                      <a:pPr algn="r" rtl="1">
                        <a:lnSpc>
                          <a:spcPct val="107000"/>
                        </a:lnSpc>
                        <a:spcAft>
                          <a:spcPts val="800"/>
                        </a:spcAft>
                        <a:buNone/>
                      </a:pPr>
                      <a:r>
                        <a:rPr lang="ar-SA" sz="1000" b="1" kern="100">
                          <a:effectLst/>
                        </a:rPr>
                        <a:t> </a:t>
                      </a:r>
                      <a:endParaRPr lang="en-US" sz="1000" b="1" kern="100">
                        <a:effectLst/>
                        <a:latin typeface="Aptos" panose="020B0004020202020204" pitchFamily="34" charset="0"/>
                        <a:ea typeface="Aptos" panose="020B0004020202020204" pitchFamily="34" charset="0"/>
                        <a:cs typeface="Arial" panose="020B0604020202020204" pitchFamily="34" charset="0"/>
                      </a:endParaRPr>
                    </a:p>
                  </a:txBody>
                  <a:tcPr marL="59648" marR="59648" marT="0" marB="0" anchor="ctr"/>
                </a:tc>
                <a:tc hMerge="1">
                  <a:txBody>
                    <a:bodyPr/>
                    <a:lstStyle/>
                    <a:p>
                      <a:pPr rtl="1"/>
                      <a:endParaRPr lang="ar-SA"/>
                    </a:p>
                  </a:txBody>
                  <a:tcPr/>
                </a:tc>
                <a:tc hMerge="1">
                  <a:txBody>
                    <a:bodyPr/>
                    <a:lstStyle/>
                    <a:p>
                      <a:pPr rtl="1"/>
                      <a:endParaRPr lang="ar-SA"/>
                    </a:p>
                  </a:txBody>
                  <a:tcPr/>
                </a:tc>
                <a:extLst>
                  <a:ext uri="{0D108BD9-81ED-4DB2-BD59-A6C34878D82A}">
                    <a16:rowId xmlns:a16="http://schemas.microsoft.com/office/drawing/2014/main" val="2810816257"/>
                  </a:ext>
                </a:extLst>
              </a:tr>
              <a:tr h="173964">
                <a:tc>
                  <a:txBody>
                    <a:bodyPr/>
                    <a:lstStyle/>
                    <a:p>
                      <a:pPr algn="ctr" rtl="1">
                        <a:lnSpc>
                          <a:spcPct val="107000"/>
                        </a:lnSpc>
                        <a:spcAft>
                          <a:spcPts val="800"/>
                        </a:spcAft>
                        <a:buNone/>
                      </a:pPr>
                      <a:r>
                        <a:rPr lang="ar-SA" sz="1000" b="1" kern="100">
                          <a:effectLst/>
                        </a:rPr>
                        <a:t>أدوات القياس</a:t>
                      </a:r>
                      <a:endParaRPr lang="en-US" sz="1000" b="1" kern="100">
                        <a:effectLst/>
                        <a:latin typeface="Aptos" panose="020B0004020202020204" pitchFamily="34" charset="0"/>
                        <a:ea typeface="Aptos" panose="020B0004020202020204" pitchFamily="34" charset="0"/>
                        <a:cs typeface="Arial" panose="020B0604020202020204" pitchFamily="34" charset="0"/>
                      </a:endParaRPr>
                    </a:p>
                  </a:txBody>
                  <a:tcPr marL="59648" marR="59648" marT="0" marB="0" anchor="ctr"/>
                </a:tc>
                <a:tc gridSpan="3">
                  <a:txBody>
                    <a:bodyPr/>
                    <a:lstStyle/>
                    <a:p>
                      <a:pPr algn="r" rtl="1">
                        <a:lnSpc>
                          <a:spcPct val="107000"/>
                        </a:lnSpc>
                        <a:spcAft>
                          <a:spcPts val="800"/>
                        </a:spcAft>
                        <a:buNone/>
                      </a:pPr>
                      <a:r>
                        <a:rPr lang="ar-SA" sz="1000" b="1" kern="100">
                          <a:effectLst/>
                        </a:rPr>
                        <a:t> </a:t>
                      </a:r>
                      <a:endParaRPr lang="en-US" sz="1000" b="1" kern="100">
                        <a:effectLst/>
                        <a:latin typeface="Aptos" panose="020B0004020202020204" pitchFamily="34" charset="0"/>
                        <a:ea typeface="Aptos" panose="020B0004020202020204" pitchFamily="34" charset="0"/>
                        <a:cs typeface="Arial" panose="020B0604020202020204" pitchFamily="34" charset="0"/>
                      </a:endParaRPr>
                    </a:p>
                  </a:txBody>
                  <a:tcPr marL="59648" marR="59648" marT="0" marB="0" anchor="ctr"/>
                </a:tc>
                <a:tc hMerge="1">
                  <a:txBody>
                    <a:bodyPr/>
                    <a:lstStyle/>
                    <a:p>
                      <a:pPr rtl="1"/>
                      <a:endParaRPr lang="ar-SA"/>
                    </a:p>
                  </a:txBody>
                  <a:tcPr/>
                </a:tc>
                <a:tc hMerge="1">
                  <a:txBody>
                    <a:bodyPr/>
                    <a:lstStyle/>
                    <a:p>
                      <a:pPr rtl="1"/>
                      <a:endParaRPr lang="ar-SA"/>
                    </a:p>
                  </a:txBody>
                  <a:tcPr/>
                </a:tc>
                <a:extLst>
                  <a:ext uri="{0D108BD9-81ED-4DB2-BD59-A6C34878D82A}">
                    <a16:rowId xmlns:a16="http://schemas.microsoft.com/office/drawing/2014/main" val="1030913362"/>
                  </a:ext>
                </a:extLst>
              </a:tr>
              <a:tr h="133466">
                <a:tc>
                  <a:txBody>
                    <a:bodyPr/>
                    <a:lstStyle/>
                    <a:p>
                      <a:pPr algn="ctr" rtl="1">
                        <a:lnSpc>
                          <a:spcPct val="107000"/>
                        </a:lnSpc>
                        <a:spcAft>
                          <a:spcPts val="800"/>
                        </a:spcAft>
                        <a:buNone/>
                      </a:pPr>
                      <a:r>
                        <a:rPr lang="ar-SA" sz="1000" b="1" kern="100">
                          <a:effectLst/>
                        </a:rPr>
                        <a:t>التوصيات</a:t>
                      </a:r>
                      <a:endParaRPr lang="en-US" sz="1000" b="1" kern="100">
                        <a:effectLst/>
                        <a:latin typeface="Aptos" panose="020B0004020202020204" pitchFamily="34" charset="0"/>
                        <a:ea typeface="Aptos" panose="020B0004020202020204" pitchFamily="34" charset="0"/>
                        <a:cs typeface="Arial" panose="020B0604020202020204" pitchFamily="34" charset="0"/>
                      </a:endParaRPr>
                    </a:p>
                  </a:txBody>
                  <a:tcPr marL="59648" marR="59648" marT="0" marB="0" anchor="ctr"/>
                </a:tc>
                <a:tc gridSpan="3">
                  <a:txBody>
                    <a:bodyPr/>
                    <a:lstStyle/>
                    <a:p>
                      <a:pPr algn="l" rtl="1">
                        <a:buNone/>
                      </a:pPr>
                      <a:r>
                        <a:rPr lang="ar-SA" sz="1000" b="1" kern="100" dirty="0">
                          <a:effectLst/>
                        </a:rPr>
                        <a:t> </a:t>
                      </a:r>
                      <a:endParaRPr lang="en-US" sz="1000" b="1" kern="100" dirty="0">
                        <a:effectLst/>
                        <a:latin typeface="Aptos" panose="020B0004020202020204" pitchFamily="34" charset="0"/>
                        <a:ea typeface="Times New Roman" panose="02020603050405020304" pitchFamily="18" charset="0"/>
                      </a:endParaRPr>
                    </a:p>
                  </a:txBody>
                  <a:tcPr marL="59648" marR="59648" marT="0" marB="0" anchor="ctr"/>
                </a:tc>
                <a:tc hMerge="1">
                  <a:txBody>
                    <a:bodyPr/>
                    <a:lstStyle/>
                    <a:p>
                      <a:pPr rtl="1"/>
                      <a:endParaRPr lang="ar-SA"/>
                    </a:p>
                  </a:txBody>
                  <a:tcPr/>
                </a:tc>
                <a:tc hMerge="1">
                  <a:txBody>
                    <a:bodyPr/>
                    <a:lstStyle/>
                    <a:p>
                      <a:pPr rtl="1"/>
                      <a:endParaRPr lang="ar-SA"/>
                    </a:p>
                  </a:txBody>
                  <a:tcPr/>
                </a:tc>
                <a:extLst>
                  <a:ext uri="{0D108BD9-81ED-4DB2-BD59-A6C34878D82A}">
                    <a16:rowId xmlns:a16="http://schemas.microsoft.com/office/drawing/2014/main" val="689509657"/>
                  </a:ext>
                </a:extLst>
              </a:tr>
            </a:tbl>
          </a:graphicData>
        </a:graphic>
      </p:graphicFrame>
      <p:graphicFrame>
        <p:nvGraphicFramePr>
          <p:cNvPr id="11" name="جدول 10">
            <a:extLst>
              <a:ext uri="{FF2B5EF4-FFF2-40B4-BE49-F238E27FC236}">
                <a16:creationId xmlns:a16="http://schemas.microsoft.com/office/drawing/2014/main" id="{26A5C6B8-0303-DCAF-C822-278157787E13}"/>
              </a:ext>
            </a:extLst>
          </p:cNvPr>
          <p:cNvGraphicFramePr>
            <a:graphicFrameLocks noGrp="1"/>
          </p:cNvGraphicFramePr>
          <p:nvPr/>
        </p:nvGraphicFramePr>
        <p:xfrm>
          <a:off x="636733" y="2601541"/>
          <a:ext cx="6529950" cy="2523236"/>
        </p:xfrm>
        <a:graphic>
          <a:graphicData uri="http://schemas.openxmlformats.org/drawingml/2006/table">
            <a:tbl>
              <a:tblPr rtl="1" firstRow="1" firstCol="1" bandRow="1">
                <a:tableStyleId>{5940675A-B579-460E-94D1-54222C63F5DA}</a:tableStyleId>
              </a:tblPr>
              <a:tblGrid>
                <a:gridCol w="1780734">
                  <a:extLst>
                    <a:ext uri="{9D8B030D-6E8A-4147-A177-3AD203B41FA5}">
                      <a16:colId xmlns:a16="http://schemas.microsoft.com/office/drawing/2014/main" val="3498046283"/>
                    </a:ext>
                  </a:extLst>
                </a:gridCol>
                <a:gridCol w="761737">
                  <a:extLst>
                    <a:ext uri="{9D8B030D-6E8A-4147-A177-3AD203B41FA5}">
                      <a16:colId xmlns:a16="http://schemas.microsoft.com/office/drawing/2014/main" val="1934165427"/>
                    </a:ext>
                  </a:extLst>
                </a:gridCol>
                <a:gridCol w="1136124">
                  <a:extLst>
                    <a:ext uri="{9D8B030D-6E8A-4147-A177-3AD203B41FA5}">
                      <a16:colId xmlns:a16="http://schemas.microsoft.com/office/drawing/2014/main" val="3621288403"/>
                    </a:ext>
                  </a:extLst>
                </a:gridCol>
                <a:gridCol w="117127">
                  <a:extLst>
                    <a:ext uri="{9D8B030D-6E8A-4147-A177-3AD203B41FA5}">
                      <a16:colId xmlns:a16="http://schemas.microsoft.com/office/drawing/2014/main" val="4049516123"/>
                    </a:ext>
                  </a:extLst>
                </a:gridCol>
                <a:gridCol w="1249987">
                  <a:extLst>
                    <a:ext uri="{9D8B030D-6E8A-4147-A177-3AD203B41FA5}">
                      <a16:colId xmlns:a16="http://schemas.microsoft.com/office/drawing/2014/main" val="3560719041"/>
                    </a:ext>
                  </a:extLst>
                </a:gridCol>
                <a:gridCol w="117127">
                  <a:extLst>
                    <a:ext uri="{9D8B030D-6E8A-4147-A177-3AD203B41FA5}">
                      <a16:colId xmlns:a16="http://schemas.microsoft.com/office/drawing/2014/main" val="1079201364"/>
                    </a:ext>
                  </a:extLst>
                </a:gridCol>
                <a:gridCol w="1367114">
                  <a:extLst>
                    <a:ext uri="{9D8B030D-6E8A-4147-A177-3AD203B41FA5}">
                      <a16:colId xmlns:a16="http://schemas.microsoft.com/office/drawing/2014/main" val="714659121"/>
                    </a:ext>
                  </a:extLst>
                </a:gridCol>
              </a:tblGrid>
              <a:tr h="119279">
                <a:tc>
                  <a:txBody>
                    <a:bodyPr/>
                    <a:lstStyle/>
                    <a:p>
                      <a:pPr algn="ctr" rtl="1">
                        <a:lnSpc>
                          <a:spcPct val="107000"/>
                        </a:lnSpc>
                        <a:spcAft>
                          <a:spcPts val="800"/>
                        </a:spcAft>
                        <a:buNone/>
                      </a:pPr>
                      <a:r>
                        <a:rPr lang="ar-SA" sz="1000" b="1" kern="100" dirty="0">
                          <a:effectLst/>
                          <a:cs typeface="+mn-cs"/>
                        </a:rPr>
                        <a:t>عنوان البرنامج</a:t>
                      </a:r>
                      <a:endParaRPr lang="en-US" sz="1000" b="1" kern="100" dirty="0">
                        <a:effectLst/>
                        <a:latin typeface="Aptos" panose="020B0004020202020204" pitchFamily="34" charset="0"/>
                        <a:ea typeface="Aptos" panose="020B0004020202020204" pitchFamily="34" charset="0"/>
                        <a:cs typeface="+mn-cs"/>
                      </a:endParaRPr>
                    </a:p>
                  </a:txBody>
                  <a:tcPr marL="63445" marR="63445" marT="0" marB="0" anchor="ctr"/>
                </a:tc>
                <a:tc gridSpan="6">
                  <a:txBody>
                    <a:bodyPr/>
                    <a:lstStyle/>
                    <a:p>
                      <a:pPr algn="r" rtl="1">
                        <a:lnSpc>
                          <a:spcPct val="107000"/>
                        </a:lnSpc>
                        <a:spcAft>
                          <a:spcPts val="800"/>
                        </a:spcAft>
                        <a:buNone/>
                      </a:pPr>
                      <a:r>
                        <a:rPr lang="ar-SA" sz="1000" b="1" kern="100">
                          <a:effectLst/>
                          <a:cs typeface="+mn-cs"/>
                        </a:rPr>
                        <a:t>                                  </a:t>
                      </a:r>
                      <a:endParaRPr lang="en-US" sz="1000" b="1" kern="100">
                        <a:effectLst/>
                        <a:latin typeface="Aptos" panose="020B0004020202020204" pitchFamily="34" charset="0"/>
                        <a:ea typeface="Aptos" panose="020B0004020202020204" pitchFamily="34" charset="0"/>
                        <a:cs typeface="+mn-cs"/>
                      </a:endParaRPr>
                    </a:p>
                  </a:txBody>
                  <a:tcPr marL="63445" marR="63445" marT="0" marB="0" anchor="ctr"/>
                </a:tc>
                <a:tc hMerge="1">
                  <a:txBody>
                    <a:bodyPr/>
                    <a:lstStyle/>
                    <a:p>
                      <a:pPr rtl="1"/>
                      <a:endParaRPr lang="ar-SA"/>
                    </a:p>
                  </a:txBody>
                  <a:tcPr/>
                </a:tc>
                <a:tc hMerge="1">
                  <a:txBody>
                    <a:bodyPr/>
                    <a:lstStyle/>
                    <a:p>
                      <a:pPr rtl="1"/>
                      <a:endParaRPr lang="ar-SA"/>
                    </a:p>
                  </a:txBody>
                  <a:tcPr/>
                </a:tc>
                <a:tc hMerge="1">
                  <a:txBody>
                    <a:bodyPr/>
                    <a:lstStyle/>
                    <a:p>
                      <a:pPr rtl="1"/>
                      <a:endParaRPr lang="ar-SA"/>
                    </a:p>
                  </a:txBody>
                  <a:tcPr/>
                </a:tc>
                <a:tc hMerge="1">
                  <a:txBody>
                    <a:bodyPr/>
                    <a:lstStyle/>
                    <a:p>
                      <a:pPr rtl="1"/>
                      <a:endParaRPr lang="ar-SA"/>
                    </a:p>
                  </a:txBody>
                  <a:tcPr/>
                </a:tc>
                <a:tc hMerge="1">
                  <a:txBody>
                    <a:bodyPr/>
                    <a:lstStyle/>
                    <a:p>
                      <a:pPr rtl="1"/>
                      <a:endParaRPr lang="ar-SA"/>
                    </a:p>
                  </a:txBody>
                  <a:tcPr/>
                </a:tc>
                <a:extLst>
                  <a:ext uri="{0D108BD9-81ED-4DB2-BD59-A6C34878D82A}">
                    <a16:rowId xmlns:a16="http://schemas.microsoft.com/office/drawing/2014/main" val="4146174459"/>
                  </a:ext>
                </a:extLst>
              </a:tr>
              <a:tr h="119279">
                <a:tc>
                  <a:txBody>
                    <a:bodyPr/>
                    <a:lstStyle/>
                    <a:p>
                      <a:pPr algn="ctr" rtl="1">
                        <a:lnSpc>
                          <a:spcPct val="107000"/>
                        </a:lnSpc>
                        <a:spcAft>
                          <a:spcPts val="800"/>
                        </a:spcAft>
                        <a:buNone/>
                      </a:pPr>
                      <a:r>
                        <a:rPr lang="ar-SA" sz="1000" b="1" kern="100" dirty="0">
                          <a:effectLst/>
                          <a:cs typeface="+mn-cs"/>
                        </a:rPr>
                        <a:t> </a:t>
                      </a:r>
                      <a:endParaRPr lang="en-US" sz="1000" b="1" kern="100" dirty="0">
                        <a:effectLst/>
                        <a:latin typeface="Aptos" panose="020B0004020202020204" pitchFamily="34" charset="0"/>
                        <a:ea typeface="Aptos" panose="020B0004020202020204" pitchFamily="34" charset="0"/>
                        <a:cs typeface="+mn-cs"/>
                      </a:endParaRPr>
                    </a:p>
                  </a:txBody>
                  <a:tcPr marL="63445" marR="63445" marT="0" marB="0" anchor="ctr"/>
                </a:tc>
                <a:tc gridSpan="6">
                  <a:txBody>
                    <a:bodyPr/>
                    <a:lstStyle/>
                    <a:p>
                      <a:pPr algn="r" rtl="1">
                        <a:lnSpc>
                          <a:spcPct val="107000"/>
                        </a:lnSpc>
                        <a:spcAft>
                          <a:spcPts val="800"/>
                        </a:spcAft>
                        <a:buNone/>
                      </a:pPr>
                      <a:r>
                        <a:rPr lang="ar-SA" sz="1000" b="1" kern="100" dirty="0">
                          <a:effectLst/>
                          <a:cs typeface="+mn-cs"/>
                        </a:rPr>
                        <a:t> </a:t>
                      </a:r>
                      <a:endParaRPr lang="en-US" sz="1000" b="1" kern="100" dirty="0">
                        <a:effectLst/>
                        <a:latin typeface="Aptos" panose="020B0004020202020204" pitchFamily="34" charset="0"/>
                        <a:ea typeface="Aptos" panose="020B0004020202020204" pitchFamily="34" charset="0"/>
                        <a:cs typeface="+mn-cs"/>
                      </a:endParaRPr>
                    </a:p>
                  </a:txBody>
                  <a:tcPr marL="63445" marR="63445" marT="0" marB="0" anchor="ctr"/>
                </a:tc>
                <a:tc hMerge="1">
                  <a:txBody>
                    <a:bodyPr/>
                    <a:lstStyle/>
                    <a:p>
                      <a:pPr rtl="1"/>
                      <a:endParaRPr lang="ar-SA"/>
                    </a:p>
                  </a:txBody>
                  <a:tcPr/>
                </a:tc>
                <a:tc hMerge="1">
                  <a:txBody>
                    <a:bodyPr/>
                    <a:lstStyle/>
                    <a:p>
                      <a:pPr rtl="1"/>
                      <a:endParaRPr lang="ar-SA"/>
                    </a:p>
                  </a:txBody>
                  <a:tcPr/>
                </a:tc>
                <a:tc hMerge="1">
                  <a:txBody>
                    <a:bodyPr/>
                    <a:lstStyle/>
                    <a:p>
                      <a:pPr rtl="1"/>
                      <a:endParaRPr lang="ar-SA"/>
                    </a:p>
                  </a:txBody>
                  <a:tcPr/>
                </a:tc>
                <a:tc hMerge="1">
                  <a:txBody>
                    <a:bodyPr/>
                    <a:lstStyle/>
                    <a:p>
                      <a:pPr rtl="1"/>
                      <a:endParaRPr lang="ar-SA"/>
                    </a:p>
                  </a:txBody>
                  <a:tcPr/>
                </a:tc>
                <a:tc hMerge="1">
                  <a:txBody>
                    <a:bodyPr/>
                    <a:lstStyle/>
                    <a:p>
                      <a:pPr rtl="1"/>
                      <a:endParaRPr lang="ar-SA"/>
                    </a:p>
                  </a:txBody>
                  <a:tcPr/>
                </a:tc>
                <a:extLst>
                  <a:ext uri="{0D108BD9-81ED-4DB2-BD59-A6C34878D82A}">
                    <a16:rowId xmlns:a16="http://schemas.microsoft.com/office/drawing/2014/main" val="3271002502"/>
                  </a:ext>
                </a:extLst>
              </a:tr>
              <a:tr h="109737">
                <a:tc>
                  <a:txBody>
                    <a:bodyPr/>
                    <a:lstStyle/>
                    <a:p>
                      <a:pPr algn="ctr" rtl="1">
                        <a:lnSpc>
                          <a:spcPct val="107000"/>
                        </a:lnSpc>
                        <a:spcAft>
                          <a:spcPts val="800"/>
                        </a:spcAft>
                        <a:buNone/>
                      </a:pPr>
                      <a:r>
                        <a:rPr lang="ar-SA" sz="1000" b="1" kern="100">
                          <a:effectLst/>
                          <a:cs typeface="+mn-cs"/>
                        </a:rPr>
                        <a:t>يوم التنفيذ</a:t>
                      </a:r>
                      <a:endParaRPr lang="en-US" sz="1000" b="1" kern="100">
                        <a:effectLst/>
                        <a:latin typeface="Aptos" panose="020B0004020202020204" pitchFamily="34" charset="0"/>
                        <a:ea typeface="Aptos" panose="020B0004020202020204" pitchFamily="34" charset="0"/>
                        <a:cs typeface="+mn-cs"/>
                      </a:endParaRPr>
                    </a:p>
                  </a:txBody>
                  <a:tcPr marL="63445" marR="63445" marT="0" marB="0" anchor="ctr"/>
                </a:tc>
                <a:tc gridSpan="3">
                  <a:txBody>
                    <a:bodyPr/>
                    <a:lstStyle/>
                    <a:p>
                      <a:pPr algn="ctr" rtl="1">
                        <a:lnSpc>
                          <a:spcPct val="107000"/>
                        </a:lnSpc>
                        <a:spcAft>
                          <a:spcPts val="800"/>
                        </a:spcAft>
                        <a:buNone/>
                      </a:pPr>
                      <a:r>
                        <a:rPr lang="ar-SA" sz="1000" b="1" kern="100">
                          <a:effectLst/>
                          <a:cs typeface="+mn-cs"/>
                        </a:rPr>
                        <a:t> </a:t>
                      </a:r>
                      <a:endParaRPr lang="en-US" sz="1000" b="1" kern="100">
                        <a:effectLst/>
                        <a:latin typeface="Aptos" panose="020B0004020202020204" pitchFamily="34" charset="0"/>
                        <a:ea typeface="Aptos" panose="020B0004020202020204" pitchFamily="34" charset="0"/>
                        <a:cs typeface="+mn-cs"/>
                      </a:endParaRPr>
                    </a:p>
                  </a:txBody>
                  <a:tcPr marL="63445" marR="63445" marT="0" marB="0" anchor="ctr"/>
                </a:tc>
                <a:tc hMerge="1">
                  <a:txBody>
                    <a:bodyPr/>
                    <a:lstStyle/>
                    <a:p>
                      <a:pPr rtl="1"/>
                      <a:endParaRPr lang="ar-SA"/>
                    </a:p>
                  </a:txBody>
                  <a:tcPr/>
                </a:tc>
                <a:tc hMerge="1">
                  <a:txBody>
                    <a:bodyPr/>
                    <a:lstStyle/>
                    <a:p>
                      <a:pPr rtl="1"/>
                      <a:endParaRPr lang="ar-SA"/>
                    </a:p>
                  </a:txBody>
                  <a:tcPr/>
                </a:tc>
                <a:tc gridSpan="2">
                  <a:txBody>
                    <a:bodyPr/>
                    <a:lstStyle/>
                    <a:p>
                      <a:pPr algn="ctr" rtl="1">
                        <a:lnSpc>
                          <a:spcPct val="107000"/>
                        </a:lnSpc>
                        <a:spcAft>
                          <a:spcPts val="800"/>
                        </a:spcAft>
                        <a:buNone/>
                      </a:pPr>
                      <a:r>
                        <a:rPr lang="ar-SA" sz="1000" b="1" kern="100">
                          <a:effectLst/>
                          <a:cs typeface="+mn-cs"/>
                        </a:rPr>
                        <a:t>التاريخ </a:t>
                      </a:r>
                      <a:endParaRPr lang="en-US" sz="1000" b="1" kern="100">
                        <a:effectLst/>
                        <a:latin typeface="Aptos" panose="020B0004020202020204" pitchFamily="34" charset="0"/>
                        <a:ea typeface="Aptos" panose="020B0004020202020204" pitchFamily="34" charset="0"/>
                        <a:cs typeface="+mn-cs"/>
                      </a:endParaRPr>
                    </a:p>
                  </a:txBody>
                  <a:tcPr marL="63445" marR="63445" marT="0" marB="0" anchor="ctr"/>
                </a:tc>
                <a:tc hMerge="1">
                  <a:txBody>
                    <a:bodyPr/>
                    <a:lstStyle/>
                    <a:p>
                      <a:pPr rtl="1"/>
                      <a:endParaRPr lang="ar-SA"/>
                    </a:p>
                  </a:txBody>
                  <a:tcPr/>
                </a:tc>
                <a:tc>
                  <a:txBody>
                    <a:bodyPr/>
                    <a:lstStyle/>
                    <a:p>
                      <a:pPr algn="r" rtl="1">
                        <a:lnSpc>
                          <a:spcPct val="107000"/>
                        </a:lnSpc>
                        <a:spcAft>
                          <a:spcPts val="800"/>
                        </a:spcAft>
                        <a:buNone/>
                      </a:pPr>
                      <a:r>
                        <a:rPr lang="ar-SA" sz="1000" b="1" kern="100" dirty="0">
                          <a:effectLst/>
                          <a:cs typeface="+mn-cs"/>
                        </a:rPr>
                        <a:t> </a:t>
                      </a:r>
                      <a:endParaRPr lang="en-US" sz="1000" b="1" kern="100" dirty="0">
                        <a:effectLst/>
                        <a:latin typeface="Aptos" panose="020B0004020202020204" pitchFamily="34" charset="0"/>
                        <a:ea typeface="Aptos" panose="020B0004020202020204" pitchFamily="34" charset="0"/>
                        <a:cs typeface="+mn-cs"/>
                      </a:endParaRPr>
                    </a:p>
                  </a:txBody>
                  <a:tcPr marL="63445" marR="63445" marT="0" marB="0" anchor="ctr"/>
                </a:tc>
                <a:extLst>
                  <a:ext uri="{0D108BD9-81ED-4DB2-BD59-A6C34878D82A}">
                    <a16:rowId xmlns:a16="http://schemas.microsoft.com/office/drawing/2014/main" val="2073519376"/>
                  </a:ext>
                </a:extLst>
              </a:tr>
              <a:tr h="119279">
                <a:tc>
                  <a:txBody>
                    <a:bodyPr/>
                    <a:lstStyle/>
                    <a:p>
                      <a:pPr algn="ctr" rtl="1">
                        <a:lnSpc>
                          <a:spcPct val="107000"/>
                        </a:lnSpc>
                        <a:spcAft>
                          <a:spcPts val="800"/>
                        </a:spcAft>
                        <a:buNone/>
                      </a:pPr>
                      <a:r>
                        <a:rPr lang="ar-SA" sz="1000" b="1" kern="100">
                          <a:effectLst/>
                          <a:cs typeface="+mn-cs"/>
                        </a:rPr>
                        <a:t>مقر التنفيذ</a:t>
                      </a:r>
                      <a:endParaRPr lang="en-US" sz="1000" b="1" kern="100">
                        <a:effectLst/>
                        <a:latin typeface="Aptos" panose="020B0004020202020204" pitchFamily="34" charset="0"/>
                        <a:ea typeface="Aptos" panose="020B0004020202020204" pitchFamily="34" charset="0"/>
                        <a:cs typeface="+mn-cs"/>
                      </a:endParaRPr>
                    </a:p>
                  </a:txBody>
                  <a:tcPr marL="63445" marR="63445" marT="0" marB="0" anchor="ctr"/>
                </a:tc>
                <a:tc gridSpan="3">
                  <a:txBody>
                    <a:bodyPr/>
                    <a:lstStyle/>
                    <a:p>
                      <a:pPr algn="ctr" rtl="1">
                        <a:lnSpc>
                          <a:spcPct val="107000"/>
                        </a:lnSpc>
                        <a:spcAft>
                          <a:spcPts val="800"/>
                        </a:spcAft>
                        <a:buNone/>
                      </a:pPr>
                      <a:r>
                        <a:rPr lang="ar-SA" sz="1000" b="1" kern="100">
                          <a:effectLst/>
                          <a:cs typeface="+mn-cs"/>
                        </a:rPr>
                        <a:t> </a:t>
                      </a:r>
                      <a:endParaRPr lang="en-US" sz="1000" b="1" kern="100">
                        <a:effectLst/>
                        <a:latin typeface="Aptos" panose="020B0004020202020204" pitchFamily="34" charset="0"/>
                        <a:ea typeface="Aptos" panose="020B0004020202020204" pitchFamily="34" charset="0"/>
                        <a:cs typeface="+mn-cs"/>
                      </a:endParaRPr>
                    </a:p>
                  </a:txBody>
                  <a:tcPr marL="63445" marR="63445" marT="0" marB="0" anchor="ctr"/>
                </a:tc>
                <a:tc hMerge="1">
                  <a:txBody>
                    <a:bodyPr/>
                    <a:lstStyle/>
                    <a:p>
                      <a:pPr rtl="1"/>
                      <a:endParaRPr lang="ar-SA"/>
                    </a:p>
                  </a:txBody>
                  <a:tcPr/>
                </a:tc>
                <a:tc hMerge="1">
                  <a:txBody>
                    <a:bodyPr/>
                    <a:lstStyle/>
                    <a:p>
                      <a:pPr rtl="1"/>
                      <a:endParaRPr lang="ar-SA"/>
                    </a:p>
                  </a:txBody>
                  <a:tcPr/>
                </a:tc>
                <a:tc gridSpan="2">
                  <a:txBody>
                    <a:bodyPr/>
                    <a:lstStyle/>
                    <a:p>
                      <a:pPr algn="ctr" rtl="1">
                        <a:lnSpc>
                          <a:spcPct val="107000"/>
                        </a:lnSpc>
                        <a:spcAft>
                          <a:spcPts val="800"/>
                        </a:spcAft>
                        <a:buNone/>
                      </a:pPr>
                      <a:r>
                        <a:rPr lang="ar-SA" sz="1000" b="1" kern="100">
                          <a:effectLst/>
                          <a:cs typeface="+mn-cs"/>
                        </a:rPr>
                        <a:t>مدة التنفيذ</a:t>
                      </a:r>
                      <a:endParaRPr lang="en-US" sz="1000" b="1" kern="100">
                        <a:effectLst/>
                        <a:latin typeface="Aptos" panose="020B0004020202020204" pitchFamily="34" charset="0"/>
                        <a:ea typeface="Aptos" panose="020B0004020202020204" pitchFamily="34" charset="0"/>
                        <a:cs typeface="+mn-cs"/>
                      </a:endParaRPr>
                    </a:p>
                  </a:txBody>
                  <a:tcPr marL="63445" marR="63445" marT="0" marB="0" anchor="ctr"/>
                </a:tc>
                <a:tc hMerge="1">
                  <a:txBody>
                    <a:bodyPr/>
                    <a:lstStyle/>
                    <a:p>
                      <a:pPr rtl="1"/>
                      <a:endParaRPr lang="ar-SA"/>
                    </a:p>
                  </a:txBody>
                  <a:tcPr/>
                </a:tc>
                <a:tc>
                  <a:txBody>
                    <a:bodyPr/>
                    <a:lstStyle/>
                    <a:p>
                      <a:pPr algn="ctr" rtl="1">
                        <a:lnSpc>
                          <a:spcPct val="107000"/>
                        </a:lnSpc>
                        <a:spcAft>
                          <a:spcPts val="800"/>
                        </a:spcAft>
                        <a:buNone/>
                      </a:pPr>
                      <a:r>
                        <a:rPr lang="ar-SA" sz="1000" b="1" kern="100">
                          <a:effectLst/>
                          <a:cs typeface="+mn-cs"/>
                        </a:rPr>
                        <a:t> </a:t>
                      </a:r>
                      <a:endParaRPr lang="en-US" sz="1000" b="1" kern="100">
                        <a:effectLst/>
                        <a:latin typeface="Aptos" panose="020B0004020202020204" pitchFamily="34" charset="0"/>
                        <a:ea typeface="Aptos" panose="020B0004020202020204" pitchFamily="34" charset="0"/>
                        <a:cs typeface="+mn-cs"/>
                      </a:endParaRPr>
                    </a:p>
                  </a:txBody>
                  <a:tcPr marL="63445" marR="63445" marT="0" marB="0" anchor="ctr"/>
                </a:tc>
                <a:extLst>
                  <a:ext uri="{0D108BD9-81ED-4DB2-BD59-A6C34878D82A}">
                    <a16:rowId xmlns:a16="http://schemas.microsoft.com/office/drawing/2014/main" val="2928565485"/>
                  </a:ext>
                </a:extLst>
              </a:tr>
              <a:tr h="518668">
                <a:tc rowSpan="2">
                  <a:txBody>
                    <a:bodyPr/>
                    <a:lstStyle/>
                    <a:p>
                      <a:pPr algn="ctr" rtl="1">
                        <a:lnSpc>
                          <a:spcPct val="107000"/>
                        </a:lnSpc>
                        <a:spcAft>
                          <a:spcPts val="800"/>
                        </a:spcAft>
                        <a:buNone/>
                      </a:pPr>
                      <a:r>
                        <a:rPr lang="ar-SA" sz="1000" b="1" kern="100">
                          <a:effectLst/>
                          <a:cs typeface="+mn-cs"/>
                        </a:rPr>
                        <a:t>مسؤولة التنفيذ (رئيسي)</a:t>
                      </a:r>
                      <a:endParaRPr lang="en-US" sz="1000" b="1" kern="100">
                        <a:effectLst/>
                        <a:latin typeface="Aptos" panose="020B0004020202020204" pitchFamily="34" charset="0"/>
                        <a:ea typeface="Aptos" panose="020B0004020202020204" pitchFamily="34" charset="0"/>
                        <a:cs typeface="+mn-cs"/>
                      </a:endParaRPr>
                    </a:p>
                  </a:txBody>
                  <a:tcPr marL="63445" marR="63445" marT="0" marB="0" anchor="ctr"/>
                </a:tc>
                <a:tc>
                  <a:txBody>
                    <a:bodyPr/>
                    <a:lstStyle/>
                    <a:p>
                      <a:pPr algn="ctr" rtl="1">
                        <a:lnSpc>
                          <a:spcPct val="107000"/>
                        </a:lnSpc>
                        <a:spcAft>
                          <a:spcPts val="800"/>
                        </a:spcAft>
                        <a:buNone/>
                      </a:pPr>
                      <a:r>
                        <a:rPr lang="ar-SA" sz="1000" b="1" kern="100" dirty="0">
                          <a:effectLst/>
                          <a:cs typeface="+mn-cs"/>
                        </a:rPr>
                        <a:t>الاسم</a:t>
                      </a:r>
                      <a:endParaRPr lang="en-US" sz="1000" b="1" kern="100" dirty="0">
                        <a:effectLst/>
                        <a:latin typeface="Aptos" panose="020B0004020202020204" pitchFamily="34" charset="0"/>
                        <a:ea typeface="Aptos" panose="020B0004020202020204" pitchFamily="34" charset="0"/>
                        <a:cs typeface="+mn-cs"/>
                      </a:endParaRPr>
                    </a:p>
                  </a:txBody>
                  <a:tcPr marL="63445" marR="63445" marT="0" marB="0" anchor="ctr"/>
                </a:tc>
                <a:tc gridSpan="2">
                  <a:txBody>
                    <a:bodyPr/>
                    <a:lstStyle/>
                    <a:p>
                      <a:pPr algn="ctr" rtl="1">
                        <a:lnSpc>
                          <a:spcPct val="107000"/>
                        </a:lnSpc>
                        <a:spcAft>
                          <a:spcPts val="800"/>
                        </a:spcAft>
                        <a:buNone/>
                      </a:pPr>
                      <a:r>
                        <a:rPr lang="ar-SA" sz="1000" b="1" kern="100">
                          <a:effectLst/>
                          <a:cs typeface="+mn-cs"/>
                        </a:rPr>
                        <a:t>الوصف الوظيفي</a:t>
                      </a:r>
                      <a:endParaRPr lang="en-US" sz="1000" b="1" kern="100">
                        <a:effectLst/>
                        <a:latin typeface="Aptos" panose="020B0004020202020204" pitchFamily="34" charset="0"/>
                        <a:ea typeface="Aptos" panose="020B0004020202020204" pitchFamily="34" charset="0"/>
                        <a:cs typeface="+mn-cs"/>
                      </a:endParaRPr>
                    </a:p>
                  </a:txBody>
                  <a:tcPr marL="63445" marR="63445" marT="0" marB="0" anchor="ctr"/>
                </a:tc>
                <a:tc hMerge="1">
                  <a:txBody>
                    <a:bodyPr/>
                    <a:lstStyle/>
                    <a:p>
                      <a:pPr rtl="1"/>
                      <a:endParaRPr lang="ar-SA"/>
                    </a:p>
                  </a:txBody>
                  <a:tcPr/>
                </a:tc>
                <a:tc gridSpan="2">
                  <a:txBody>
                    <a:bodyPr/>
                    <a:lstStyle/>
                    <a:p>
                      <a:pPr algn="ctr" rtl="1">
                        <a:lnSpc>
                          <a:spcPct val="107000"/>
                        </a:lnSpc>
                        <a:spcAft>
                          <a:spcPts val="800"/>
                        </a:spcAft>
                        <a:buNone/>
                      </a:pPr>
                      <a:r>
                        <a:rPr lang="ar-SA" sz="1000" b="1" kern="100">
                          <a:effectLst/>
                          <a:cs typeface="+mn-cs"/>
                        </a:rPr>
                        <a:t>الاسم</a:t>
                      </a:r>
                      <a:endParaRPr lang="en-US" sz="1000" b="1" kern="100">
                        <a:effectLst/>
                        <a:latin typeface="Aptos" panose="020B0004020202020204" pitchFamily="34" charset="0"/>
                        <a:ea typeface="Aptos" panose="020B0004020202020204" pitchFamily="34" charset="0"/>
                        <a:cs typeface="+mn-cs"/>
                      </a:endParaRPr>
                    </a:p>
                  </a:txBody>
                  <a:tcPr marL="63445" marR="63445" marT="0" marB="0" anchor="ctr"/>
                </a:tc>
                <a:tc hMerge="1">
                  <a:txBody>
                    <a:bodyPr/>
                    <a:lstStyle/>
                    <a:p>
                      <a:pPr rtl="1"/>
                      <a:endParaRPr lang="ar-SA"/>
                    </a:p>
                  </a:txBody>
                  <a:tcPr/>
                </a:tc>
                <a:tc>
                  <a:txBody>
                    <a:bodyPr/>
                    <a:lstStyle/>
                    <a:p>
                      <a:pPr algn="ctr" rtl="1"/>
                      <a:r>
                        <a:rPr lang="ar-SA" sz="1000" b="1" kern="100" dirty="0">
                          <a:effectLst/>
                          <a:cs typeface="+mn-cs"/>
                        </a:rPr>
                        <a:t>الوصف الوظيفي</a:t>
                      </a:r>
                      <a:endParaRPr lang="ar-SA" dirty="0"/>
                    </a:p>
                  </a:txBody>
                  <a:tcPr marL="63445" marR="63445" marT="0" marB="0" anchor="ctr"/>
                </a:tc>
                <a:extLst>
                  <a:ext uri="{0D108BD9-81ED-4DB2-BD59-A6C34878D82A}">
                    <a16:rowId xmlns:a16="http://schemas.microsoft.com/office/drawing/2014/main" val="131075376"/>
                  </a:ext>
                </a:extLst>
              </a:tr>
              <a:tr h="119279">
                <a:tc vMerge="1">
                  <a:txBody>
                    <a:bodyPr/>
                    <a:lstStyle/>
                    <a:p>
                      <a:pPr rtl="1"/>
                      <a:endParaRPr lang="ar-SA"/>
                    </a:p>
                  </a:txBody>
                  <a:tcPr/>
                </a:tc>
                <a:tc>
                  <a:txBody>
                    <a:bodyPr/>
                    <a:lstStyle/>
                    <a:p>
                      <a:pPr algn="r" rtl="1">
                        <a:lnSpc>
                          <a:spcPct val="107000"/>
                        </a:lnSpc>
                        <a:spcAft>
                          <a:spcPts val="800"/>
                        </a:spcAft>
                        <a:buNone/>
                      </a:pPr>
                      <a:r>
                        <a:rPr lang="ar-SA" sz="1000" b="1" kern="100">
                          <a:effectLst/>
                          <a:cs typeface="+mn-cs"/>
                        </a:rPr>
                        <a:t> </a:t>
                      </a:r>
                      <a:endParaRPr lang="en-US" sz="1000" b="1" kern="100">
                        <a:effectLst/>
                        <a:latin typeface="Aptos" panose="020B0004020202020204" pitchFamily="34" charset="0"/>
                        <a:ea typeface="Aptos" panose="020B0004020202020204" pitchFamily="34" charset="0"/>
                        <a:cs typeface="+mn-cs"/>
                      </a:endParaRPr>
                    </a:p>
                  </a:txBody>
                  <a:tcPr marL="63445" marR="63445" marT="0" marB="0" anchor="ctr"/>
                </a:tc>
                <a:tc gridSpan="2">
                  <a:txBody>
                    <a:bodyPr/>
                    <a:lstStyle/>
                    <a:p>
                      <a:pPr algn="ctr" rtl="1">
                        <a:lnSpc>
                          <a:spcPct val="107000"/>
                        </a:lnSpc>
                        <a:spcAft>
                          <a:spcPts val="800"/>
                        </a:spcAft>
                        <a:buNone/>
                      </a:pPr>
                      <a:r>
                        <a:rPr lang="ar-SA" sz="1000" b="1" kern="100">
                          <a:effectLst/>
                          <a:cs typeface="+mn-cs"/>
                        </a:rPr>
                        <a:t> </a:t>
                      </a:r>
                      <a:endParaRPr lang="en-US" sz="1000" b="1" kern="100">
                        <a:effectLst/>
                        <a:latin typeface="Aptos" panose="020B0004020202020204" pitchFamily="34" charset="0"/>
                        <a:ea typeface="Aptos" panose="020B0004020202020204" pitchFamily="34" charset="0"/>
                        <a:cs typeface="+mn-cs"/>
                      </a:endParaRPr>
                    </a:p>
                  </a:txBody>
                  <a:tcPr marL="63445" marR="63445" marT="0" marB="0" anchor="ctr"/>
                </a:tc>
                <a:tc hMerge="1">
                  <a:txBody>
                    <a:bodyPr/>
                    <a:lstStyle/>
                    <a:p>
                      <a:pPr rtl="1"/>
                      <a:endParaRPr lang="ar-SA"/>
                    </a:p>
                  </a:txBody>
                  <a:tcPr/>
                </a:tc>
                <a:tc gridSpan="2">
                  <a:txBody>
                    <a:bodyPr/>
                    <a:lstStyle/>
                    <a:p>
                      <a:pPr algn="r" rtl="1">
                        <a:lnSpc>
                          <a:spcPct val="107000"/>
                        </a:lnSpc>
                        <a:spcAft>
                          <a:spcPts val="800"/>
                        </a:spcAft>
                        <a:buNone/>
                      </a:pPr>
                      <a:r>
                        <a:rPr lang="ar-SA" sz="1000" b="1" kern="100">
                          <a:effectLst/>
                          <a:cs typeface="+mn-cs"/>
                        </a:rPr>
                        <a:t> </a:t>
                      </a:r>
                      <a:endParaRPr lang="en-US" sz="1000" b="1" kern="100">
                        <a:effectLst/>
                        <a:latin typeface="Aptos" panose="020B0004020202020204" pitchFamily="34" charset="0"/>
                        <a:ea typeface="Aptos" panose="020B0004020202020204" pitchFamily="34" charset="0"/>
                        <a:cs typeface="+mn-cs"/>
                      </a:endParaRPr>
                    </a:p>
                  </a:txBody>
                  <a:tcPr marL="63445" marR="63445" marT="0" marB="0" anchor="ctr"/>
                </a:tc>
                <a:tc hMerge="1">
                  <a:txBody>
                    <a:bodyPr/>
                    <a:lstStyle/>
                    <a:p>
                      <a:pPr rtl="1"/>
                      <a:endParaRPr lang="ar-SA"/>
                    </a:p>
                  </a:txBody>
                  <a:tcPr/>
                </a:tc>
                <a:tc>
                  <a:txBody>
                    <a:bodyPr/>
                    <a:lstStyle/>
                    <a:p>
                      <a:pPr rtl="1"/>
                      <a:r>
                        <a:rPr lang="ar-SA" sz="1000" b="1" kern="100" dirty="0">
                          <a:effectLst/>
                          <a:cs typeface="+mn-cs"/>
                        </a:rPr>
                        <a:t> </a:t>
                      </a:r>
                      <a:endParaRPr lang="ar-SA" dirty="0"/>
                    </a:p>
                  </a:txBody>
                  <a:tcPr marL="63445" marR="63445" marT="0" marB="0" anchor="ctr"/>
                </a:tc>
                <a:extLst>
                  <a:ext uri="{0D108BD9-81ED-4DB2-BD59-A6C34878D82A}">
                    <a16:rowId xmlns:a16="http://schemas.microsoft.com/office/drawing/2014/main" val="173833592"/>
                  </a:ext>
                </a:extLst>
              </a:tr>
              <a:tr h="119279">
                <a:tc>
                  <a:txBody>
                    <a:bodyPr/>
                    <a:lstStyle/>
                    <a:p>
                      <a:pPr algn="ctr" rtl="1">
                        <a:lnSpc>
                          <a:spcPct val="107000"/>
                        </a:lnSpc>
                        <a:spcAft>
                          <a:spcPts val="800"/>
                        </a:spcAft>
                        <a:buNone/>
                      </a:pPr>
                      <a:r>
                        <a:rPr lang="ar-SA" sz="1000" b="1" kern="100">
                          <a:effectLst/>
                          <a:cs typeface="+mn-cs"/>
                        </a:rPr>
                        <a:t> (المساندة)</a:t>
                      </a:r>
                      <a:endParaRPr lang="en-US" sz="1000" b="1" kern="100">
                        <a:effectLst/>
                        <a:latin typeface="Aptos" panose="020B0004020202020204" pitchFamily="34" charset="0"/>
                        <a:ea typeface="Aptos" panose="020B0004020202020204" pitchFamily="34" charset="0"/>
                        <a:cs typeface="+mn-cs"/>
                      </a:endParaRPr>
                    </a:p>
                  </a:txBody>
                  <a:tcPr marL="63445" marR="63445" marT="0" marB="0" anchor="ctr"/>
                </a:tc>
                <a:tc gridSpan="6">
                  <a:txBody>
                    <a:bodyPr/>
                    <a:lstStyle/>
                    <a:p>
                      <a:pPr algn="r" rtl="1">
                        <a:lnSpc>
                          <a:spcPct val="107000"/>
                        </a:lnSpc>
                        <a:spcAft>
                          <a:spcPts val="800"/>
                        </a:spcAft>
                        <a:buNone/>
                      </a:pPr>
                      <a:r>
                        <a:rPr lang="en-US" sz="1000" b="1" kern="100">
                          <a:effectLst/>
                          <a:cs typeface="+mn-cs"/>
                        </a:rPr>
                        <a:t> </a:t>
                      </a:r>
                      <a:endParaRPr lang="en-US" sz="1000" b="1" kern="100">
                        <a:effectLst/>
                        <a:latin typeface="Aptos" panose="020B0004020202020204" pitchFamily="34" charset="0"/>
                        <a:ea typeface="Aptos" panose="020B0004020202020204" pitchFamily="34" charset="0"/>
                        <a:cs typeface="+mn-cs"/>
                      </a:endParaRPr>
                    </a:p>
                  </a:txBody>
                  <a:tcPr marL="63445" marR="63445" marT="0" marB="0" anchor="ctr"/>
                </a:tc>
                <a:tc hMerge="1">
                  <a:txBody>
                    <a:bodyPr/>
                    <a:lstStyle/>
                    <a:p>
                      <a:pPr rtl="1"/>
                      <a:endParaRPr lang="ar-SA"/>
                    </a:p>
                  </a:txBody>
                  <a:tcPr/>
                </a:tc>
                <a:tc hMerge="1">
                  <a:txBody>
                    <a:bodyPr/>
                    <a:lstStyle/>
                    <a:p>
                      <a:pPr rtl="1"/>
                      <a:endParaRPr lang="ar-SA"/>
                    </a:p>
                  </a:txBody>
                  <a:tcPr/>
                </a:tc>
                <a:tc hMerge="1">
                  <a:txBody>
                    <a:bodyPr/>
                    <a:lstStyle/>
                    <a:p>
                      <a:pPr rtl="1"/>
                      <a:endParaRPr lang="ar-SA"/>
                    </a:p>
                  </a:txBody>
                  <a:tcPr/>
                </a:tc>
                <a:tc hMerge="1">
                  <a:txBody>
                    <a:bodyPr/>
                    <a:lstStyle/>
                    <a:p>
                      <a:pPr rtl="1"/>
                      <a:endParaRPr lang="ar-SA"/>
                    </a:p>
                  </a:txBody>
                  <a:tcPr/>
                </a:tc>
                <a:tc hMerge="1">
                  <a:txBody>
                    <a:bodyPr/>
                    <a:lstStyle/>
                    <a:p>
                      <a:pPr rtl="1"/>
                      <a:endParaRPr lang="ar-SA"/>
                    </a:p>
                  </a:txBody>
                  <a:tcPr/>
                </a:tc>
                <a:extLst>
                  <a:ext uri="{0D108BD9-81ED-4DB2-BD59-A6C34878D82A}">
                    <a16:rowId xmlns:a16="http://schemas.microsoft.com/office/drawing/2014/main" val="333285947"/>
                  </a:ext>
                </a:extLst>
              </a:tr>
              <a:tr h="214773">
                <a:tc>
                  <a:txBody>
                    <a:bodyPr/>
                    <a:lstStyle/>
                    <a:p>
                      <a:pPr algn="ctr" rtl="1">
                        <a:lnSpc>
                          <a:spcPct val="107000"/>
                        </a:lnSpc>
                        <a:spcAft>
                          <a:spcPts val="800"/>
                        </a:spcAft>
                        <a:buNone/>
                      </a:pPr>
                      <a:r>
                        <a:rPr lang="ar-SA" sz="1000" b="1" kern="100">
                          <a:effectLst/>
                          <a:cs typeface="+mn-cs"/>
                        </a:rPr>
                        <a:t>الفئة المستهدفة</a:t>
                      </a:r>
                      <a:endParaRPr lang="en-US" sz="1000" b="1" kern="100">
                        <a:effectLst/>
                        <a:latin typeface="Aptos" panose="020B0004020202020204" pitchFamily="34" charset="0"/>
                        <a:ea typeface="Aptos" panose="020B0004020202020204" pitchFamily="34" charset="0"/>
                        <a:cs typeface="+mn-cs"/>
                      </a:endParaRPr>
                    </a:p>
                  </a:txBody>
                  <a:tcPr marL="63445" marR="63445" marT="0" marB="0" anchor="ctr"/>
                </a:tc>
                <a:tc gridSpan="6">
                  <a:txBody>
                    <a:bodyPr/>
                    <a:lstStyle/>
                    <a:p>
                      <a:pPr algn="r" rtl="0">
                        <a:lnSpc>
                          <a:spcPct val="107000"/>
                        </a:lnSpc>
                        <a:spcAft>
                          <a:spcPts val="800"/>
                        </a:spcAft>
                        <a:buNone/>
                      </a:pPr>
                      <a:r>
                        <a:rPr lang="en-US" sz="1000" b="1" kern="100">
                          <a:effectLst/>
                          <a:cs typeface="+mn-cs"/>
                          <a:sym typeface="AGA Arabesque Desktop" panose="05010101010101010101" pitchFamily="2" charset="2"/>
                        </a:rPr>
                        <a:t></a:t>
                      </a:r>
                      <a:r>
                        <a:rPr lang="en-US" sz="1000" b="1" kern="100">
                          <a:effectLst/>
                          <a:cs typeface="+mn-cs"/>
                        </a:rPr>
                        <a:t> </a:t>
                      </a:r>
                      <a:r>
                        <a:rPr lang="ar-SA" sz="1000" b="1" kern="100">
                          <a:effectLst/>
                          <a:cs typeface="+mn-cs"/>
                        </a:rPr>
                        <a:t>المعلمات        </a:t>
                      </a:r>
                      <a:r>
                        <a:rPr lang="en-US" sz="1000" b="1" kern="100">
                          <a:effectLst/>
                          <a:cs typeface="+mn-cs"/>
                          <a:sym typeface="AGA Arabesque Desktop" panose="05010101010101010101" pitchFamily="2" charset="2"/>
                        </a:rPr>
                        <a:t></a:t>
                      </a:r>
                      <a:r>
                        <a:rPr lang="en-US" sz="1000" b="1" kern="100">
                          <a:effectLst/>
                          <a:cs typeface="+mn-cs"/>
                        </a:rPr>
                        <a:t> </a:t>
                      </a:r>
                      <a:r>
                        <a:rPr lang="ar-SA" sz="1000" b="1" kern="100">
                          <a:effectLst/>
                          <a:cs typeface="+mn-cs"/>
                        </a:rPr>
                        <a:t>المساعد الاداري        </a:t>
                      </a:r>
                      <a:r>
                        <a:rPr lang="en-US" sz="1000" b="1" kern="100">
                          <a:effectLst/>
                          <a:cs typeface="+mn-cs"/>
                          <a:sym typeface="AGA Arabesque Desktop" panose="05010101010101010101" pitchFamily="2" charset="2"/>
                        </a:rPr>
                        <a:t></a:t>
                      </a:r>
                      <a:r>
                        <a:rPr lang="en-US" sz="1000" b="1" kern="100">
                          <a:effectLst/>
                          <a:cs typeface="+mn-cs"/>
                        </a:rPr>
                        <a:t> </a:t>
                      </a:r>
                      <a:r>
                        <a:rPr lang="ar-SA" sz="1000" b="1" kern="100">
                          <a:effectLst/>
                          <a:cs typeface="+mn-cs"/>
                        </a:rPr>
                        <a:t>الطالبات        </a:t>
                      </a:r>
                      <a:r>
                        <a:rPr lang="en-US" sz="1000" b="1" kern="100">
                          <a:effectLst/>
                          <a:cs typeface="+mn-cs"/>
                          <a:sym typeface="AGA Arabesque Desktop" panose="05010101010101010101" pitchFamily="2" charset="2"/>
                        </a:rPr>
                        <a:t></a:t>
                      </a:r>
                      <a:r>
                        <a:rPr lang="en-US" sz="1000" b="1" kern="100">
                          <a:effectLst/>
                          <a:cs typeface="+mn-cs"/>
                        </a:rPr>
                        <a:t> </a:t>
                      </a:r>
                      <a:r>
                        <a:rPr lang="ar-SA" sz="1000" b="1" kern="100">
                          <a:effectLst/>
                          <a:cs typeface="+mn-cs"/>
                        </a:rPr>
                        <a:t>أولياء الأمور              </a:t>
                      </a:r>
                      <a:r>
                        <a:rPr lang="en-US" sz="1000" b="1" kern="100">
                          <a:effectLst/>
                          <a:cs typeface="+mn-cs"/>
                          <a:sym typeface="AGA Arabesque Desktop" panose="05010101010101010101" pitchFamily="2" charset="2"/>
                        </a:rPr>
                        <a:t></a:t>
                      </a:r>
                      <a:r>
                        <a:rPr lang="en-US" sz="1000" b="1" kern="100">
                          <a:effectLst/>
                          <a:cs typeface="+mn-cs"/>
                        </a:rPr>
                        <a:t> </a:t>
                      </a:r>
                      <a:r>
                        <a:rPr lang="ar-SA" sz="1000" b="1" kern="100">
                          <a:effectLst/>
                          <a:cs typeface="+mn-cs"/>
                        </a:rPr>
                        <a:t>أخرى .....................</a:t>
                      </a:r>
                      <a:endParaRPr lang="en-US" sz="1000" b="1" kern="100">
                        <a:effectLst/>
                        <a:latin typeface="Aptos" panose="020B0004020202020204" pitchFamily="34" charset="0"/>
                        <a:ea typeface="Aptos" panose="020B0004020202020204" pitchFamily="34" charset="0"/>
                        <a:cs typeface="+mn-cs"/>
                      </a:endParaRPr>
                    </a:p>
                  </a:txBody>
                  <a:tcPr marL="63445" marR="63445" marT="0" marB="0" anchor="ctr"/>
                </a:tc>
                <a:tc hMerge="1">
                  <a:txBody>
                    <a:bodyPr/>
                    <a:lstStyle/>
                    <a:p>
                      <a:pPr rtl="1"/>
                      <a:endParaRPr lang="ar-SA"/>
                    </a:p>
                  </a:txBody>
                  <a:tcPr/>
                </a:tc>
                <a:tc hMerge="1">
                  <a:txBody>
                    <a:bodyPr/>
                    <a:lstStyle/>
                    <a:p>
                      <a:pPr rtl="1"/>
                      <a:endParaRPr lang="ar-SA"/>
                    </a:p>
                  </a:txBody>
                  <a:tcPr/>
                </a:tc>
                <a:tc hMerge="1">
                  <a:txBody>
                    <a:bodyPr/>
                    <a:lstStyle/>
                    <a:p>
                      <a:pPr rtl="1"/>
                      <a:endParaRPr lang="ar-SA"/>
                    </a:p>
                  </a:txBody>
                  <a:tcPr/>
                </a:tc>
                <a:tc hMerge="1">
                  <a:txBody>
                    <a:bodyPr/>
                    <a:lstStyle/>
                    <a:p>
                      <a:pPr rtl="1"/>
                      <a:endParaRPr lang="ar-SA"/>
                    </a:p>
                  </a:txBody>
                  <a:tcPr/>
                </a:tc>
                <a:tc hMerge="1">
                  <a:txBody>
                    <a:bodyPr/>
                    <a:lstStyle/>
                    <a:p>
                      <a:pPr rtl="1"/>
                      <a:endParaRPr lang="ar-SA"/>
                    </a:p>
                  </a:txBody>
                  <a:tcPr/>
                </a:tc>
                <a:extLst>
                  <a:ext uri="{0D108BD9-81ED-4DB2-BD59-A6C34878D82A}">
                    <a16:rowId xmlns:a16="http://schemas.microsoft.com/office/drawing/2014/main" val="2093634012"/>
                  </a:ext>
                </a:extLst>
              </a:tr>
              <a:tr h="119279">
                <a:tc>
                  <a:txBody>
                    <a:bodyPr/>
                    <a:lstStyle/>
                    <a:p>
                      <a:pPr algn="ctr" rtl="1">
                        <a:lnSpc>
                          <a:spcPct val="107000"/>
                        </a:lnSpc>
                        <a:spcAft>
                          <a:spcPts val="800"/>
                        </a:spcAft>
                        <a:buNone/>
                      </a:pPr>
                      <a:r>
                        <a:rPr lang="ar-SA" sz="1000" b="1" kern="100">
                          <a:effectLst/>
                          <a:cs typeface="+mn-cs"/>
                        </a:rPr>
                        <a:t>العدد المستهدف</a:t>
                      </a:r>
                      <a:endParaRPr lang="en-US" sz="1000" b="1" kern="100">
                        <a:effectLst/>
                        <a:latin typeface="Aptos" panose="020B0004020202020204" pitchFamily="34" charset="0"/>
                        <a:ea typeface="Aptos" panose="020B0004020202020204" pitchFamily="34" charset="0"/>
                        <a:cs typeface="+mn-cs"/>
                      </a:endParaRPr>
                    </a:p>
                  </a:txBody>
                  <a:tcPr marL="63445" marR="63445" marT="0" marB="0" anchor="ctr"/>
                </a:tc>
                <a:tc gridSpan="2">
                  <a:txBody>
                    <a:bodyPr/>
                    <a:lstStyle/>
                    <a:p>
                      <a:pPr algn="r" rtl="1">
                        <a:lnSpc>
                          <a:spcPct val="107000"/>
                        </a:lnSpc>
                        <a:spcAft>
                          <a:spcPts val="800"/>
                        </a:spcAft>
                        <a:buNone/>
                      </a:pPr>
                      <a:r>
                        <a:rPr lang="en-US" sz="1000" b="1" kern="100">
                          <a:effectLst/>
                          <a:cs typeface="+mn-cs"/>
                        </a:rPr>
                        <a:t> </a:t>
                      </a:r>
                      <a:endParaRPr lang="en-US" sz="1000" b="1" kern="100">
                        <a:effectLst/>
                        <a:latin typeface="Aptos" panose="020B0004020202020204" pitchFamily="34" charset="0"/>
                        <a:ea typeface="Aptos" panose="020B0004020202020204" pitchFamily="34" charset="0"/>
                        <a:cs typeface="+mn-cs"/>
                      </a:endParaRPr>
                    </a:p>
                  </a:txBody>
                  <a:tcPr marL="63445" marR="63445" marT="0" marB="0" anchor="ctr"/>
                </a:tc>
                <a:tc hMerge="1">
                  <a:txBody>
                    <a:bodyPr/>
                    <a:lstStyle/>
                    <a:p>
                      <a:pPr rtl="1"/>
                      <a:endParaRPr lang="ar-SA"/>
                    </a:p>
                  </a:txBody>
                  <a:tcPr/>
                </a:tc>
                <a:tc gridSpan="2">
                  <a:txBody>
                    <a:bodyPr/>
                    <a:lstStyle/>
                    <a:p>
                      <a:pPr algn="r" rtl="1">
                        <a:lnSpc>
                          <a:spcPct val="107000"/>
                        </a:lnSpc>
                        <a:spcAft>
                          <a:spcPts val="800"/>
                        </a:spcAft>
                        <a:buNone/>
                      </a:pPr>
                      <a:r>
                        <a:rPr lang="ar-SA" sz="1000" b="1" kern="100">
                          <a:effectLst/>
                          <a:cs typeface="+mn-cs"/>
                        </a:rPr>
                        <a:t>        عدد الحاضرات الفعلي</a:t>
                      </a:r>
                      <a:endParaRPr lang="en-US" sz="1000" b="1" kern="100">
                        <a:effectLst/>
                        <a:latin typeface="Aptos" panose="020B0004020202020204" pitchFamily="34" charset="0"/>
                        <a:ea typeface="Aptos" panose="020B0004020202020204" pitchFamily="34" charset="0"/>
                        <a:cs typeface="+mn-cs"/>
                      </a:endParaRPr>
                    </a:p>
                  </a:txBody>
                  <a:tcPr marL="63445" marR="63445" marT="0" marB="0" anchor="ctr"/>
                </a:tc>
                <a:tc hMerge="1">
                  <a:txBody>
                    <a:bodyPr/>
                    <a:lstStyle/>
                    <a:p>
                      <a:pPr rtl="1"/>
                      <a:endParaRPr lang="ar-SA"/>
                    </a:p>
                  </a:txBody>
                  <a:tcPr/>
                </a:tc>
                <a:tc gridSpan="2">
                  <a:txBody>
                    <a:bodyPr/>
                    <a:lstStyle/>
                    <a:p>
                      <a:pPr algn="r" rtl="1">
                        <a:lnSpc>
                          <a:spcPct val="107000"/>
                        </a:lnSpc>
                        <a:spcAft>
                          <a:spcPts val="800"/>
                        </a:spcAft>
                        <a:buNone/>
                      </a:pPr>
                      <a:r>
                        <a:rPr lang="en-US" sz="1000" b="1" kern="100">
                          <a:effectLst/>
                          <a:cs typeface="+mn-cs"/>
                        </a:rPr>
                        <a:t> </a:t>
                      </a:r>
                      <a:endParaRPr lang="en-US" sz="1000" b="1" kern="100">
                        <a:effectLst/>
                        <a:latin typeface="Aptos" panose="020B0004020202020204" pitchFamily="34" charset="0"/>
                        <a:ea typeface="Aptos" panose="020B0004020202020204" pitchFamily="34" charset="0"/>
                        <a:cs typeface="+mn-cs"/>
                      </a:endParaRPr>
                    </a:p>
                  </a:txBody>
                  <a:tcPr marL="63445" marR="63445" marT="0" marB="0" anchor="ctr"/>
                </a:tc>
                <a:tc hMerge="1">
                  <a:txBody>
                    <a:bodyPr/>
                    <a:lstStyle/>
                    <a:p>
                      <a:pPr rtl="1"/>
                      <a:endParaRPr lang="ar-SA"/>
                    </a:p>
                  </a:txBody>
                  <a:tcPr/>
                </a:tc>
                <a:extLst>
                  <a:ext uri="{0D108BD9-81ED-4DB2-BD59-A6C34878D82A}">
                    <a16:rowId xmlns:a16="http://schemas.microsoft.com/office/drawing/2014/main" val="1663516282"/>
                  </a:ext>
                </a:extLst>
              </a:tr>
              <a:tr h="495915">
                <a:tc>
                  <a:txBody>
                    <a:bodyPr/>
                    <a:lstStyle/>
                    <a:p>
                      <a:pPr algn="ctr" rtl="1">
                        <a:lnSpc>
                          <a:spcPct val="107000"/>
                        </a:lnSpc>
                        <a:spcAft>
                          <a:spcPts val="800"/>
                        </a:spcAft>
                        <a:buNone/>
                      </a:pPr>
                      <a:r>
                        <a:rPr lang="ar-SA" sz="1000" b="1" kern="100">
                          <a:effectLst/>
                          <a:cs typeface="+mn-cs"/>
                        </a:rPr>
                        <a:t>أسلوب التنفيذ </a:t>
                      </a:r>
                      <a:endParaRPr lang="en-US" sz="1000" b="1" kern="100">
                        <a:effectLst/>
                        <a:latin typeface="Aptos" panose="020B0004020202020204" pitchFamily="34" charset="0"/>
                        <a:ea typeface="Aptos" panose="020B0004020202020204" pitchFamily="34" charset="0"/>
                        <a:cs typeface="+mn-cs"/>
                      </a:endParaRPr>
                    </a:p>
                  </a:txBody>
                  <a:tcPr marL="63445" marR="63445" marT="0" marB="0" anchor="ctr"/>
                </a:tc>
                <a:tc gridSpan="6">
                  <a:txBody>
                    <a:bodyPr/>
                    <a:lstStyle/>
                    <a:p>
                      <a:pPr algn="r" rtl="0">
                        <a:lnSpc>
                          <a:spcPct val="107000"/>
                        </a:lnSpc>
                        <a:spcAft>
                          <a:spcPts val="800"/>
                        </a:spcAft>
                        <a:buNone/>
                      </a:pPr>
                      <a:r>
                        <a:rPr lang="en-US" sz="1000" b="1" kern="100" dirty="0">
                          <a:effectLst/>
                          <a:cs typeface="+mn-cs"/>
                          <a:sym typeface="AGA Arabesque Desktop" panose="05010101010101010101" pitchFamily="2" charset="2"/>
                        </a:rPr>
                        <a:t></a:t>
                      </a:r>
                      <a:r>
                        <a:rPr lang="en-US" sz="1000" b="1" kern="100" dirty="0">
                          <a:effectLst/>
                          <a:cs typeface="+mn-cs"/>
                        </a:rPr>
                        <a:t> </a:t>
                      </a:r>
                      <a:r>
                        <a:rPr lang="ar-SA" sz="1000" b="1" kern="100" dirty="0">
                          <a:effectLst/>
                          <a:cs typeface="+mn-cs"/>
                        </a:rPr>
                        <a:t>اجتماعات ولقاءات      </a:t>
                      </a:r>
                      <a:r>
                        <a:rPr lang="en-US" sz="1000" b="1" kern="100" dirty="0">
                          <a:effectLst/>
                          <a:cs typeface="+mn-cs"/>
                          <a:sym typeface="AGA Arabesque Desktop" panose="05010101010101010101" pitchFamily="2" charset="2"/>
                        </a:rPr>
                        <a:t></a:t>
                      </a:r>
                      <a:r>
                        <a:rPr lang="en-US" sz="1000" b="1" kern="100" dirty="0">
                          <a:effectLst/>
                          <a:cs typeface="+mn-cs"/>
                        </a:rPr>
                        <a:t> </a:t>
                      </a:r>
                      <a:r>
                        <a:rPr lang="ar-SA" sz="1000" b="1" kern="100" dirty="0">
                          <a:effectLst/>
                          <a:cs typeface="+mn-cs"/>
                        </a:rPr>
                        <a:t>ورش عمل وحلقات النقاش       </a:t>
                      </a:r>
                      <a:r>
                        <a:rPr lang="en-US" sz="1000" b="1" kern="100" dirty="0">
                          <a:effectLst/>
                          <a:cs typeface="+mn-cs"/>
                          <a:sym typeface="AGA Arabesque Desktop" panose="05010101010101010101" pitchFamily="2" charset="2"/>
                        </a:rPr>
                        <a:t></a:t>
                      </a:r>
                      <a:r>
                        <a:rPr lang="en-US" sz="1000" b="1" kern="100" dirty="0">
                          <a:effectLst/>
                          <a:cs typeface="+mn-cs"/>
                        </a:rPr>
                        <a:t> </a:t>
                      </a:r>
                      <a:r>
                        <a:rPr lang="ar-SA" sz="1000" b="1" kern="100" dirty="0">
                          <a:effectLst/>
                          <a:cs typeface="+mn-cs"/>
                        </a:rPr>
                        <a:t>بحوث اجرائية       </a:t>
                      </a:r>
                      <a:r>
                        <a:rPr lang="en-US" sz="1000" b="1" kern="100" dirty="0">
                          <a:effectLst/>
                          <a:cs typeface="+mn-cs"/>
                          <a:sym typeface="AGA Arabesque Desktop" panose="05010101010101010101" pitchFamily="2" charset="2"/>
                        </a:rPr>
                        <a:t></a:t>
                      </a:r>
                      <a:r>
                        <a:rPr lang="en-US" sz="1000" b="1" kern="100" dirty="0">
                          <a:effectLst/>
                          <a:cs typeface="+mn-cs"/>
                        </a:rPr>
                        <a:t> </a:t>
                      </a:r>
                      <a:r>
                        <a:rPr lang="ar-SA" sz="1000" b="1" kern="100" dirty="0">
                          <a:effectLst/>
                          <a:cs typeface="+mn-cs"/>
                        </a:rPr>
                        <a:t>تدريب        </a:t>
                      </a:r>
                      <a:r>
                        <a:rPr lang="en-US" sz="1000" b="1" kern="100" dirty="0">
                          <a:effectLst/>
                          <a:cs typeface="+mn-cs"/>
                          <a:sym typeface="AGA Arabesque Desktop" panose="05010101010101010101" pitchFamily="2" charset="2"/>
                        </a:rPr>
                        <a:t></a:t>
                      </a:r>
                      <a:r>
                        <a:rPr lang="ar-SA" sz="1000" b="1" kern="100" dirty="0">
                          <a:effectLst/>
                          <a:cs typeface="+mn-cs"/>
                        </a:rPr>
                        <a:t> نشرات تربوية وتوعوية</a:t>
                      </a:r>
                      <a:endParaRPr lang="en-US" sz="1000" b="1" kern="100" dirty="0">
                        <a:effectLst/>
                        <a:cs typeface="+mn-cs"/>
                      </a:endParaRPr>
                    </a:p>
                    <a:p>
                      <a:pPr algn="r" rtl="1">
                        <a:lnSpc>
                          <a:spcPct val="107000"/>
                        </a:lnSpc>
                        <a:spcAft>
                          <a:spcPts val="800"/>
                        </a:spcAft>
                        <a:buNone/>
                      </a:pPr>
                      <a:r>
                        <a:rPr lang="en-US" sz="1000" b="1" kern="100" dirty="0">
                          <a:effectLst/>
                          <a:cs typeface="+mn-cs"/>
                          <a:sym typeface="AGA Arabesque Desktop" panose="05010101010101010101" pitchFamily="2" charset="2"/>
                        </a:rPr>
                        <a:t></a:t>
                      </a:r>
                      <a:r>
                        <a:rPr lang="en-US" sz="1000" b="1" kern="100" dirty="0">
                          <a:effectLst/>
                          <a:cs typeface="+mn-cs"/>
                        </a:rPr>
                        <a:t> </a:t>
                      </a:r>
                      <a:r>
                        <a:rPr lang="ar-SA" sz="1000" b="1" kern="100" dirty="0">
                          <a:effectLst/>
                          <a:cs typeface="+mn-cs"/>
                        </a:rPr>
                        <a:t>موارد تعليمية وتربوية      </a:t>
                      </a:r>
                      <a:r>
                        <a:rPr lang="en-US" sz="1000" b="1" kern="100" dirty="0">
                          <a:effectLst/>
                          <a:cs typeface="+mn-cs"/>
                          <a:sym typeface="AGA Arabesque Desktop" panose="05010101010101010101" pitchFamily="2" charset="2"/>
                        </a:rPr>
                        <a:t></a:t>
                      </a:r>
                      <a:r>
                        <a:rPr lang="en-US" sz="1000" b="1" kern="100" dirty="0">
                          <a:effectLst/>
                          <a:cs typeface="+mn-cs"/>
                        </a:rPr>
                        <a:t>   </a:t>
                      </a:r>
                      <a:r>
                        <a:rPr lang="ar-SA" sz="1000" b="1" kern="100" dirty="0">
                          <a:effectLst/>
                          <a:cs typeface="+mn-cs"/>
                        </a:rPr>
                        <a:t>  استبانات       </a:t>
                      </a:r>
                      <a:r>
                        <a:rPr lang="en-US" sz="1000" b="1" kern="100" dirty="0">
                          <a:effectLst/>
                          <a:cs typeface="+mn-cs"/>
                          <a:sym typeface="AGA Arabesque Desktop" panose="05010101010101010101" pitchFamily="2" charset="2"/>
                        </a:rPr>
                        <a:t></a:t>
                      </a:r>
                      <a:r>
                        <a:rPr lang="en-US" sz="1000" b="1" kern="100" dirty="0">
                          <a:effectLst/>
                          <a:cs typeface="+mn-cs"/>
                        </a:rPr>
                        <a:t> </a:t>
                      </a:r>
                      <a:r>
                        <a:rPr lang="ar-SA" sz="1000" b="1" kern="100" dirty="0">
                          <a:effectLst/>
                          <a:cs typeface="+mn-cs"/>
                        </a:rPr>
                        <a:t>مجموعات التخصص    </a:t>
                      </a:r>
                      <a:r>
                        <a:rPr lang="en-US" sz="1000" b="1" kern="100" dirty="0">
                          <a:effectLst/>
                          <a:cs typeface="+mn-cs"/>
                          <a:sym typeface="AGA Arabesque Desktop" panose="05010101010101010101" pitchFamily="2" charset="2"/>
                        </a:rPr>
                        <a:t></a:t>
                      </a:r>
                      <a:r>
                        <a:rPr lang="ar-SA" sz="1000" b="1" kern="100" dirty="0">
                          <a:effectLst/>
                          <a:cs typeface="+mn-cs"/>
                        </a:rPr>
                        <a:t> تنظيم أنشطة وفعاليات     </a:t>
                      </a:r>
                      <a:endParaRPr lang="en-US" sz="1000" b="1" kern="100" dirty="0">
                        <a:effectLst/>
                        <a:latin typeface="Aptos" panose="020B0004020202020204" pitchFamily="34" charset="0"/>
                        <a:ea typeface="Aptos" panose="020B0004020202020204" pitchFamily="34" charset="0"/>
                        <a:cs typeface="+mn-cs"/>
                      </a:endParaRPr>
                    </a:p>
                  </a:txBody>
                  <a:tcPr marL="63445" marR="63445" marT="0" marB="0" anchor="ctr"/>
                </a:tc>
                <a:tc hMerge="1">
                  <a:txBody>
                    <a:bodyPr/>
                    <a:lstStyle/>
                    <a:p>
                      <a:pPr rtl="1"/>
                      <a:endParaRPr lang="ar-SA"/>
                    </a:p>
                  </a:txBody>
                  <a:tcPr/>
                </a:tc>
                <a:tc hMerge="1">
                  <a:txBody>
                    <a:bodyPr/>
                    <a:lstStyle/>
                    <a:p>
                      <a:pPr rtl="1"/>
                      <a:endParaRPr lang="ar-SA"/>
                    </a:p>
                  </a:txBody>
                  <a:tcPr/>
                </a:tc>
                <a:tc hMerge="1">
                  <a:txBody>
                    <a:bodyPr/>
                    <a:lstStyle/>
                    <a:p>
                      <a:pPr rtl="1"/>
                      <a:endParaRPr lang="ar-SA"/>
                    </a:p>
                  </a:txBody>
                  <a:tcPr/>
                </a:tc>
                <a:tc hMerge="1">
                  <a:txBody>
                    <a:bodyPr/>
                    <a:lstStyle/>
                    <a:p>
                      <a:pPr rtl="1"/>
                      <a:endParaRPr lang="ar-SA"/>
                    </a:p>
                  </a:txBody>
                  <a:tcPr/>
                </a:tc>
                <a:tc hMerge="1">
                  <a:txBody>
                    <a:bodyPr/>
                    <a:lstStyle/>
                    <a:p>
                      <a:pPr rtl="1"/>
                      <a:endParaRPr lang="ar-SA"/>
                    </a:p>
                  </a:txBody>
                  <a:tcPr/>
                </a:tc>
                <a:extLst>
                  <a:ext uri="{0D108BD9-81ED-4DB2-BD59-A6C34878D82A}">
                    <a16:rowId xmlns:a16="http://schemas.microsoft.com/office/drawing/2014/main" val="1928956095"/>
                  </a:ext>
                </a:extLst>
              </a:tr>
            </a:tbl>
          </a:graphicData>
        </a:graphic>
      </p:graphicFrame>
      <p:sp>
        <p:nvSpPr>
          <p:cNvPr id="13" name="مربع نص 12">
            <a:extLst>
              <a:ext uri="{FF2B5EF4-FFF2-40B4-BE49-F238E27FC236}">
                <a16:creationId xmlns:a16="http://schemas.microsoft.com/office/drawing/2014/main" id="{1EB1E7DC-D2D9-6213-12D2-9BDCF552102D}"/>
              </a:ext>
            </a:extLst>
          </p:cNvPr>
          <p:cNvSpPr txBox="1"/>
          <p:nvPr/>
        </p:nvSpPr>
        <p:spPr>
          <a:xfrm>
            <a:off x="806450" y="8504659"/>
            <a:ext cx="6477000" cy="307777"/>
          </a:xfrm>
          <a:prstGeom prst="rect">
            <a:avLst/>
          </a:prstGeom>
          <a:noFill/>
        </p:spPr>
        <p:txBody>
          <a:bodyPr wrap="square" rtlCol="1">
            <a:spAutoFit/>
          </a:bodyPr>
          <a:lstStyle/>
          <a:p>
            <a:pPr algn="r" rtl="1"/>
            <a:r>
              <a:rPr lang="ar-SA" sz="1400" b="1" dirty="0"/>
              <a:t>مديرة المدرسة / جيهان محمد علي بنا                                                          الختم</a:t>
            </a:r>
            <a:endParaRPr lang="en-US" sz="1400" dirty="0"/>
          </a:p>
        </p:txBody>
      </p:sp>
    </p:spTree>
    <p:extLst>
      <p:ext uri="{BB962C8B-B14F-4D97-AF65-F5344CB8AC3E}">
        <p14:creationId xmlns:p14="http://schemas.microsoft.com/office/powerpoint/2010/main" val="343892244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62C4B0"/>
        </a:solidFill>
        <a:effectLst/>
      </p:bgPr>
    </p:bg>
    <p:spTree>
      <p:nvGrpSpPr>
        <p:cNvPr id="1" name=""/>
        <p:cNvGrpSpPr/>
        <p:nvPr/>
      </p:nvGrpSpPr>
      <p:grpSpPr>
        <a:xfrm>
          <a:off x="0" y="0"/>
          <a:ext cx="0" cy="0"/>
          <a:chOff x="0" y="0"/>
          <a:chExt cx="0" cy="0"/>
        </a:xfrm>
      </p:grpSpPr>
      <p:sp>
        <p:nvSpPr>
          <p:cNvPr id="2" name="Freeform 2"/>
          <p:cNvSpPr/>
          <p:nvPr/>
        </p:nvSpPr>
        <p:spPr>
          <a:xfrm>
            <a:off x="-53975" y="850900"/>
            <a:ext cx="7664450" cy="9842500"/>
          </a:xfrm>
          <a:custGeom>
            <a:avLst/>
            <a:gdLst/>
            <a:ahLst/>
            <a:cxnLst/>
            <a:rect l="l" t="t" r="r" b="b"/>
            <a:pathLst>
              <a:path w="8196083" h="8891214">
                <a:moveTo>
                  <a:pt x="0" y="0"/>
                </a:moveTo>
                <a:lnTo>
                  <a:pt x="8196083" y="0"/>
                </a:lnTo>
                <a:lnTo>
                  <a:pt x="8196083" y="8891214"/>
                </a:lnTo>
                <a:lnTo>
                  <a:pt x="0" y="8891214"/>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ar-SA"/>
          </a:p>
        </p:txBody>
      </p:sp>
      <p:sp>
        <p:nvSpPr>
          <p:cNvPr id="3" name="Freeform 3"/>
          <p:cNvSpPr/>
          <p:nvPr/>
        </p:nvSpPr>
        <p:spPr>
          <a:xfrm>
            <a:off x="1797050" y="3955586"/>
            <a:ext cx="1411231" cy="171914"/>
          </a:xfrm>
          <a:custGeom>
            <a:avLst/>
            <a:gdLst/>
            <a:ahLst/>
            <a:cxnLst/>
            <a:rect l="l" t="t" r="r" b="b"/>
            <a:pathLst>
              <a:path w="1411231" h="171914">
                <a:moveTo>
                  <a:pt x="0" y="0"/>
                </a:moveTo>
                <a:lnTo>
                  <a:pt x="1411231" y="0"/>
                </a:lnTo>
                <a:lnTo>
                  <a:pt x="1411231" y="171914"/>
                </a:lnTo>
                <a:lnTo>
                  <a:pt x="0" y="17191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ar-SA"/>
          </a:p>
        </p:txBody>
      </p:sp>
      <p:sp>
        <p:nvSpPr>
          <p:cNvPr id="4" name="Freeform 4"/>
          <p:cNvSpPr/>
          <p:nvPr/>
        </p:nvSpPr>
        <p:spPr>
          <a:xfrm>
            <a:off x="3397250" y="3955586"/>
            <a:ext cx="1411231" cy="171914"/>
          </a:xfrm>
          <a:custGeom>
            <a:avLst/>
            <a:gdLst/>
            <a:ahLst/>
            <a:cxnLst/>
            <a:rect l="l" t="t" r="r" b="b"/>
            <a:pathLst>
              <a:path w="1411231" h="171914">
                <a:moveTo>
                  <a:pt x="0" y="0"/>
                </a:moveTo>
                <a:lnTo>
                  <a:pt x="1411231" y="0"/>
                </a:lnTo>
                <a:lnTo>
                  <a:pt x="1411231" y="171914"/>
                </a:lnTo>
                <a:lnTo>
                  <a:pt x="0" y="17191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ar-SA"/>
          </a:p>
        </p:txBody>
      </p:sp>
      <p:sp>
        <p:nvSpPr>
          <p:cNvPr id="7" name="Freeform 7"/>
          <p:cNvSpPr/>
          <p:nvPr/>
        </p:nvSpPr>
        <p:spPr>
          <a:xfrm rot="5400000" flipH="1" flipV="1">
            <a:off x="-4308005" y="5268445"/>
            <a:ext cx="9597089" cy="761999"/>
          </a:xfrm>
          <a:custGeom>
            <a:avLst/>
            <a:gdLst/>
            <a:ahLst/>
            <a:cxnLst/>
            <a:rect l="l" t="t" r="r" b="b"/>
            <a:pathLst>
              <a:path w="2515764" h="1116085">
                <a:moveTo>
                  <a:pt x="2515764" y="1116085"/>
                </a:moveTo>
                <a:lnTo>
                  <a:pt x="0" y="1116085"/>
                </a:lnTo>
                <a:lnTo>
                  <a:pt x="0" y="0"/>
                </a:lnTo>
                <a:lnTo>
                  <a:pt x="2515764" y="0"/>
                </a:lnTo>
                <a:lnTo>
                  <a:pt x="2515764" y="1116085"/>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ar-SA"/>
          </a:p>
        </p:txBody>
      </p:sp>
      <p:sp>
        <p:nvSpPr>
          <p:cNvPr id="9" name="مربع نص 8">
            <a:extLst>
              <a:ext uri="{FF2B5EF4-FFF2-40B4-BE49-F238E27FC236}">
                <a16:creationId xmlns:a16="http://schemas.microsoft.com/office/drawing/2014/main" id="{7BD2E2EE-7B0B-9C06-E262-88F9F319700C}"/>
              </a:ext>
            </a:extLst>
          </p:cNvPr>
          <p:cNvSpPr txBox="1"/>
          <p:nvPr/>
        </p:nvSpPr>
        <p:spPr>
          <a:xfrm>
            <a:off x="1374775" y="3018400"/>
            <a:ext cx="3810000" cy="646331"/>
          </a:xfrm>
          <a:prstGeom prst="rect">
            <a:avLst/>
          </a:prstGeom>
          <a:noFill/>
        </p:spPr>
        <p:txBody>
          <a:bodyPr wrap="square" rtlCol="1">
            <a:spAutoFit/>
          </a:bodyPr>
          <a:lstStyle/>
          <a:p>
            <a:pPr algn="ctr" rtl="1"/>
            <a:r>
              <a:rPr lang="ar-SA" sz="3600" b="1" dirty="0"/>
              <a:t>المراجع</a:t>
            </a:r>
            <a:r>
              <a:rPr lang="ar-SA" dirty="0"/>
              <a:t> </a:t>
            </a:r>
          </a:p>
        </p:txBody>
      </p:sp>
      <p:sp>
        <p:nvSpPr>
          <p:cNvPr id="10" name="مربع نص 9">
            <a:extLst>
              <a:ext uri="{FF2B5EF4-FFF2-40B4-BE49-F238E27FC236}">
                <a16:creationId xmlns:a16="http://schemas.microsoft.com/office/drawing/2014/main" id="{AA4E2B18-9C34-D9C9-9435-F3C7890623C1}"/>
              </a:ext>
            </a:extLst>
          </p:cNvPr>
          <p:cNvSpPr txBox="1"/>
          <p:nvPr/>
        </p:nvSpPr>
        <p:spPr>
          <a:xfrm>
            <a:off x="730250" y="5499100"/>
            <a:ext cx="6324600" cy="1569660"/>
          </a:xfrm>
          <a:prstGeom prst="rect">
            <a:avLst/>
          </a:prstGeom>
          <a:noFill/>
        </p:spPr>
        <p:txBody>
          <a:bodyPr wrap="square" rtlCol="1">
            <a:spAutoFit/>
          </a:bodyPr>
          <a:lstStyle/>
          <a:p>
            <a:pPr marL="457200" indent="-457200" algn="r" rtl="1">
              <a:buFont typeface="Arial" panose="020B0604020202020204" pitchFamily="34" charset="0"/>
              <a:buChar char="•"/>
            </a:pPr>
            <a:r>
              <a:rPr lang="ar-SA" sz="3200" b="1" dirty="0"/>
              <a:t>دليل التطوير المهني .</a:t>
            </a:r>
          </a:p>
          <a:p>
            <a:pPr marL="457200" indent="-457200" algn="r" rtl="1">
              <a:buFont typeface="Arial" panose="020B0604020202020204" pitchFamily="34" charset="0"/>
              <a:buChar char="•"/>
            </a:pPr>
            <a:r>
              <a:rPr lang="ar-SA" sz="3200" b="1" dirty="0"/>
              <a:t>الدليل الإرشادي لإدارة الأداء الوظيفي.</a:t>
            </a:r>
          </a:p>
          <a:p>
            <a:pPr marL="457200" indent="-457200" algn="r" rtl="1">
              <a:buFont typeface="Arial" panose="020B0604020202020204" pitchFamily="34" charset="0"/>
              <a:buChar char="•"/>
            </a:pPr>
            <a:r>
              <a:rPr lang="ar-SA" sz="3200" b="1" dirty="0"/>
              <a:t>دليل المعلم الجديد للتدريس الفعال . </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62C4B0"/>
        </a:solidFill>
        <a:effectLst/>
      </p:bgPr>
    </p:bg>
    <p:spTree>
      <p:nvGrpSpPr>
        <p:cNvPr id="1" name=""/>
        <p:cNvGrpSpPr/>
        <p:nvPr/>
      </p:nvGrpSpPr>
      <p:grpSpPr>
        <a:xfrm>
          <a:off x="0" y="0"/>
          <a:ext cx="0" cy="0"/>
          <a:chOff x="0" y="0"/>
          <a:chExt cx="0" cy="0"/>
        </a:xfrm>
      </p:grpSpPr>
      <p:sp>
        <p:nvSpPr>
          <p:cNvPr id="2" name="Freeform 2"/>
          <p:cNvSpPr/>
          <p:nvPr/>
        </p:nvSpPr>
        <p:spPr>
          <a:xfrm>
            <a:off x="-184150" y="1308100"/>
            <a:ext cx="7812031" cy="8891214"/>
          </a:xfrm>
          <a:custGeom>
            <a:avLst/>
            <a:gdLst/>
            <a:ahLst/>
            <a:cxnLst/>
            <a:rect l="l" t="t" r="r" b="b"/>
            <a:pathLst>
              <a:path w="8196083" h="8891214">
                <a:moveTo>
                  <a:pt x="0" y="0"/>
                </a:moveTo>
                <a:lnTo>
                  <a:pt x="8196083" y="0"/>
                </a:lnTo>
                <a:lnTo>
                  <a:pt x="8196083" y="8891214"/>
                </a:lnTo>
                <a:lnTo>
                  <a:pt x="0" y="8891214"/>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ar-SA" dirty="0"/>
          </a:p>
        </p:txBody>
      </p:sp>
      <p:sp>
        <p:nvSpPr>
          <p:cNvPr id="3" name="Freeform 3"/>
          <p:cNvSpPr/>
          <p:nvPr/>
        </p:nvSpPr>
        <p:spPr>
          <a:xfrm flipH="1" flipV="1">
            <a:off x="82001" y="7404100"/>
            <a:ext cx="1739699" cy="2579069"/>
          </a:xfrm>
          <a:custGeom>
            <a:avLst/>
            <a:gdLst/>
            <a:ahLst/>
            <a:cxnLst/>
            <a:rect l="l" t="t" r="r" b="b"/>
            <a:pathLst>
              <a:path w="1739699" h="2579069">
                <a:moveTo>
                  <a:pt x="1739699" y="2579069"/>
                </a:moveTo>
                <a:lnTo>
                  <a:pt x="0" y="2579069"/>
                </a:lnTo>
                <a:lnTo>
                  <a:pt x="0" y="0"/>
                </a:lnTo>
                <a:lnTo>
                  <a:pt x="1739699" y="0"/>
                </a:lnTo>
                <a:lnTo>
                  <a:pt x="1739699" y="2579069"/>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ar-SA"/>
          </a:p>
        </p:txBody>
      </p:sp>
      <p:sp>
        <p:nvSpPr>
          <p:cNvPr id="5" name="Freeform 5"/>
          <p:cNvSpPr/>
          <p:nvPr/>
        </p:nvSpPr>
        <p:spPr>
          <a:xfrm>
            <a:off x="6216650" y="9537700"/>
            <a:ext cx="1411231" cy="171914"/>
          </a:xfrm>
          <a:custGeom>
            <a:avLst/>
            <a:gdLst/>
            <a:ahLst/>
            <a:cxnLst/>
            <a:rect l="l" t="t" r="r" b="b"/>
            <a:pathLst>
              <a:path w="1411231" h="171914">
                <a:moveTo>
                  <a:pt x="0" y="0"/>
                </a:moveTo>
                <a:lnTo>
                  <a:pt x="1411231" y="0"/>
                </a:lnTo>
                <a:lnTo>
                  <a:pt x="1411231" y="171914"/>
                </a:lnTo>
                <a:lnTo>
                  <a:pt x="0" y="17191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ar-SA"/>
          </a:p>
        </p:txBody>
      </p:sp>
      <p:sp>
        <p:nvSpPr>
          <p:cNvPr id="11" name="مربع نص 10">
            <a:extLst>
              <a:ext uri="{FF2B5EF4-FFF2-40B4-BE49-F238E27FC236}">
                <a16:creationId xmlns:a16="http://schemas.microsoft.com/office/drawing/2014/main" id="{BD28BC5F-0D93-E47E-8AA1-8FC5770783C2}"/>
              </a:ext>
            </a:extLst>
          </p:cNvPr>
          <p:cNvSpPr txBox="1"/>
          <p:nvPr/>
        </p:nvSpPr>
        <p:spPr>
          <a:xfrm>
            <a:off x="1612201" y="2277942"/>
            <a:ext cx="3352800" cy="707886"/>
          </a:xfrm>
          <a:prstGeom prst="rect">
            <a:avLst/>
          </a:prstGeom>
          <a:noFill/>
        </p:spPr>
        <p:txBody>
          <a:bodyPr wrap="square" rtlCol="1">
            <a:spAutoFit/>
          </a:bodyPr>
          <a:lstStyle/>
          <a:p>
            <a:pPr algn="ctr" rtl="1"/>
            <a:r>
              <a:rPr lang="ar-SA" sz="4000" b="1" dirty="0"/>
              <a:t>الخاتمة</a:t>
            </a:r>
          </a:p>
        </p:txBody>
      </p:sp>
      <p:sp>
        <p:nvSpPr>
          <p:cNvPr id="12" name="مربع نص 11">
            <a:extLst>
              <a:ext uri="{FF2B5EF4-FFF2-40B4-BE49-F238E27FC236}">
                <a16:creationId xmlns:a16="http://schemas.microsoft.com/office/drawing/2014/main" id="{AA9DB9CD-8102-09E0-73E7-F4ABED306C63}"/>
              </a:ext>
            </a:extLst>
          </p:cNvPr>
          <p:cNvSpPr txBox="1"/>
          <p:nvPr/>
        </p:nvSpPr>
        <p:spPr>
          <a:xfrm>
            <a:off x="196850" y="3975100"/>
            <a:ext cx="6798328" cy="3970318"/>
          </a:xfrm>
          <a:prstGeom prst="rect">
            <a:avLst/>
          </a:prstGeom>
          <a:noFill/>
        </p:spPr>
        <p:txBody>
          <a:bodyPr wrap="square" rtlCol="1">
            <a:spAutoFit/>
          </a:bodyPr>
          <a:lstStyle/>
          <a:p>
            <a:pPr algn="r" rtl="1"/>
            <a:r>
              <a:rPr lang="ar-SA" sz="2800" b="1" dirty="0"/>
              <a:t>وفي الختام، يتضح أن لمديرة المدرسة دورًا محوريًا في دعم التطوير المهني وتحفيز منسوبات المدرسة نحو النمو المستمر، من خلال تهيئة بيئة عمل محفزة، وتشجيع التعلم المستدام، وتوفير الفرص التدريبية التي تسهم في رفع كفاءة الأداء التعليمي والإداري. كما أن اهتمامها بالتطوير المهني ينعكس إيجابًا على جودة التعليم، وتحسين نواتج التعلم، وبناء ثقافة مدرسية قائمة على التميز والإبداع. لذا فإن المديرة الواعية بأهمية التطوير المهني تُعدّ أساسًا في نجاح المدرسة وتحقيق أهدافها التربوية والتنموية.</a:t>
            </a:r>
          </a:p>
        </p:txBody>
      </p:sp>
      <p:sp>
        <p:nvSpPr>
          <p:cNvPr id="13" name="مربع نص 12">
            <a:extLst>
              <a:ext uri="{FF2B5EF4-FFF2-40B4-BE49-F238E27FC236}">
                <a16:creationId xmlns:a16="http://schemas.microsoft.com/office/drawing/2014/main" id="{3B9004CC-47B7-FDF4-4A84-04F86D611A38}"/>
              </a:ext>
            </a:extLst>
          </p:cNvPr>
          <p:cNvSpPr txBox="1"/>
          <p:nvPr/>
        </p:nvSpPr>
        <p:spPr>
          <a:xfrm>
            <a:off x="1644650" y="8699500"/>
            <a:ext cx="4572000" cy="830997"/>
          </a:xfrm>
          <a:prstGeom prst="rect">
            <a:avLst/>
          </a:prstGeom>
          <a:noFill/>
        </p:spPr>
        <p:txBody>
          <a:bodyPr wrap="square" rtlCol="1">
            <a:spAutoFit/>
          </a:bodyPr>
          <a:lstStyle/>
          <a:p>
            <a:pPr algn="ctr" rtl="1"/>
            <a:r>
              <a:rPr lang="ar-SA" sz="2400" b="1" dirty="0"/>
              <a:t>مديرة المدرسة </a:t>
            </a:r>
          </a:p>
          <a:p>
            <a:pPr algn="ctr" rtl="1"/>
            <a:r>
              <a:rPr lang="ar-SA" sz="2400" b="1" dirty="0"/>
              <a:t>جيهان محمد بنا </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62C4B0"/>
        </a:solidFill>
        <a:effectLst/>
      </p:bgPr>
    </p:bg>
    <p:spTree>
      <p:nvGrpSpPr>
        <p:cNvPr id="1" name=""/>
        <p:cNvGrpSpPr/>
        <p:nvPr/>
      </p:nvGrpSpPr>
      <p:grpSpPr>
        <a:xfrm>
          <a:off x="0" y="0"/>
          <a:ext cx="0" cy="0"/>
          <a:chOff x="0" y="0"/>
          <a:chExt cx="0" cy="0"/>
        </a:xfrm>
      </p:grpSpPr>
      <p:sp>
        <p:nvSpPr>
          <p:cNvPr id="2" name="Freeform 2"/>
          <p:cNvSpPr/>
          <p:nvPr/>
        </p:nvSpPr>
        <p:spPr>
          <a:xfrm>
            <a:off x="3188209" y="5503501"/>
            <a:ext cx="1411231" cy="171914"/>
          </a:xfrm>
          <a:custGeom>
            <a:avLst/>
            <a:gdLst/>
            <a:ahLst/>
            <a:cxnLst/>
            <a:rect l="l" t="t" r="r" b="b"/>
            <a:pathLst>
              <a:path w="1411231" h="171914">
                <a:moveTo>
                  <a:pt x="0" y="0"/>
                </a:moveTo>
                <a:lnTo>
                  <a:pt x="1411230" y="0"/>
                </a:lnTo>
                <a:lnTo>
                  <a:pt x="1411230" y="171913"/>
                </a:lnTo>
                <a:lnTo>
                  <a:pt x="0" y="171913"/>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ar-SA"/>
          </a:p>
        </p:txBody>
      </p:sp>
      <p:sp>
        <p:nvSpPr>
          <p:cNvPr id="3" name="Freeform 3"/>
          <p:cNvSpPr/>
          <p:nvPr/>
        </p:nvSpPr>
        <p:spPr>
          <a:xfrm>
            <a:off x="6359598" y="6271848"/>
            <a:ext cx="1200402" cy="1200402"/>
          </a:xfrm>
          <a:custGeom>
            <a:avLst/>
            <a:gdLst/>
            <a:ahLst/>
            <a:cxnLst/>
            <a:rect l="l" t="t" r="r" b="b"/>
            <a:pathLst>
              <a:path w="1200402" h="1200402">
                <a:moveTo>
                  <a:pt x="0" y="0"/>
                </a:moveTo>
                <a:lnTo>
                  <a:pt x="1200402" y="0"/>
                </a:lnTo>
                <a:lnTo>
                  <a:pt x="1200402" y="1200402"/>
                </a:lnTo>
                <a:lnTo>
                  <a:pt x="0" y="120040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ar-SA"/>
          </a:p>
        </p:txBody>
      </p:sp>
      <p:sp>
        <p:nvSpPr>
          <p:cNvPr id="5" name="Freeform 5"/>
          <p:cNvSpPr/>
          <p:nvPr/>
        </p:nvSpPr>
        <p:spPr>
          <a:xfrm flipH="1">
            <a:off x="0" y="6271848"/>
            <a:ext cx="1200402" cy="1200402"/>
          </a:xfrm>
          <a:custGeom>
            <a:avLst/>
            <a:gdLst/>
            <a:ahLst/>
            <a:cxnLst/>
            <a:rect l="l" t="t" r="r" b="b"/>
            <a:pathLst>
              <a:path w="1200402" h="1200402">
                <a:moveTo>
                  <a:pt x="1200402" y="0"/>
                </a:moveTo>
                <a:lnTo>
                  <a:pt x="0" y="0"/>
                </a:lnTo>
                <a:lnTo>
                  <a:pt x="0" y="1200402"/>
                </a:lnTo>
                <a:lnTo>
                  <a:pt x="1200402" y="1200402"/>
                </a:lnTo>
                <a:lnTo>
                  <a:pt x="1200402"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ar-SA"/>
          </a:p>
        </p:txBody>
      </p:sp>
      <p:sp>
        <p:nvSpPr>
          <p:cNvPr id="6" name="مربع نص 5">
            <a:extLst>
              <a:ext uri="{FF2B5EF4-FFF2-40B4-BE49-F238E27FC236}">
                <a16:creationId xmlns:a16="http://schemas.microsoft.com/office/drawing/2014/main" id="{BCD8A904-D4C6-1108-4A24-EEBDF3269172}"/>
              </a:ext>
            </a:extLst>
          </p:cNvPr>
          <p:cNvSpPr txBox="1"/>
          <p:nvPr/>
        </p:nvSpPr>
        <p:spPr>
          <a:xfrm>
            <a:off x="1416050" y="3517900"/>
            <a:ext cx="4038600" cy="1569660"/>
          </a:xfrm>
          <a:prstGeom prst="rect">
            <a:avLst/>
          </a:prstGeom>
          <a:noFill/>
        </p:spPr>
        <p:txBody>
          <a:bodyPr wrap="square" rtlCol="1">
            <a:spAutoFit/>
          </a:bodyPr>
          <a:lstStyle/>
          <a:p>
            <a:pPr algn="ctr"/>
            <a:r>
              <a:rPr lang="ar-SA" sz="4800" b="1" dirty="0"/>
              <a:t>تم الانتهاء </a:t>
            </a:r>
          </a:p>
          <a:p>
            <a:pPr algn="ctr"/>
            <a:r>
              <a:rPr lang="ar-SA" sz="4800" b="1" dirty="0"/>
              <a:t>ولله الحمد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نسق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398</TotalTime>
  <Words>3326</Words>
  <Application>Microsoft Office PowerPoint</Application>
  <PresentationFormat>مخصص</PresentationFormat>
  <Paragraphs>912</Paragraphs>
  <Slides>26</Slides>
  <Notes>18</Notes>
  <HiddenSlides>0</HiddenSlides>
  <MMClips>0</MMClips>
  <ScaleCrop>false</ScaleCrop>
  <HeadingPairs>
    <vt:vector size="6" baseType="variant">
      <vt:variant>
        <vt:lpstr>الخطوط المستخدمة</vt:lpstr>
      </vt:variant>
      <vt:variant>
        <vt:i4>6</vt:i4>
      </vt:variant>
      <vt:variant>
        <vt:lpstr>نسق</vt:lpstr>
      </vt:variant>
      <vt:variant>
        <vt:i4>1</vt:i4>
      </vt:variant>
      <vt:variant>
        <vt:lpstr>عناوين الشرائح</vt:lpstr>
      </vt:variant>
      <vt:variant>
        <vt:i4>26</vt:i4>
      </vt:variant>
    </vt:vector>
  </HeadingPairs>
  <TitlesOfParts>
    <vt:vector size="33" baseType="lpstr">
      <vt:lpstr>Aptos Display</vt:lpstr>
      <vt:lpstr>AGA Arabesque Desktop</vt:lpstr>
      <vt:lpstr>Arial</vt:lpstr>
      <vt:lpstr>Calibri</vt:lpstr>
      <vt:lpstr>Courier New</vt:lpstr>
      <vt:lpstr>Aptos</vt:lpstr>
      <vt:lpstr>Office Theme</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حلو (21 x 29.7 سم)</dc:title>
  <cp:lastModifiedBy>Rasha Alfakhrani</cp:lastModifiedBy>
  <cp:revision>5</cp:revision>
  <dcterms:created xsi:type="dcterms:W3CDTF">2006-08-16T00:00:00Z</dcterms:created>
  <dcterms:modified xsi:type="dcterms:W3CDTF">2026-09-01T21:00:06Z</dcterms:modified>
  <dc:identifier>DAHHynggmYc</dc:identifier>
</cp:coreProperties>
</file>