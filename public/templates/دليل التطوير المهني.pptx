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4"/>
  </p:notesMasterIdLst>
  <p:sldIdLst>
    <p:sldId id="267" r:id="rId2"/>
    <p:sldId id="261" r:id="rId3"/>
    <p:sldId id="268" r:id="rId4"/>
    <p:sldId id="256" r:id="rId5"/>
    <p:sldId id="269" r:id="rId6"/>
    <p:sldId id="270" r:id="rId7"/>
    <p:sldId id="271" r:id="rId8"/>
    <p:sldId id="272" r:id="rId9"/>
    <p:sldId id="297" r:id="rId10"/>
    <p:sldId id="273" r:id="rId11"/>
    <p:sldId id="274" r:id="rId12"/>
    <p:sldId id="275" r:id="rId13"/>
    <p:sldId id="298" r:id="rId14"/>
    <p:sldId id="300" r:id="rId15"/>
    <p:sldId id="276" r:id="rId16"/>
    <p:sldId id="277" r:id="rId17"/>
    <p:sldId id="299" r:id="rId18"/>
    <p:sldId id="279" r:id="rId19"/>
    <p:sldId id="278" r:id="rId20"/>
    <p:sldId id="262" r:id="rId21"/>
    <p:sldId id="259" r:id="rId22"/>
    <p:sldId id="264" r:id="rId23"/>
  </p:sldIdLst>
  <p:sldSz cx="7556500" cy="106934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98335"/>
    <a:srgbClr val="BEFAE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3C3538A-5291-4299-B76C-D57AC0516372}" v="165" dt="2026-04-27T18:32:07.915"/>
  </p1510:revLst>
</p1510:revInfo>
</file>

<file path=ppt/tableStyles.xml><?xml version="1.0" encoding="utf-8"?>
<a:tblStyleLst xmlns:a="http://schemas.openxmlformats.org/drawingml/2006/main" def="{5C22544A-7EE6-4342-B048-85BDC9FD1C3A}">
  <a:tblStyle styleId="{5C22544A-7EE6-4342-B048-85BDC9FD1C3A}" styleName="نمط متوسط 2 - تميي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بلا نمط، شبكة جدول">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505E3EF-67EA-436B-97B2-0124C06EBD24}" styleName="نمط متوسط 4 - تميي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D7AC3CCA-C797-4891-BE02-D94E43425B78}" styleName="النمط المتوسط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نمط متوسط 2 - تميي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7730" autoAdjust="0"/>
  </p:normalViewPr>
  <p:slideViewPr>
    <p:cSldViewPr>
      <p:cViewPr>
        <p:scale>
          <a:sx n="38" d="100"/>
          <a:sy n="38" d="100"/>
        </p:scale>
        <p:origin x="2284" y="1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bab queen" userId="ba431fdeb03e4eb9" providerId="LiveId" clId="{326DA7F0-520B-4B1C-B80C-BDF160A57F2D}"/>
    <pc:docChg chg="undo redo custSel addSld delSld modSld sldOrd">
      <pc:chgData name="rabab queen" userId="ba431fdeb03e4eb9" providerId="LiveId" clId="{326DA7F0-520B-4B1C-B80C-BDF160A57F2D}" dt="2026-04-27T18:32:38.924" v="1565" actId="1076"/>
      <pc:docMkLst>
        <pc:docMk/>
      </pc:docMkLst>
      <pc:sldChg chg="addSp delSp modSp mod">
        <pc:chgData name="rabab queen" userId="ba431fdeb03e4eb9" providerId="LiveId" clId="{326DA7F0-520B-4B1C-B80C-BDF160A57F2D}" dt="2026-04-27T15:31:24.768" v="394" actId="1076"/>
        <pc:sldMkLst>
          <pc:docMk/>
          <pc:sldMk cId="0" sldId="256"/>
        </pc:sldMkLst>
        <pc:spChg chg="mod">
          <ac:chgData name="rabab queen" userId="ba431fdeb03e4eb9" providerId="LiveId" clId="{326DA7F0-520B-4B1C-B80C-BDF160A57F2D}" dt="2026-04-27T15:31:20.379" v="393" actId="1076"/>
          <ac:spMkLst>
            <pc:docMk/>
            <pc:sldMk cId="0" sldId="256"/>
            <ac:spMk id="2" creationId="{00000000-0000-0000-0000-000000000000}"/>
          </ac:spMkLst>
        </pc:spChg>
        <pc:spChg chg="add del mod">
          <ac:chgData name="rabab queen" userId="ba431fdeb03e4eb9" providerId="LiveId" clId="{326DA7F0-520B-4B1C-B80C-BDF160A57F2D}" dt="2026-04-26T16:53:03.535" v="144"/>
          <ac:spMkLst>
            <pc:docMk/>
            <pc:sldMk cId="0" sldId="256"/>
            <ac:spMk id="3" creationId="{D1AE7854-038D-91D3-A89B-ADDA3E7C4603}"/>
          </ac:spMkLst>
        </pc:spChg>
        <pc:spChg chg="mod">
          <ac:chgData name="rabab queen" userId="ba431fdeb03e4eb9" providerId="LiveId" clId="{326DA7F0-520B-4B1C-B80C-BDF160A57F2D}" dt="2026-04-26T17:13:54.988" v="313" actId="1076"/>
          <ac:spMkLst>
            <pc:docMk/>
            <pc:sldMk cId="0" sldId="256"/>
            <ac:spMk id="4" creationId="{00000000-0000-0000-0000-000000000000}"/>
          </ac:spMkLst>
        </pc:spChg>
        <pc:spChg chg="mod">
          <ac:chgData name="rabab queen" userId="ba431fdeb03e4eb9" providerId="LiveId" clId="{326DA7F0-520B-4B1C-B80C-BDF160A57F2D}" dt="2026-04-27T15:31:24.768" v="394" actId="1076"/>
          <ac:spMkLst>
            <pc:docMk/>
            <pc:sldMk cId="0" sldId="256"/>
            <ac:spMk id="5" creationId="{00000000-0000-0000-0000-000000000000}"/>
          </ac:spMkLst>
        </pc:spChg>
        <pc:spChg chg="add mod">
          <ac:chgData name="rabab queen" userId="ba431fdeb03e4eb9" providerId="LiveId" clId="{326DA7F0-520B-4B1C-B80C-BDF160A57F2D}" dt="2026-04-27T15:31:01.179" v="392" actId="14100"/>
          <ac:spMkLst>
            <pc:docMk/>
            <pc:sldMk cId="0" sldId="256"/>
            <ac:spMk id="6" creationId="{C752A884-B923-FB57-59FD-23BDFA9FEAD3}"/>
          </ac:spMkLst>
        </pc:spChg>
        <pc:spChg chg="add mod">
          <ac:chgData name="rabab queen" userId="ba431fdeb03e4eb9" providerId="LiveId" clId="{326DA7F0-520B-4B1C-B80C-BDF160A57F2D}" dt="2026-04-26T17:12:23.066" v="306" actId="1076"/>
          <ac:spMkLst>
            <pc:docMk/>
            <pc:sldMk cId="0" sldId="256"/>
            <ac:spMk id="7" creationId="{E1090505-7285-AB2F-1604-A7E699756897}"/>
          </ac:spMkLst>
        </pc:spChg>
        <pc:spChg chg="del">
          <ac:chgData name="rabab queen" userId="ba431fdeb03e4eb9" providerId="LiveId" clId="{326DA7F0-520B-4B1C-B80C-BDF160A57F2D}" dt="2026-04-26T16:50:43.124" v="123" actId="478"/>
          <ac:spMkLst>
            <pc:docMk/>
            <pc:sldMk cId="0" sldId="256"/>
            <ac:spMk id="8" creationId="{00000000-0000-0000-0000-000000000000}"/>
          </ac:spMkLst>
        </pc:spChg>
        <pc:spChg chg="del">
          <ac:chgData name="rabab queen" userId="ba431fdeb03e4eb9" providerId="LiveId" clId="{326DA7F0-520B-4B1C-B80C-BDF160A57F2D}" dt="2026-04-26T16:50:49.220" v="124" actId="478"/>
          <ac:spMkLst>
            <pc:docMk/>
            <pc:sldMk cId="0" sldId="256"/>
            <ac:spMk id="9" creationId="{79D0DF6C-2F27-A363-D89F-77F41D4D8770}"/>
          </ac:spMkLst>
        </pc:spChg>
        <pc:spChg chg="add mod">
          <ac:chgData name="rabab queen" userId="ba431fdeb03e4eb9" providerId="LiveId" clId="{326DA7F0-520B-4B1C-B80C-BDF160A57F2D}" dt="2026-04-26T17:11:36.414" v="294" actId="1076"/>
          <ac:spMkLst>
            <pc:docMk/>
            <pc:sldMk cId="0" sldId="256"/>
            <ac:spMk id="10" creationId="{D2A7BCBF-CBA9-1FCB-20E9-E0491E2FE7B3}"/>
          </ac:spMkLst>
        </pc:spChg>
        <pc:spChg chg="add del mod">
          <ac:chgData name="rabab queen" userId="ba431fdeb03e4eb9" providerId="LiveId" clId="{326DA7F0-520B-4B1C-B80C-BDF160A57F2D}" dt="2026-04-26T17:07:16.922" v="263"/>
          <ac:spMkLst>
            <pc:docMk/>
            <pc:sldMk cId="0" sldId="256"/>
            <ac:spMk id="11" creationId="{6A42796B-A9C3-6857-6C0D-EB2E9A8629B5}"/>
          </ac:spMkLst>
        </pc:spChg>
        <pc:spChg chg="add mod">
          <ac:chgData name="rabab queen" userId="ba431fdeb03e4eb9" providerId="LiveId" clId="{326DA7F0-520B-4B1C-B80C-BDF160A57F2D}" dt="2026-04-26T17:11:54.683" v="299" actId="1076"/>
          <ac:spMkLst>
            <pc:docMk/>
            <pc:sldMk cId="0" sldId="256"/>
            <ac:spMk id="12" creationId="{4CE4A507-5BB1-50B0-CE28-464762B4D383}"/>
          </ac:spMkLst>
        </pc:spChg>
      </pc:sldChg>
      <pc:sldChg chg="del">
        <pc:chgData name="rabab queen" userId="ba431fdeb03e4eb9" providerId="LiveId" clId="{326DA7F0-520B-4B1C-B80C-BDF160A57F2D}" dt="2026-04-27T18:21:17.186" v="1367" actId="2696"/>
        <pc:sldMkLst>
          <pc:docMk/>
          <pc:sldMk cId="0" sldId="257"/>
        </pc:sldMkLst>
      </pc:sldChg>
      <pc:sldChg chg="del">
        <pc:chgData name="rabab queen" userId="ba431fdeb03e4eb9" providerId="LiveId" clId="{326DA7F0-520B-4B1C-B80C-BDF160A57F2D}" dt="2026-04-27T18:21:28.717" v="1368" actId="2696"/>
        <pc:sldMkLst>
          <pc:docMk/>
          <pc:sldMk cId="0" sldId="258"/>
        </pc:sldMkLst>
      </pc:sldChg>
      <pc:sldChg chg="addSp delSp modSp mod ord">
        <pc:chgData name="rabab queen" userId="ba431fdeb03e4eb9" providerId="LiveId" clId="{326DA7F0-520B-4B1C-B80C-BDF160A57F2D}" dt="2026-04-27T18:27:14.444" v="1479" actId="1076"/>
        <pc:sldMkLst>
          <pc:docMk/>
          <pc:sldMk cId="0" sldId="259"/>
        </pc:sldMkLst>
        <pc:spChg chg="mod">
          <ac:chgData name="rabab queen" userId="ba431fdeb03e4eb9" providerId="LiveId" clId="{326DA7F0-520B-4B1C-B80C-BDF160A57F2D}" dt="2026-04-27T18:24:38.499" v="1417" actId="14100"/>
          <ac:spMkLst>
            <pc:docMk/>
            <pc:sldMk cId="0" sldId="259"/>
            <ac:spMk id="2" creationId="{00000000-0000-0000-0000-000000000000}"/>
          </ac:spMkLst>
        </pc:spChg>
        <pc:spChg chg="mod">
          <ac:chgData name="rabab queen" userId="ba431fdeb03e4eb9" providerId="LiveId" clId="{326DA7F0-520B-4B1C-B80C-BDF160A57F2D}" dt="2026-04-27T18:23:22.050" v="1407" actId="1076"/>
          <ac:spMkLst>
            <pc:docMk/>
            <pc:sldMk cId="0" sldId="259"/>
            <ac:spMk id="3" creationId="{00000000-0000-0000-0000-000000000000}"/>
          </ac:spMkLst>
        </pc:spChg>
        <pc:spChg chg="del">
          <ac:chgData name="rabab queen" userId="ba431fdeb03e4eb9" providerId="LiveId" clId="{326DA7F0-520B-4B1C-B80C-BDF160A57F2D}" dt="2026-04-27T18:24:18.201" v="1415" actId="478"/>
          <ac:spMkLst>
            <pc:docMk/>
            <pc:sldMk cId="0" sldId="259"/>
            <ac:spMk id="4" creationId="{00000000-0000-0000-0000-000000000000}"/>
          </ac:spMkLst>
        </pc:spChg>
        <pc:spChg chg="mod">
          <ac:chgData name="rabab queen" userId="ba431fdeb03e4eb9" providerId="LiveId" clId="{326DA7F0-520B-4B1C-B80C-BDF160A57F2D}" dt="2026-04-27T18:24:14.251" v="1414" actId="1076"/>
          <ac:spMkLst>
            <pc:docMk/>
            <pc:sldMk cId="0" sldId="259"/>
            <ac:spMk id="5" creationId="{00000000-0000-0000-0000-000000000000}"/>
          </ac:spMkLst>
        </pc:spChg>
        <pc:spChg chg="del">
          <ac:chgData name="rabab queen" userId="ba431fdeb03e4eb9" providerId="LiveId" clId="{326DA7F0-520B-4B1C-B80C-BDF160A57F2D}" dt="2026-04-27T18:23:52.553" v="1411" actId="478"/>
          <ac:spMkLst>
            <pc:docMk/>
            <pc:sldMk cId="0" sldId="259"/>
            <ac:spMk id="6" creationId="{00000000-0000-0000-0000-000000000000}"/>
          </ac:spMkLst>
        </pc:spChg>
        <pc:spChg chg="del">
          <ac:chgData name="rabab queen" userId="ba431fdeb03e4eb9" providerId="LiveId" clId="{326DA7F0-520B-4B1C-B80C-BDF160A57F2D}" dt="2026-04-27T18:23:57.333" v="1412" actId="478"/>
          <ac:spMkLst>
            <pc:docMk/>
            <pc:sldMk cId="0" sldId="259"/>
            <ac:spMk id="7" creationId="{00000000-0000-0000-0000-000000000000}"/>
          </ac:spMkLst>
        </pc:spChg>
        <pc:spChg chg="del mod">
          <ac:chgData name="rabab queen" userId="ba431fdeb03e4eb9" providerId="LiveId" clId="{326DA7F0-520B-4B1C-B80C-BDF160A57F2D}" dt="2026-04-27T18:23:48.692" v="1410" actId="478"/>
          <ac:spMkLst>
            <pc:docMk/>
            <pc:sldMk cId="0" sldId="259"/>
            <ac:spMk id="8" creationId="{00000000-0000-0000-0000-000000000000}"/>
          </ac:spMkLst>
        </pc:spChg>
        <pc:spChg chg="del">
          <ac:chgData name="rabab queen" userId="ba431fdeb03e4eb9" providerId="LiveId" clId="{326DA7F0-520B-4B1C-B80C-BDF160A57F2D}" dt="2026-04-27T18:23:40.620" v="1408" actId="478"/>
          <ac:spMkLst>
            <pc:docMk/>
            <pc:sldMk cId="0" sldId="259"/>
            <ac:spMk id="9" creationId="{00000000-0000-0000-0000-000000000000}"/>
          </ac:spMkLst>
        </pc:spChg>
        <pc:spChg chg="add del mod">
          <ac:chgData name="rabab queen" userId="ba431fdeb03e4eb9" providerId="LiveId" clId="{326DA7F0-520B-4B1C-B80C-BDF160A57F2D}" dt="2026-04-27T18:25:02.027" v="1434"/>
          <ac:spMkLst>
            <pc:docMk/>
            <pc:sldMk cId="0" sldId="259"/>
            <ac:spMk id="10" creationId="{28AD1A1A-BA02-25E8-DF45-F1380D50415C}"/>
          </ac:spMkLst>
        </pc:spChg>
        <pc:spChg chg="add mod">
          <ac:chgData name="rabab queen" userId="ba431fdeb03e4eb9" providerId="LiveId" clId="{326DA7F0-520B-4B1C-B80C-BDF160A57F2D}" dt="2026-04-27T18:27:14.444" v="1479" actId="1076"/>
          <ac:spMkLst>
            <pc:docMk/>
            <pc:sldMk cId="0" sldId="259"/>
            <ac:spMk id="11" creationId="{BD28BC5F-0D93-E47E-8AA1-8FC5770783C2}"/>
          </ac:spMkLst>
        </pc:spChg>
        <pc:spChg chg="add mod">
          <ac:chgData name="rabab queen" userId="ba431fdeb03e4eb9" providerId="LiveId" clId="{326DA7F0-520B-4B1C-B80C-BDF160A57F2D}" dt="2026-04-27T18:26:31.324" v="1443" actId="14100"/>
          <ac:spMkLst>
            <pc:docMk/>
            <pc:sldMk cId="0" sldId="259"/>
            <ac:spMk id="12" creationId="{AA9DB9CD-8102-09E0-73E7-F4ABED306C63}"/>
          </ac:spMkLst>
        </pc:spChg>
        <pc:spChg chg="add mod">
          <ac:chgData name="rabab queen" userId="ba431fdeb03e4eb9" providerId="LiveId" clId="{326DA7F0-520B-4B1C-B80C-BDF160A57F2D}" dt="2026-04-27T18:27:07.735" v="1478" actId="255"/>
          <ac:spMkLst>
            <pc:docMk/>
            <pc:sldMk cId="0" sldId="259"/>
            <ac:spMk id="13" creationId="{3B9004CC-47B7-FDF4-4A84-04F86D611A38}"/>
          </ac:spMkLst>
        </pc:spChg>
      </pc:sldChg>
      <pc:sldChg chg="del">
        <pc:chgData name="rabab queen" userId="ba431fdeb03e4eb9" providerId="LiveId" clId="{326DA7F0-520B-4B1C-B80C-BDF160A57F2D}" dt="2026-04-27T18:28:46.452" v="1523" actId="2696"/>
        <pc:sldMkLst>
          <pc:docMk/>
          <pc:sldMk cId="0" sldId="260"/>
        </pc:sldMkLst>
      </pc:sldChg>
      <pc:sldChg chg="addSp delSp modSp add del mod ord">
        <pc:chgData name="rabab queen" userId="ba431fdeb03e4eb9" providerId="LiveId" clId="{326DA7F0-520B-4B1C-B80C-BDF160A57F2D}" dt="2026-04-27T18:16:15.178" v="1259" actId="1076"/>
        <pc:sldMkLst>
          <pc:docMk/>
          <pc:sldMk cId="0" sldId="261"/>
        </pc:sldMkLst>
        <pc:spChg chg="mod">
          <ac:chgData name="rabab queen" userId="ba431fdeb03e4eb9" providerId="LiveId" clId="{326DA7F0-520B-4B1C-B80C-BDF160A57F2D}" dt="2026-04-27T18:16:08.866" v="1258" actId="1076"/>
          <ac:spMkLst>
            <pc:docMk/>
            <pc:sldMk cId="0" sldId="261"/>
            <ac:spMk id="2" creationId="{00000000-0000-0000-0000-000000000000}"/>
          </ac:spMkLst>
        </pc:spChg>
        <pc:spChg chg="mod">
          <ac:chgData name="rabab queen" userId="ba431fdeb03e4eb9" providerId="LiveId" clId="{326DA7F0-520B-4B1C-B80C-BDF160A57F2D}" dt="2026-04-27T18:12:39.743" v="1221" actId="1076"/>
          <ac:spMkLst>
            <pc:docMk/>
            <pc:sldMk cId="0" sldId="261"/>
            <ac:spMk id="3" creationId="{00000000-0000-0000-0000-000000000000}"/>
          </ac:spMkLst>
        </pc:spChg>
        <pc:spChg chg="del">
          <ac:chgData name="rabab queen" userId="ba431fdeb03e4eb9" providerId="LiveId" clId="{326DA7F0-520B-4B1C-B80C-BDF160A57F2D}" dt="2026-04-27T18:12:43.912" v="1222" actId="478"/>
          <ac:spMkLst>
            <pc:docMk/>
            <pc:sldMk cId="0" sldId="261"/>
            <ac:spMk id="4" creationId="{00000000-0000-0000-0000-000000000000}"/>
          </ac:spMkLst>
        </pc:spChg>
        <pc:spChg chg="mod">
          <ac:chgData name="rabab queen" userId="ba431fdeb03e4eb9" providerId="LiveId" clId="{326DA7F0-520B-4B1C-B80C-BDF160A57F2D}" dt="2026-04-27T18:11:50.468" v="1212" actId="1076"/>
          <ac:spMkLst>
            <pc:docMk/>
            <pc:sldMk cId="0" sldId="261"/>
            <ac:spMk id="5" creationId="{00000000-0000-0000-0000-000000000000}"/>
          </ac:spMkLst>
        </pc:spChg>
        <pc:spChg chg="mod">
          <ac:chgData name="rabab queen" userId="ba431fdeb03e4eb9" providerId="LiveId" clId="{326DA7F0-520B-4B1C-B80C-BDF160A57F2D}" dt="2026-04-27T18:11:52.898" v="1213" actId="1076"/>
          <ac:spMkLst>
            <pc:docMk/>
            <pc:sldMk cId="0" sldId="261"/>
            <ac:spMk id="6" creationId="{00000000-0000-0000-0000-000000000000}"/>
          </ac:spMkLst>
        </pc:spChg>
        <pc:spChg chg="mod">
          <ac:chgData name="rabab queen" userId="ba431fdeb03e4eb9" providerId="LiveId" clId="{326DA7F0-520B-4B1C-B80C-BDF160A57F2D}" dt="2026-04-27T18:12:21.482" v="1218" actId="255"/>
          <ac:spMkLst>
            <pc:docMk/>
            <pc:sldMk cId="0" sldId="261"/>
            <ac:spMk id="7" creationId="{00000000-0000-0000-0000-000000000000}"/>
          </ac:spMkLst>
        </pc:spChg>
        <pc:spChg chg="del mod">
          <ac:chgData name="rabab queen" userId="ba431fdeb03e4eb9" providerId="LiveId" clId="{326DA7F0-520B-4B1C-B80C-BDF160A57F2D}" dt="2026-04-27T18:13:08.483" v="1227"/>
          <ac:spMkLst>
            <pc:docMk/>
            <pc:sldMk cId="0" sldId="261"/>
            <ac:spMk id="8" creationId="{00000000-0000-0000-0000-000000000000}"/>
          </ac:spMkLst>
        </pc:spChg>
        <pc:spChg chg="del mod">
          <ac:chgData name="rabab queen" userId="ba431fdeb03e4eb9" providerId="LiveId" clId="{326DA7F0-520B-4B1C-B80C-BDF160A57F2D}" dt="2026-04-27T18:12:52.223" v="1224" actId="478"/>
          <ac:spMkLst>
            <pc:docMk/>
            <pc:sldMk cId="0" sldId="261"/>
            <ac:spMk id="9" creationId="{00000000-0000-0000-0000-000000000000}"/>
          </ac:spMkLst>
        </pc:spChg>
        <pc:spChg chg="add mod">
          <ac:chgData name="rabab queen" userId="ba431fdeb03e4eb9" providerId="LiveId" clId="{326DA7F0-520B-4B1C-B80C-BDF160A57F2D}" dt="2026-04-27T18:15:21.540" v="1247" actId="14100"/>
          <ac:spMkLst>
            <pc:docMk/>
            <pc:sldMk cId="0" sldId="261"/>
            <ac:spMk id="10" creationId="{9AC15499-D743-C8F4-D59D-5E9B6FDAA366}"/>
          </ac:spMkLst>
        </pc:spChg>
        <pc:spChg chg="add mod">
          <ac:chgData name="rabab queen" userId="ba431fdeb03e4eb9" providerId="LiveId" clId="{326DA7F0-520B-4B1C-B80C-BDF160A57F2D}" dt="2026-04-27T18:16:15.178" v="1259" actId="1076"/>
          <ac:spMkLst>
            <pc:docMk/>
            <pc:sldMk cId="0" sldId="261"/>
            <ac:spMk id="11" creationId="{295EDD78-1BC2-D64F-0B5E-843D250DA6DD}"/>
          </ac:spMkLst>
        </pc:spChg>
      </pc:sldChg>
      <pc:sldChg chg="add del setBg">
        <pc:chgData name="rabab queen" userId="ba431fdeb03e4eb9" providerId="LiveId" clId="{326DA7F0-520B-4B1C-B80C-BDF160A57F2D}" dt="2026-04-27T18:10:00.782" v="1188"/>
        <pc:sldMkLst>
          <pc:docMk/>
          <pc:sldMk cId="1654531813" sldId="261"/>
        </pc:sldMkLst>
      </pc:sldChg>
      <pc:sldChg chg="addSp delSp modSp mod ord">
        <pc:chgData name="rabab queen" userId="ba431fdeb03e4eb9" providerId="LiveId" clId="{326DA7F0-520B-4B1C-B80C-BDF160A57F2D}" dt="2026-04-27T18:29:20.274" v="1527" actId="14100"/>
        <pc:sldMkLst>
          <pc:docMk/>
          <pc:sldMk cId="0" sldId="262"/>
        </pc:sldMkLst>
        <pc:spChg chg="mod">
          <ac:chgData name="rabab queen" userId="ba431fdeb03e4eb9" providerId="LiveId" clId="{326DA7F0-520B-4B1C-B80C-BDF160A57F2D}" dt="2026-04-27T18:29:03.677" v="1525" actId="14100"/>
          <ac:spMkLst>
            <pc:docMk/>
            <pc:sldMk cId="0" sldId="262"/>
            <ac:spMk id="2" creationId="{00000000-0000-0000-0000-000000000000}"/>
          </ac:spMkLst>
        </pc:spChg>
        <pc:spChg chg="mod">
          <ac:chgData name="rabab queen" userId="ba431fdeb03e4eb9" providerId="LiveId" clId="{326DA7F0-520B-4B1C-B80C-BDF160A57F2D}" dt="2026-04-27T18:20:05.739" v="1300" actId="1076"/>
          <ac:spMkLst>
            <pc:docMk/>
            <pc:sldMk cId="0" sldId="262"/>
            <ac:spMk id="3" creationId="{00000000-0000-0000-0000-000000000000}"/>
          </ac:spMkLst>
        </pc:spChg>
        <pc:spChg chg="mod">
          <ac:chgData name="rabab queen" userId="ba431fdeb03e4eb9" providerId="LiveId" clId="{326DA7F0-520B-4B1C-B80C-BDF160A57F2D}" dt="2026-04-27T18:20:12.737" v="1301" actId="1076"/>
          <ac:spMkLst>
            <pc:docMk/>
            <pc:sldMk cId="0" sldId="262"/>
            <ac:spMk id="4" creationId="{00000000-0000-0000-0000-000000000000}"/>
          </ac:spMkLst>
        </pc:spChg>
        <pc:spChg chg="del">
          <ac:chgData name="rabab queen" userId="ba431fdeb03e4eb9" providerId="LiveId" clId="{326DA7F0-520B-4B1C-B80C-BDF160A57F2D}" dt="2026-04-27T18:17:56.536" v="1268" actId="478"/>
          <ac:spMkLst>
            <pc:docMk/>
            <pc:sldMk cId="0" sldId="262"/>
            <ac:spMk id="5" creationId="{00000000-0000-0000-0000-000000000000}"/>
          </ac:spMkLst>
        </pc:spChg>
        <pc:spChg chg="del">
          <ac:chgData name="rabab queen" userId="ba431fdeb03e4eb9" providerId="LiveId" clId="{326DA7F0-520B-4B1C-B80C-BDF160A57F2D}" dt="2026-04-27T18:18:06.540" v="1269" actId="478"/>
          <ac:spMkLst>
            <pc:docMk/>
            <pc:sldMk cId="0" sldId="262"/>
            <ac:spMk id="6" creationId="{00000000-0000-0000-0000-000000000000}"/>
          </ac:spMkLst>
        </pc:spChg>
        <pc:spChg chg="mod">
          <ac:chgData name="rabab queen" userId="ba431fdeb03e4eb9" providerId="LiveId" clId="{326DA7F0-520B-4B1C-B80C-BDF160A57F2D}" dt="2026-04-27T18:29:20.274" v="1527" actId="14100"/>
          <ac:spMkLst>
            <pc:docMk/>
            <pc:sldMk cId="0" sldId="262"/>
            <ac:spMk id="7" creationId="{00000000-0000-0000-0000-000000000000}"/>
          </ac:spMkLst>
        </pc:spChg>
        <pc:spChg chg="del">
          <ac:chgData name="rabab queen" userId="ba431fdeb03e4eb9" providerId="LiveId" clId="{326DA7F0-520B-4B1C-B80C-BDF160A57F2D}" dt="2026-04-27T18:18:12.188" v="1270" actId="478"/>
          <ac:spMkLst>
            <pc:docMk/>
            <pc:sldMk cId="0" sldId="262"/>
            <ac:spMk id="8" creationId="{00000000-0000-0000-0000-000000000000}"/>
          </ac:spMkLst>
        </pc:spChg>
        <pc:spChg chg="add mod">
          <ac:chgData name="rabab queen" userId="ba431fdeb03e4eb9" providerId="LiveId" clId="{326DA7F0-520B-4B1C-B80C-BDF160A57F2D}" dt="2026-04-27T18:19:36.239" v="1294" actId="255"/>
          <ac:spMkLst>
            <pc:docMk/>
            <pc:sldMk cId="0" sldId="262"/>
            <ac:spMk id="9" creationId="{7BD2E2EE-7B0B-9C06-E262-88F9F319700C}"/>
          </ac:spMkLst>
        </pc:spChg>
        <pc:spChg chg="add mod">
          <ac:chgData name="rabab queen" userId="ba431fdeb03e4eb9" providerId="LiveId" clId="{326DA7F0-520B-4B1C-B80C-BDF160A57F2D}" dt="2026-04-27T18:28:32.754" v="1522" actId="20577"/>
          <ac:spMkLst>
            <pc:docMk/>
            <pc:sldMk cId="0" sldId="262"/>
            <ac:spMk id="10" creationId="{AA4E2B18-9C34-D9C9-9435-F3C7890623C1}"/>
          </ac:spMkLst>
        </pc:spChg>
      </pc:sldChg>
      <pc:sldChg chg="del">
        <pc:chgData name="rabab queen" userId="ba431fdeb03e4eb9" providerId="LiveId" clId="{326DA7F0-520B-4B1C-B80C-BDF160A57F2D}" dt="2026-04-27T18:21:34.462" v="1369" actId="2696"/>
        <pc:sldMkLst>
          <pc:docMk/>
          <pc:sldMk cId="0" sldId="263"/>
        </pc:sldMkLst>
      </pc:sldChg>
      <pc:sldChg chg="addSp delSp modSp mod">
        <pc:chgData name="rabab queen" userId="ba431fdeb03e4eb9" providerId="LiveId" clId="{326DA7F0-520B-4B1C-B80C-BDF160A57F2D}" dt="2026-04-27T18:22:41.355" v="1405" actId="122"/>
        <pc:sldMkLst>
          <pc:docMk/>
          <pc:sldMk cId="0" sldId="264"/>
        </pc:sldMkLst>
        <pc:spChg chg="del">
          <ac:chgData name="rabab queen" userId="ba431fdeb03e4eb9" providerId="LiveId" clId="{326DA7F0-520B-4B1C-B80C-BDF160A57F2D}" dt="2026-04-27T18:22:00.915" v="1372" actId="478"/>
          <ac:spMkLst>
            <pc:docMk/>
            <pc:sldMk cId="0" sldId="264"/>
            <ac:spMk id="4" creationId="{00000000-0000-0000-0000-000000000000}"/>
          </ac:spMkLst>
        </pc:spChg>
        <pc:spChg chg="add mod">
          <ac:chgData name="rabab queen" userId="ba431fdeb03e4eb9" providerId="LiveId" clId="{326DA7F0-520B-4B1C-B80C-BDF160A57F2D}" dt="2026-04-27T18:22:41.355" v="1405" actId="122"/>
          <ac:spMkLst>
            <pc:docMk/>
            <pc:sldMk cId="0" sldId="264"/>
            <ac:spMk id="6" creationId="{BCD8A904-D4C6-1108-4A24-EEBDF3269172}"/>
          </ac:spMkLst>
        </pc:spChg>
      </pc:sldChg>
      <pc:sldChg chg="del">
        <pc:chgData name="rabab queen" userId="ba431fdeb03e4eb9" providerId="LiveId" clId="{326DA7F0-520B-4B1C-B80C-BDF160A57F2D}" dt="2026-04-27T18:21:45.754" v="1370" actId="2696"/>
        <pc:sldMkLst>
          <pc:docMk/>
          <pc:sldMk cId="0" sldId="265"/>
        </pc:sldMkLst>
      </pc:sldChg>
      <pc:sldChg chg="del">
        <pc:chgData name="rabab queen" userId="ba431fdeb03e4eb9" providerId="LiveId" clId="{326DA7F0-520B-4B1C-B80C-BDF160A57F2D}" dt="2026-04-27T18:21:49.053" v="1371" actId="2696"/>
        <pc:sldMkLst>
          <pc:docMk/>
          <pc:sldMk cId="0" sldId="266"/>
        </pc:sldMkLst>
      </pc:sldChg>
      <pc:sldChg chg="addSp delSp modSp add mod ord">
        <pc:chgData name="rabab queen" userId="ba431fdeb03e4eb9" providerId="LiveId" clId="{326DA7F0-520B-4B1C-B80C-BDF160A57F2D}" dt="2026-04-26T16:49:52.974" v="122" actId="1076"/>
        <pc:sldMkLst>
          <pc:docMk/>
          <pc:sldMk cId="1008590421" sldId="267"/>
        </pc:sldMkLst>
        <pc:spChg chg="del">
          <ac:chgData name="rabab queen" userId="ba431fdeb03e4eb9" providerId="LiveId" clId="{326DA7F0-520B-4B1C-B80C-BDF160A57F2D}" dt="2026-04-26T16:44:11.756" v="14" actId="478"/>
          <ac:spMkLst>
            <pc:docMk/>
            <pc:sldMk cId="1008590421" sldId="267"/>
            <ac:spMk id="2" creationId="{72EF2C6A-EA26-A11B-63EE-1D8DD99E09ED}"/>
          </ac:spMkLst>
        </pc:spChg>
        <pc:spChg chg="mod">
          <ac:chgData name="rabab queen" userId="ba431fdeb03e4eb9" providerId="LiveId" clId="{326DA7F0-520B-4B1C-B80C-BDF160A57F2D}" dt="2026-04-26T16:44:29.130" v="17" actId="1076"/>
          <ac:spMkLst>
            <pc:docMk/>
            <pc:sldMk cId="1008590421" sldId="267"/>
            <ac:spMk id="3" creationId="{BA6CC157-F4CB-9A32-170D-ACC2C2489AB5}"/>
          </ac:spMkLst>
        </pc:spChg>
        <pc:spChg chg="del mod">
          <ac:chgData name="rabab queen" userId="ba431fdeb03e4eb9" providerId="LiveId" clId="{326DA7F0-520B-4B1C-B80C-BDF160A57F2D}" dt="2026-04-26T16:44:05.481" v="12" actId="478"/>
          <ac:spMkLst>
            <pc:docMk/>
            <pc:sldMk cId="1008590421" sldId="267"/>
            <ac:spMk id="4" creationId="{7D70436F-A518-FC6E-F372-2365DB9DDBFE}"/>
          </ac:spMkLst>
        </pc:spChg>
        <pc:spChg chg="mod">
          <ac:chgData name="rabab queen" userId="ba431fdeb03e4eb9" providerId="LiveId" clId="{326DA7F0-520B-4B1C-B80C-BDF160A57F2D}" dt="2026-04-26T16:44:26.109" v="16" actId="1076"/>
          <ac:spMkLst>
            <pc:docMk/>
            <pc:sldMk cId="1008590421" sldId="267"/>
            <ac:spMk id="5" creationId="{BAA1B6C4-2423-DC72-548C-DCA02B63DC2B}"/>
          </ac:spMkLst>
        </pc:spChg>
        <pc:spChg chg="del">
          <ac:chgData name="rabab queen" userId="ba431fdeb03e4eb9" providerId="LiveId" clId="{326DA7F0-520B-4B1C-B80C-BDF160A57F2D}" dt="2026-04-26T16:44:09.171" v="13" actId="478"/>
          <ac:spMkLst>
            <pc:docMk/>
            <pc:sldMk cId="1008590421" sldId="267"/>
            <ac:spMk id="6" creationId="{916DB140-AFEE-D920-093F-35EAF0AC10A6}"/>
          </ac:spMkLst>
        </pc:spChg>
        <pc:spChg chg="add del mod">
          <ac:chgData name="rabab queen" userId="ba431fdeb03e4eb9" providerId="LiveId" clId="{326DA7F0-520B-4B1C-B80C-BDF160A57F2D}" dt="2026-04-26T16:43:40.459" v="10"/>
          <ac:spMkLst>
            <pc:docMk/>
            <pc:sldMk cId="1008590421" sldId="267"/>
            <ac:spMk id="7" creationId="{00D3C039-F239-076E-6CE1-E02D5BE4A00B}"/>
          </ac:spMkLst>
        </pc:spChg>
        <pc:spChg chg="add del mod">
          <ac:chgData name="rabab queen" userId="ba431fdeb03e4eb9" providerId="LiveId" clId="{326DA7F0-520B-4B1C-B80C-BDF160A57F2D}" dt="2026-04-26T16:45:58.080" v="25" actId="478"/>
          <ac:spMkLst>
            <pc:docMk/>
            <pc:sldMk cId="1008590421" sldId="267"/>
            <ac:spMk id="9" creationId="{DA913670-7B74-7D64-E1FE-966DB90BBEE1}"/>
          </ac:spMkLst>
        </pc:spChg>
        <pc:spChg chg="add del mod">
          <ac:chgData name="rabab queen" userId="ba431fdeb03e4eb9" providerId="LiveId" clId="{326DA7F0-520B-4B1C-B80C-BDF160A57F2D}" dt="2026-04-26T16:45:58.081" v="27"/>
          <ac:spMkLst>
            <pc:docMk/>
            <pc:sldMk cId="1008590421" sldId="267"/>
            <ac:spMk id="10" creationId="{17DE38EC-C571-19A7-3959-13AEF3C5F4D5}"/>
          </ac:spMkLst>
        </pc:spChg>
        <pc:spChg chg="add mod">
          <ac:chgData name="rabab queen" userId="ba431fdeb03e4eb9" providerId="LiveId" clId="{326DA7F0-520B-4B1C-B80C-BDF160A57F2D}" dt="2026-04-26T16:46:25.698" v="30"/>
          <ac:spMkLst>
            <pc:docMk/>
            <pc:sldMk cId="1008590421" sldId="267"/>
            <ac:spMk id="11" creationId="{6024CC32-9C7B-DF46-80B7-BFC96D2B67BA}"/>
          </ac:spMkLst>
        </pc:spChg>
        <pc:spChg chg="add mod">
          <ac:chgData name="rabab queen" userId="ba431fdeb03e4eb9" providerId="LiveId" clId="{326DA7F0-520B-4B1C-B80C-BDF160A57F2D}" dt="2026-04-26T16:48:45.272" v="81" actId="1076"/>
          <ac:spMkLst>
            <pc:docMk/>
            <pc:sldMk cId="1008590421" sldId="267"/>
            <ac:spMk id="12" creationId="{FB6E3660-5804-5F52-4A5A-CD1C816EA763}"/>
          </ac:spMkLst>
        </pc:spChg>
        <pc:spChg chg="add mod">
          <ac:chgData name="rabab queen" userId="ba431fdeb03e4eb9" providerId="LiveId" clId="{326DA7F0-520B-4B1C-B80C-BDF160A57F2D}" dt="2026-04-26T16:48:40.865" v="80" actId="1076"/>
          <ac:spMkLst>
            <pc:docMk/>
            <pc:sldMk cId="1008590421" sldId="267"/>
            <ac:spMk id="13" creationId="{B9213248-08B4-EDF0-29DD-6CC60497F4B4}"/>
          </ac:spMkLst>
        </pc:spChg>
        <pc:spChg chg="add mod">
          <ac:chgData name="rabab queen" userId="ba431fdeb03e4eb9" providerId="LiveId" clId="{326DA7F0-520B-4B1C-B80C-BDF160A57F2D}" dt="2026-04-26T16:49:52.974" v="122" actId="1076"/>
          <ac:spMkLst>
            <pc:docMk/>
            <pc:sldMk cId="1008590421" sldId="267"/>
            <ac:spMk id="14" creationId="{900E1408-A5B6-931D-2184-CB73610A839A}"/>
          </ac:spMkLst>
        </pc:spChg>
        <pc:picChg chg="add mod">
          <ac:chgData name="rabab queen" userId="ba431fdeb03e4eb9" providerId="LiveId" clId="{326DA7F0-520B-4B1C-B80C-BDF160A57F2D}" dt="2026-04-26T16:48:48.038" v="82" actId="1076"/>
          <ac:picMkLst>
            <pc:docMk/>
            <pc:sldMk cId="1008590421" sldId="267"/>
            <ac:picMk id="8" creationId="{6C53F5CE-4FFE-813D-A93A-2241C3358055}"/>
          </ac:picMkLst>
        </pc:picChg>
      </pc:sldChg>
      <pc:sldChg chg="addSp delSp modSp add mod setBg">
        <pc:chgData name="rabab queen" userId="ba431fdeb03e4eb9" providerId="LiveId" clId="{326DA7F0-520B-4B1C-B80C-BDF160A57F2D}" dt="2026-04-27T15:29:32.260" v="391" actId="2711"/>
        <pc:sldMkLst>
          <pc:docMk/>
          <pc:sldMk cId="3599700272" sldId="268"/>
        </pc:sldMkLst>
        <pc:spChg chg="mod">
          <ac:chgData name="rabab queen" userId="ba431fdeb03e4eb9" providerId="LiveId" clId="{326DA7F0-520B-4B1C-B80C-BDF160A57F2D}" dt="2026-04-26T18:19:18.487" v="322" actId="122"/>
          <ac:spMkLst>
            <pc:docMk/>
            <pc:sldMk cId="3599700272" sldId="268"/>
            <ac:spMk id="10" creationId="{52950071-C938-450D-EBBD-BEB10C39CE41}"/>
          </ac:spMkLst>
        </pc:spChg>
        <pc:spChg chg="mod">
          <ac:chgData name="rabab queen" userId="ba431fdeb03e4eb9" providerId="LiveId" clId="{326DA7F0-520B-4B1C-B80C-BDF160A57F2D}" dt="2026-04-26T18:19:18.487" v="322" actId="122"/>
          <ac:spMkLst>
            <pc:docMk/>
            <pc:sldMk cId="3599700272" sldId="268"/>
            <ac:spMk id="11" creationId="{920BDE5B-1FAC-40C7-1D87-50BC9E4512E4}"/>
          </ac:spMkLst>
        </pc:spChg>
        <pc:spChg chg="del">
          <ac:chgData name="rabab queen" userId="ba431fdeb03e4eb9" providerId="LiveId" clId="{326DA7F0-520B-4B1C-B80C-BDF160A57F2D}" dt="2026-04-26T18:18:33.805" v="315" actId="478"/>
          <ac:spMkLst>
            <pc:docMk/>
            <pc:sldMk cId="3599700272" sldId="268"/>
            <ac:spMk id="13" creationId="{2FBC587F-07D0-F4EE-3A18-855F7F54B5F7}"/>
          </ac:spMkLst>
        </pc:spChg>
        <pc:spChg chg="mod">
          <ac:chgData name="rabab queen" userId="ba431fdeb03e4eb9" providerId="LiveId" clId="{326DA7F0-520B-4B1C-B80C-BDF160A57F2D}" dt="2026-04-27T15:29:32.260" v="391" actId="2711"/>
          <ac:spMkLst>
            <pc:docMk/>
            <pc:sldMk cId="3599700272" sldId="268"/>
            <ac:spMk id="15" creationId="{B32EC57F-E329-0276-B963-7822E9EA601D}"/>
          </ac:spMkLst>
        </pc:spChg>
        <pc:spChg chg="mod">
          <ac:chgData name="rabab queen" userId="ba431fdeb03e4eb9" providerId="LiveId" clId="{326DA7F0-520B-4B1C-B80C-BDF160A57F2D}" dt="2026-04-27T15:29:19.420" v="390" actId="2711"/>
          <ac:spMkLst>
            <pc:docMk/>
            <pc:sldMk cId="3599700272" sldId="268"/>
            <ac:spMk id="16" creationId="{ED2F3C74-4167-372F-243B-C1755117E51E}"/>
          </ac:spMkLst>
        </pc:spChg>
        <pc:spChg chg="add del mod">
          <ac:chgData name="rabab queen" userId="ba431fdeb03e4eb9" providerId="LiveId" clId="{326DA7F0-520B-4B1C-B80C-BDF160A57F2D}" dt="2026-04-26T19:28:00.593" v="380" actId="1076"/>
          <ac:spMkLst>
            <pc:docMk/>
            <pc:sldMk cId="3599700272" sldId="268"/>
            <ac:spMk id="17" creationId="{6CC90281-32F7-A7AF-3CAD-5C9076F2761E}"/>
          </ac:spMkLst>
        </pc:spChg>
        <pc:spChg chg="mod">
          <ac:chgData name="rabab queen" userId="ba431fdeb03e4eb9" providerId="LiveId" clId="{326DA7F0-520B-4B1C-B80C-BDF160A57F2D}" dt="2026-04-26T19:22:38.796" v="372" actId="478"/>
          <ac:spMkLst>
            <pc:docMk/>
            <pc:sldMk cId="3599700272" sldId="268"/>
            <ac:spMk id="18" creationId="{C7E8CB47-B43F-C9D4-E79B-A9C88EFB838F}"/>
          </ac:spMkLst>
        </pc:spChg>
        <pc:spChg chg="mod">
          <ac:chgData name="rabab queen" userId="ba431fdeb03e4eb9" providerId="LiveId" clId="{326DA7F0-520B-4B1C-B80C-BDF160A57F2D}" dt="2026-04-26T18:19:18.487" v="322" actId="122"/>
          <ac:spMkLst>
            <pc:docMk/>
            <pc:sldMk cId="3599700272" sldId="268"/>
            <ac:spMk id="19" creationId="{02C2DCB0-CC5C-0E77-1D1A-1481DEA0E0D2}"/>
          </ac:spMkLst>
        </pc:spChg>
        <pc:spChg chg="mod">
          <ac:chgData name="rabab queen" userId="ba431fdeb03e4eb9" providerId="LiveId" clId="{326DA7F0-520B-4B1C-B80C-BDF160A57F2D}" dt="2026-04-26T18:19:18.487" v="322" actId="122"/>
          <ac:spMkLst>
            <pc:docMk/>
            <pc:sldMk cId="3599700272" sldId="268"/>
            <ac:spMk id="20" creationId="{9B2AE565-E0F0-9F2D-5A7E-5D75A470DB16}"/>
          </ac:spMkLst>
        </pc:spChg>
        <pc:spChg chg="mod">
          <ac:chgData name="rabab queen" userId="ba431fdeb03e4eb9" providerId="LiveId" clId="{326DA7F0-520B-4B1C-B80C-BDF160A57F2D}" dt="2026-04-26T18:19:18.487" v="322" actId="122"/>
          <ac:spMkLst>
            <pc:docMk/>
            <pc:sldMk cId="3599700272" sldId="268"/>
            <ac:spMk id="21" creationId="{30ED9A6F-87CF-37DC-2DE4-A82C169C6E5F}"/>
          </ac:spMkLst>
        </pc:spChg>
        <pc:spChg chg="mod">
          <ac:chgData name="rabab queen" userId="ba431fdeb03e4eb9" providerId="LiveId" clId="{326DA7F0-520B-4B1C-B80C-BDF160A57F2D}" dt="2026-04-26T18:19:18.487" v="322" actId="122"/>
          <ac:spMkLst>
            <pc:docMk/>
            <pc:sldMk cId="3599700272" sldId="268"/>
            <ac:spMk id="22" creationId="{65BF1152-DE9D-0ACD-4A37-9E1D3230DAEB}"/>
          </ac:spMkLst>
        </pc:spChg>
        <pc:spChg chg="mod">
          <ac:chgData name="rabab queen" userId="ba431fdeb03e4eb9" providerId="LiveId" clId="{326DA7F0-520B-4B1C-B80C-BDF160A57F2D}" dt="2026-04-26T18:19:18.487" v="322" actId="122"/>
          <ac:spMkLst>
            <pc:docMk/>
            <pc:sldMk cId="3599700272" sldId="268"/>
            <ac:spMk id="23" creationId="{5DA733F6-8DC3-5931-4147-FF6DBE405A62}"/>
          </ac:spMkLst>
        </pc:spChg>
        <pc:spChg chg="add mod">
          <ac:chgData name="rabab queen" userId="ba431fdeb03e4eb9" providerId="LiveId" clId="{326DA7F0-520B-4B1C-B80C-BDF160A57F2D}" dt="2026-04-26T19:28:46.882" v="385" actId="14100"/>
          <ac:spMkLst>
            <pc:docMk/>
            <pc:sldMk cId="3599700272" sldId="268"/>
            <ac:spMk id="28" creationId="{1F050368-C0CA-DD66-EE25-344183071B0D}"/>
          </ac:spMkLst>
        </pc:spChg>
        <pc:grpChg chg="mod">
          <ac:chgData name="rabab queen" userId="ba431fdeb03e4eb9" providerId="LiveId" clId="{326DA7F0-520B-4B1C-B80C-BDF160A57F2D}" dt="2026-04-26T19:19:17.536" v="368" actId="1076"/>
          <ac:grpSpMkLst>
            <pc:docMk/>
            <pc:sldMk cId="3599700272" sldId="268"/>
            <ac:grpSpMk id="2" creationId="{DC9291DD-E2AA-E786-6881-EB7EEFF5D8EB}"/>
          </ac:grpSpMkLst>
        </pc:grpChg>
        <pc:grpChg chg="add del">
          <ac:chgData name="rabab queen" userId="ba431fdeb03e4eb9" providerId="LiveId" clId="{326DA7F0-520B-4B1C-B80C-BDF160A57F2D}" dt="2026-04-26T19:22:38.796" v="372" actId="478"/>
          <ac:grpSpMkLst>
            <pc:docMk/>
            <pc:sldMk cId="3599700272" sldId="268"/>
            <ac:grpSpMk id="9" creationId="{73F6693C-2F31-9FEF-D437-D615B1617B6F}"/>
          </ac:grpSpMkLst>
        </pc:grpChg>
        <pc:picChg chg="mod">
          <ac:chgData name="rabab queen" userId="ba431fdeb03e4eb9" providerId="LiveId" clId="{326DA7F0-520B-4B1C-B80C-BDF160A57F2D}" dt="2026-04-26T19:19:03.651" v="366" actId="1076"/>
          <ac:picMkLst>
            <pc:docMk/>
            <pc:sldMk cId="3599700272" sldId="268"/>
            <ac:picMk id="8" creationId="{E5AF72A3-B1BF-5A6D-4FBE-05FB6296BF0F}"/>
          </ac:picMkLst>
        </pc:picChg>
        <pc:picChg chg="add del">
          <ac:chgData name="rabab queen" userId="ba431fdeb03e4eb9" providerId="LiveId" clId="{326DA7F0-520B-4B1C-B80C-BDF160A57F2D}" dt="2026-04-26T19:22:37.928" v="371" actId="22"/>
          <ac:picMkLst>
            <pc:docMk/>
            <pc:sldMk cId="3599700272" sldId="268"/>
            <ac:picMk id="25" creationId="{D240B81E-4034-C667-ADF6-CB5BFBE03DE8}"/>
          </ac:picMkLst>
        </pc:picChg>
        <pc:picChg chg="add del mod">
          <ac:chgData name="rabab queen" userId="ba431fdeb03e4eb9" providerId="LiveId" clId="{326DA7F0-520B-4B1C-B80C-BDF160A57F2D}" dt="2026-04-26T19:22:55.420" v="378" actId="478"/>
          <ac:picMkLst>
            <pc:docMk/>
            <pc:sldMk cId="3599700272" sldId="268"/>
            <ac:picMk id="27" creationId="{AAC548B0-1771-98CE-EC0A-F98711C84DF5}"/>
          </ac:picMkLst>
        </pc:picChg>
        <pc:picChg chg="add del mod">
          <ac:chgData name="rabab queen" userId="ba431fdeb03e4eb9" providerId="LiveId" clId="{326DA7F0-520B-4B1C-B80C-BDF160A57F2D}" dt="2026-04-26T19:29:13.209" v="389" actId="478"/>
          <ac:picMkLst>
            <pc:docMk/>
            <pc:sldMk cId="3599700272" sldId="268"/>
            <ac:picMk id="30" creationId="{AD155C90-503E-D9DC-AF10-4658FF44BB18}"/>
          </ac:picMkLst>
        </pc:picChg>
      </pc:sldChg>
      <pc:sldChg chg="delSp modSp add mod">
        <pc:chgData name="rabab queen" userId="ba431fdeb03e4eb9" providerId="LiveId" clId="{326DA7F0-520B-4B1C-B80C-BDF160A57F2D}" dt="2026-04-27T15:39:22.599" v="474" actId="1076"/>
        <pc:sldMkLst>
          <pc:docMk/>
          <pc:sldMk cId="1147942833" sldId="269"/>
        </pc:sldMkLst>
        <pc:spChg chg="del">
          <ac:chgData name="rabab queen" userId="ba431fdeb03e4eb9" providerId="LiveId" clId="{326DA7F0-520B-4B1C-B80C-BDF160A57F2D}" dt="2026-04-27T15:32:46.755" v="396" actId="478"/>
          <ac:spMkLst>
            <pc:docMk/>
            <pc:sldMk cId="1147942833" sldId="269"/>
            <ac:spMk id="6" creationId="{53748534-E124-33D4-74DD-EFD81EC91B55}"/>
          </ac:spMkLst>
        </pc:spChg>
        <pc:spChg chg="mod">
          <ac:chgData name="rabab queen" userId="ba431fdeb03e4eb9" providerId="LiveId" clId="{326DA7F0-520B-4B1C-B80C-BDF160A57F2D}" dt="2026-04-27T15:39:19.449" v="473" actId="1076"/>
          <ac:spMkLst>
            <pc:docMk/>
            <pc:sldMk cId="1147942833" sldId="269"/>
            <ac:spMk id="7" creationId="{38A18AC4-BE5A-B05E-E6D2-E4D4D28FDDB2}"/>
          </ac:spMkLst>
        </pc:spChg>
        <pc:spChg chg="del">
          <ac:chgData name="rabab queen" userId="ba431fdeb03e4eb9" providerId="LiveId" clId="{326DA7F0-520B-4B1C-B80C-BDF160A57F2D}" dt="2026-04-27T15:35:46.633" v="428" actId="478"/>
          <ac:spMkLst>
            <pc:docMk/>
            <pc:sldMk cId="1147942833" sldId="269"/>
            <ac:spMk id="10" creationId="{25C44E1A-6132-499C-220F-67A56DCD83E7}"/>
          </ac:spMkLst>
        </pc:spChg>
        <pc:spChg chg="mod">
          <ac:chgData name="rabab queen" userId="ba431fdeb03e4eb9" providerId="LiveId" clId="{326DA7F0-520B-4B1C-B80C-BDF160A57F2D}" dt="2026-04-27T15:39:22.599" v="474" actId="1076"/>
          <ac:spMkLst>
            <pc:docMk/>
            <pc:sldMk cId="1147942833" sldId="269"/>
            <ac:spMk id="12" creationId="{17DC8A9B-EB4D-A152-6869-EB710A3C07E6}"/>
          </ac:spMkLst>
        </pc:spChg>
      </pc:sldChg>
      <pc:sldChg chg="addSp delSp modSp add mod">
        <pc:chgData name="rabab queen" userId="ba431fdeb03e4eb9" providerId="LiveId" clId="{326DA7F0-520B-4B1C-B80C-BDF160A57F2D}" dt="2026-04-27T15:43:35.800" v="500" actId="14100"/>
        <pc:sldMkLst>
          <pc:docMk/>
          <pc:sldMk cId="4111576771" sldId="270"/>
        </pc:sldMkLst>
        <pc:spChg chg="mod">
          <ac:chgData name="rabab queen" userId="ba431fdeb03e4eb9" providerId="LiveId" clId="{326DA7F0-520B-4B1C-B80C-BDF160A57F2D}" dt="2026-04-27T15:43:22.862" v="498" actId="1076"/>
          <ac:spMkLst>
            <pc:docMk/>
            <pc:sldMk cId="4111576771" sldId="270"/>
            <ac:spMk id="2" creationId="{1C46AEFD-EA07-8241-0686-B6C4FE11C954}"/>
          </ac:spMkLst>
        </pc:spChg>
        <pc:spChg chg="add mod">
          <ac:chgData name="rabab queen" userId="ba431fdeb03e4eb9" providerId="LiveId" clId="{326DA7F0-520B-4B1C-B80C-BDF160A57F2D}" dt="2026-04-27T15:43:17.031" v="496" actId="1076"/>
          <ac:spMkLst>
            <pc:docMk/>
            <pc:sldMk cId="4111576771" sldId="270"/>
            <ac:spMk id="3" creationId="{B85382CD-87D0-EA60-6A9B-CF5E7A7B5A02}"/>
          </ac:spMkLst>
        </pc:spChg>
        <pc:spChg chg="del">
          <ac:chgData name="rabab queen" userId="ba431fdeb03e4eb9" providerId="LiveId" clId="{326DA7F0-520B-4B1C-B80C-BDF160A57F2D}" dt="2026-04-27T15:40:09.481" v="481" actId="478"/>
          <ac:spMkLst>
            <pc:docMk/>
            <pc:sldMk cId="4111576771" sldId="270"/>
            <ac:spMk id="7" creationId="{27834690-2BA5-BFEF-F0D1-6CC3C623343A}"/>
          </ac:spMkLst>
        </pc:spChg>
        <pc:spChg chg="del">
          <ac:chgData name="rabab queen" userId="ba431fdeb03e4eb9" providerId="LiveId" clId="{326DA7F0-520B-4B1C-B80C-BDF160A57F2D}" dt="2026-04-27T15:39:35.773" v="475" actId="478"/>
          <ac:spMkLst>
            <pc:docMk/>
            <pc:sldMk cId="4111576771" sldId="270"/>
            <ac:spMk id="10" creationId="{196FBD85-9597-59ED-BA70-E67CB8C0D5B2}"/>
          </ac:spMkLst>
        </pc:spChg>
        <pc:spChg chg="mod">
          <ac:chgData name="rabab queen" userId="ba431fdeb03e4eb9" providerId="LiveId" clId="{326DA7F0-520B-4B1C-B80C-BDF160A57F2D}" dt="2026-04-27T15:43:35.800" v="500" actId="14100"/>
          <ac:spMkLst>
            <pc:docMk/>
            <pc:sldMk cId="4111576771" sldId="270"/>
            <ac:spMk id="12" creationId="{E4861747-D207-5DC5-81CC-2081D68D9186}"/>
          </ac:spMkLst>
        </pc:spChg>
      </pc:sldChg>
      <pc:sldChg chg="addSp delSp modSp add mod">
        <pc:chgData name="rabab queen" userId="ba431fdeb03e4eb9" providerId="LiveId" clId="{326DA7F0-520B-4B1C-B80C-BDF160A57F2D}" dt="2026-04-27T16:33:43.279" v="603" actId="207"/>
        <pc:sldMkLst>
          <pc:docMk/>
          <pc:sldMk cId="839695652" sldId="271"/>
        </pc:sldMkLst>
        <pc:spChg chg="mod">
          <ac:chgData name="rabab queen" userId="ba431fdeb03e4eb9" providerId="LiveId" clId="{326DA7F0-520B-4B1C-B80C-BDF160A57F2D}" dt="2026-04-27T15:46:09.909" v="515" actId="1076"/>
          <ac:spMkLst>
            <pc:docMk/>
            <pc:sldMk cId="839695652" sldId="271"/>
            <ac:spMk id="2" creationId="{F9992F8E-EAF4-309E-ED19-238199201342}"/>
          </ac:spMkLst>
        </pc:spChg>
        <pc:spChg chg="del">
          <ac:chgData name="rabab queen" userId="ba431fdeb03e4eb9" providerId="LiveId" clId="{326DA7F0-520B-4B1C-B80C-BDF160A57F2D}" dt="2026-04-27T16:23:44.366" v="547" actId="478"/>
          <ac:spMkLst>
            <pc:docMk/>
            <pc:sldMk cId="839695652" sldId="271"/>
            <ac:spMk id="5" creationId="{E4A885CB-748F-F6FC-D917-3DB87FFC8062}"/>
          </ac:spMkLst>
        </pc:spChg>
        <pc:spChg chg="add mod">
          <ac:chgData name="rabab queen" userId="ba431fdeb03e4eb9" providerId="LiveId" clId="{326DA7F0-520B-4B1C-B80C-BDF160A57F2D}" dt="2026-04-27T16:33:26.036" v="602" actId="1076"/>
          <ac:spMkLst>
            <pc:docMk/>
            <pc:sldMk cId="839695652" sldId="271"/>
            <ac:spMk id="6" creationId="{F39284D3-B2F4-3ECC-3677-579D410E4C83}"/>
          </ac:spMkLst>
        </pc:spChg>
        <pc:spChg chg="del mod">
          <ac:chgData name="rabab queen" userId="ba431fdeb03e4eb9" providerId="LiveId" clId="{326DA7F0-520B-4B1C-B80C-BDF160A57F2D}" dt="2026-04-27T15:45:50.606" v="510"/>
          <ac:spMkLst>
            <pc:docMk/>
            <pc:sldMk cId="839695652" sldId="271"/>
            <ac:spMk id="7" creationId="{7ACAC84E-9FE7-CD22-B95E-6022B95718BA}"/>
          </ac:spMkLst>
        </pc:spChg>
        <pc:spChg chg="del">
          <ac:chgData name="rabab queen" userId="ba431fdeb03e4eb9" providerId="LiveId" clId="{326DA7F0-520B-4B1C-B80C-BDF160A57F2D}" dt="2026-04-27T15:44:16.644" v="501" actId="478"/>
          <ac:spMkLst>
            <pc:docMk/>
            <pc:sldMk cId="839695652" sldId="271"/>
            <ac:spMk id="10" creationId="{9853E0B3-FBD4-B41E-AC67-B68A71D770ED}"/>
          </ac:spMkLst>
        </pc:spChg>
        <pc:spChg chg="add mod">
          <ac:chgData name="rabab queen" userId="ba431fdeb03e4eb9" providerId="LiveId" clId="{326DA7F0-520B-4B1C-B80C-BDF160A57F2D}" dt="2026-04-27T16:29:52.504" v="576" actId="767"/>
          <ac:spMkLst>
            <pc:docMk/>
            <pc:sldMk cId="839695652" sldId="271"/>
            <ac:spMk id="11" creationId="{0002F6FD-B616-315B-45D7-421E23ACE4E4}"/>
          </ac:spMkLst>
        </pc:spChg>
        <pc:spChg chg="del">
          <ac:chgData name="rabab queen" userId="ba431fdeb03e4eb9" providerId="LiveId" clId="{326DA7F0-520B-4B1C-B80C-BDF160A57F2D}" dt="2026-04-27T15:44:21.649" v="502" actId="478"/>
          <ac:spMkLst>
            <pc:docMk/>
            <pc:sldMk cId="839695652" sldId="271"/>
            <ac:spMk id="12" creationId="{AECC9B06-7450-6C94-CD30-E5BF1B37E5FA}"/>
          </ac:spMkLst>
        </pc:spChg>
        <pc:spChg chg="add mod">
          <ac:chgData name="rabab queen" userId="ba431fdeb03e4eb9" providerId="LiveId" clId="{326DA7F0-520B-4B1C-B80C-BDF160A57F2D}" dt="2026-04-27T16:33:12.729" v="601" actId="113"/>
          <ac:spMkLst>
            <pc:docMk/>
            <pc:sldMk cId="839695652" sldId="271"/>
            <ac:spMk id="14" creationId="{FFD2D76E-6A8B-47FC-4AEF-EE30430AC6B6}"/>
          </ac:spMkLst>
        </pc:spChg>
        <pc:graphicFrameChg chg="add del mod modGraphic">
          <ac:chgData name="rabab queen" userId="ba431fdeb03e4eb9" providerId="LiveId" clId="{326DA7F0-520B-4B1C-B80C-BDF160A57F2D}" dt="2026-04-27T16:24:59.924" v="549" actId="478"/>
          <ac:graphicFrameMkLst>
            <pc:docMk/>
            <pc:sldMk cId="839695652" sldId="271"/>
            <ac:graphicFrameMk id="3" creationId="{CE9EDE78-B938-B0E9-2855-92F8F622137E}"/>
          </ac:graphicFrameMkLst>
        </pc:graphicFrameChg>
        <pc:graphicFrameChg chg="add del mod modGraphic">
          <ac:chgData name="rabab queen" userId="ba431fdeb03e4eb9" providerId="LiveId" clId="{326DA7F0-520B-4B1C-B80C-BDF160A57F2D}" dt="2026-04-27T16:29:17.229" v="573" actId="478"/>
          <ac:graphicFrameMkLst>
            <pc:docMk/>
            <pc:sldMk cId="839695652" sldId="271"/>
            <ac:graphicFrameMk id="8" creationId="{D7EB3487-169C-BDD9-9C16-FE71EF25A5F3}"/>
          </ac:graphicFrameMkLst>
        </pc:graphicFrameChg>
        <pc:graphicFrameChg chg="add del mod">
          <ac:chgData name="rabab queen" userId="ba431fdeb03e4eb9" providerId="LiveId" clId="{326DA7F0-520B-4B1C-B80C-BDF160A57F2D}" dt="2026-04-27T16:29:48.392" v="575" actId="478"/>
          <ac:graphicFrameMkLst>
            <pc:docMk/>
            <pc:sldMk cId="839695652" sldId="271"/>
            <ac:graphicFrameMk id="9" creationId="{7DEBAD59-D6A9-B3FC-0FB7-D77E5F55E34C}"/>
          </ac:graphicFrameMkLst>
        </pc:graphicFrameChg>
        <pc:graphicFrameChg chg="add mod modGraphic">
          <ac:chgData name="rabab queen" userId="ba431fdeb03e4eb9" providerId="LiveId" clId="{326DA7F0-520B-4B1C-B80C-BDF160A57F2D}" dt="2026-04-27T16:33:43.279" v="603" actId="207"/>
          <ac:graphicFrameMkLst>
            <pc:docMk/>
            <pc:sldMk cId="839695652" sldId="271"/>
            <ac:graphicFrameMk id="13" creationId="{DB88AB0A-48FB-7439-FCCC-2D4876873407}"/>
          </ac:graphicFrameMkLst>
        </pc:graphicFrameChg>
      </pc:sldChg>
      <pc:sldChg chg="addSp delSp modSp add mod">
        <pc:chgData name="rabab queen" userId="ba431fdeb03e4eb9" providerId="LiveId" clId="{326DA7F0-520B-4B1C-B80C-BDF160A57F2D}" dt="2026-04-27T16:39:23.212" v="637" actId="1076"/>
        <pc:sldMkLst>
          <pc:docMk/>
          <pc:sldMk cId="3448831837" sldId="272"/>
        </pc:sldMkLst>
        <pc:spChg chg="add mod">
          <ac:chgData name="rabab queen" userId="ba431fdeb03e4eb9" providerId="LiveId" clId="{326DA7F0-520B-4B1C-B80C-BDF160A57F2D}" dt="2026-04-27T16:39:19.516" v="636" actId="5793"/>
          <ac:spMkLst>
            <pc:docMk/>
            <pc:sldMk cId="3448831837" sldId="272"/>
            <ac:spMk id="3" creationId="{C11A956D-B58D-6D0A-1083-CA64F1F5D6EE}"/>
          </ac:spMkLst>
        </pc:spChg>
        <pc:spChg chg="add del mod">
          <ac:chgData name="rabab queen" userId="ba431fdeb03e4eb9" providerId="LiveId" clId="{326DA7F0-520B-4B1C-B80C-BDF160A57F2D}" dt="2026-04-27T16:39:06.272" v="627" actId="478"/>
          <ac:spMkLst>
            <pc:docMk/>
            <pc:sldMk cId="3448831837" sldId="272"/>
            <ac:spMk id="6" creationId="{76796DD3-2196-FCF2-4F00-180EFC6CBE2E}"/>
          </ac:spMkLst>
        </pc:spChg>
        <pc:spChg chg="del mod">
          <ac:chgData name="rabab queen" userId="ba431fdeb03e4eb9" providerId="LiveId" clId="{326DA7F0-520B-4B1C-B80C-BDF160A57F2D}" dt="2026-04-27T15:56:04.414" v="543"/>
          <ac:spMkLst>
            <pc:docMk/>
            <pc:sldMk cId="3448831837" sldId="272"/>
            <ac:spMk id="7" creationId="{58C80D1F-5365-07A9-B630-76FEE0577A1D}"/>
          </ac:spMkLst>
        </pc:spChg>
        <pc:spChg chg="del">
          <ac:chgData name="rabab queen" userId="ba431fdeb03e4eb9" providerId="LiveId" clId="{326DA7F0-520B-4B1C-B80C-BDF160A57F2D}" dt="2026-04-27T15:55:50.117" v="539" actId="478"/>
          <ac:spMkLst>
            <pc:docMk/>
            <pc:sldMk cId="3448831837" sldId="272"/>
            <ac:spMk id="10" creationId="{37500836-5058-A94E-C468-5D1758950023}"/>
          </ac:spMkLst>
        </pc:spChg>
        <pc:spChg chg="del">
          <ac:chgData name="rabab queen" userId="ba431fdeb03e4eb9" providerId="LiveId" clId="{326DA7F0-520B-4B1C-B80C-BDF160A57F2D}" dt="2026-04-27T15:56:04.412" v="541" actId="478"/>
          <ac:spMkLst>
            <pc:docMk/>
            <pc:sldMk cId="3448831837" sldId="272"/>
            <ac:spMk id="12" creationId="{D2E4A158-8DE3-0E5A-CBDB-8ABE39E6C67E}"/>
          </ac:spMkLst>
        </pc:spChg>
        <pc:picChg chg="add mod">
          <ac:chgData name="rabab queen" userId="ba431fdeb03e4eb9" providerId="LiveId" clId="{326DA7F0-520B-4B1C-B80C-BDF160A57F2D}" dt="2026-04-27T16:39:23.212" v="637" actId="1076"/>
          <ac:picMkLst>
            <pc:docMk/>
            <pc:sldMk cId="3448831837" sldId="272"/>
            <ac:picMk id="9" creationId="{D42A33F9-6B8D-8C95-DD6B-79323A1C377C}"/>
          </ac:picMkLst>
        </pc:picChg>
      </pc:sldChg>
      <pc:sldChg chg="addSp delSp modSp add mod">
        <pc:chgData name="rabab queen" userId="ba431fdeb03e4eb9" providerId="LiveId" clId="{326DA7F0-520B-4B1C-B80C-BDF160A57F2D}" dt="2026-04-27T16:47:53.990" v="755" actId="478"/>
        <pc:sldMkLst>
          <pc:docMk/>
          <pc:sldMk cId="2261005257" sldId="273"/>
        </pc:sldMkLst>
        <pc:spChg chg="mod">
          <ac:chgData name="rabab queen" userId="ba431fdeb03e4eb9" providerId="LiveId" clId="{326DA7F0-520B-4B1C-B80C-BDF160A57F2D}" dt="2026-04-27T16:44:41.453" v="725" actId="1076"/>
          <ac:spMkLst>
            <pc:docMk/>
            <pc:sldMk cId="2261005257" sldId="273"/>
            <ac:spMk id="2" creationId="{4D088480-8D80-15CC-82F7-86160CB1BBBC}"/>
          </ac:spMkLst>
        </pc:spChg>
        <pc:spChg chg="del">
          <ac:chgData name="rabab queen" userId="ba431fdeb03e4eb9" providerId="LiveId" clId="{326DA7F0-520B-4B1C-B80C-BDF160A57F2D}" dt="2026-04-27T16:47:30.723" v="751" actId="478"/>
          <ac:spMkLst>
            <pc:docMk/>
            <pc:sldMk cId="2261005257" sldId="273"/>
            <ac:spMk id="5" creationId="{FFDC3305-E650-DF51-F11D-6D48BFAD46B8}"/>
          </ac:spMkLst>
        </pc:spChg>
        <pc:spChg chg="add mod">
          <ac:chgData name="rabab queen" userId="ba431fdeb03e4eb9" providerId="LiveId" clId="{326DA7F0-520B-4B1C-B80C-BDF160A57F2D}" dt="2026-04-27T16:43:50.716" v="709"/>
          <ac:spMkLst>
            <pc:docMk/>
            <pc:sldMk cId="2261005257" sldId="273"/>
            <ac:spMk id="6" creationId="{1E33014D-605F-2B24-E1AB-5B968652A2F2}"/>
          </ac:spMkLst>
        </pc:spChg>
        <pc:spChg chg="del mod">
          <ac:chgData name="rabab queen" userId="ba431fdeb03e4eb9" providerId="LiveId" clId="{326DA7F0-520B-4B1C-B80C-BDF160A57F2D}" dt="2026-04-27T16:43:50.720" v="711"/>
          <ac:spMkLst>
            <pc:docMk/>
            <pc:sldMk cId="2261005257" sldId="273"/>
            <ac:spMk id="7" creationId="{21EDE8B7-8626-FB71-9D28-E41B8D6CFB77}"/>
          </ac:spMkLst>
        </pc:spChg>
        <pc:spChg chg="add mod">
          <ac:chgData name="rabab queen" userId="ba431fdeb03e4eb9" providerId="LiveId" clId="{326DA7F0-520B-4B1C-B80C-BDF160A57F2D}" dt="2026-04-27T16:45:56.082" v="738" actId="1076"/>
          <ac:spMkLst>
            <pc:docMk/>
            <pc:sldMk cId="2261005257" sldId="273"/>
            <ac:spMk id="8" creationId="{59F70D3E-AE49-5485-06D4-CC08B048B94C}"/>
          </ac:spMkLst>
        </pc:spChg>
        <pc:spChg chg="add del mod">
          <ac:chgData name="rabab queen" userId="ba431fdeb03e4eb9" providerId="LiveId" clId="{326DA7F0-520B-4B1C-B80C-BDF160A57F2D}" dt="2026-04-27T16:47:30.725" v="753"/>
          <ac:spMkLst>
            <pc:docMk/>
            <pc:sldMk cId="2261005257" sldId="273"/>
            <ac:spMk id="9" creationId="{E39E64D4-C9A1-4EDB-E96E-FF0AF8805D44}"/>
          </ac:spMkLst>
        </pc:spChg>
        <pc:spChg chg="del">
          <ac:chgData name="rabab queen" userId="ba431fdeb03e4eb9" providerId="LiveId" clId="{326DA7F0-520B-4B1C-B80C-BDF160A57F2D}" dt="2026-04-27T16:43:25.244" v="701" actId="478"/>
          <ac:spMkLst>
            <pc:docMk/>
            <pc:sldMk cId="2261005257" sldId="273"/>
            <ac:spMk id="10" creationId="{6F90EEB5-F50B-AFF3-E2A4-B8E6EB6FA040}"/>
          </ac:spMkLst>
        </pc:spChg>
        <pc:spChg chg="del">
          <ac:chgData name="rabab queen" userId="ba431fdeb03e4eb9" providerId="LiveId" clId="{326DA7F0-520B-4B1C-B80C-BDF160A57F2D}" dt="2026-04-27T16:43:15.584" v="700" actId="478"/>
          <ac:spMkLst>
            <pc:docMk/>
            <pc:sldMk cId="2261005257" sldId="273"/>
            <ac:spMk id="12" creationId="{C37076CF-4742-689B-70FC-CECC884C0E5B}"/>
          </ac:spMkLst>
        </pc:spChg>
        <pc:spChg chg="add mod">
          <ac:chgData name="rabab queen" userId="ba431fdeb03e4eb9" providerId="LiveId" clId="{326DA7F0-520B-4B1C-B80C-BDF160A57F2D}" dt="2026-04-27T16:47:12.254" v="748" actId="1076"/>
          <ac:spMkLst>
            <pc:docMk/>
            <pc:sldMk cId="2261005257" sldId="273"/>
            <ac:spMk id="13" creationId="{FDDF3F1C-06CA-7E8A-4E26-1FC08A16BFCF}"/>
          </ac:spMkLst>
        </pc:spChg>
        <pc:spChg chg="add del mod">
          <ac:chgData name="rabab queen" userId="ba431fdeb03e4eb9" providerId="LiveId" clId="{326DA7F0-520B-4B1C-B80C-BDF160A57F2D}" dt="2026-04-27T16:47:53.990" v="755" actId="478"/>
          <ac:spMkLst>
            <pc:docMk/>
            <pc:sldMk cId="2261005257" sldId="273"/>
            <ac:spMk id="14" creationId="{255447F6-ED11-DB60-592C-2F76960BA243}"/>
          </ac:spMkLst>
        </pc:spChg>
        <pc:graphicFrameChg chg="add mod">
          <ac:chgData name="rabab queen" userId="ba431fdeb03e4eb9" providerId="LiveId" clId="{326DA7F0-520B-4B1C-B80C-BDF160A57F2D}" dt="2026-04-27T16:43:49.572" v="708" actId="1076"/>
          <ac:graphicFrameMkLst>
            <pc:docMk/>
            <pc:sldMk cId="2261005257" sldId="273"/>
            <ac:graphicFrameMk id="3" creationId="{2A8EB9F6-54A6-AA19-37E9-8D075912707C}"/>
          </ac:graphicFrameMkLst>
        </pc:graphicFrameChg>
        <pc:graphicFrameChg chg="add mod modGraphic">
          <ac:chgData name="rabab queen" userId="ba431fdeb03e4eb9" providerId="LiveId" clId="{326DA7F0-520B-4B1C-B80C-BDF160A57F2D}" dt="2026-04-27T16:46:17.745" v="741" actId="2711"/>
          <ac:graphicFrameMkLst>
            <pc:docMk/>
            <pc:sldMk cId="2261005257" sldId="273"/>
            <ac:graphicFrameMk id="11" creationId="{AC49AA44-331F-B779-3C7A-FB9815F94FDA}"/>
          </ac:graphicFrameMkLst>
        </pc:graphicFrameChg>
      </pc:sldChg>
      <pc:sldChg chg="addSp delSp modSp add mod">
        <pc:chgData name="rabab queen" userId="ba431fdeb03e4eb9" providerId="LiveId" clId="{326DA7F0-520B-4B1C-B80C-BDF160A57F2D}" dt="2026-04-27T16:55:12.505" v="843" actId="1076"/>
        <pc:sldMkLst>
          <pc:docMk/>
          <pc:sldMk cId="2941217249" sldId="274"/>
        </pc:sldMkLst>
        <pc:spChg chg="mod">
          <ac:chgData name="rabab queen" userId="ba431fdeb03e4eb9" providerId="LiveId" clId="{326DA7F0-520B-4B1C-B80C-BDF160A57F2D}" dt="2026-04-27T16:54:41.961" v="838" actId="1076"/>
          <ac:spMkLst>
            <pc:docMk/>
            <pc:sldMk cId="2941217249" sldId="274"/>
            <ac:spMk id="2" creationId="{CC61F5F9-902A-13C1-F907-A6EBD6E6CD41}"/>
          </ac:spMkLst>
        </pc:spChg>
        <pc:spChg chg="add mod">
          <ac:chgData name="rabab queen" userId="ba431fdeb03e4eb9" providerId="LiveId" clId="{326DA7F0-520B-4B1C-B80C-BDF160A57F2D}" dt="2026-04-27T16:49:50.240" v="787" actId="20577"/>
          <ac:spMkLst>
            <pc:docMk/>
            <pc:sldMk cId="2941217249" sldId="274"/>
            <ac:spMk id="3" creationId="{D5142309-71A2-F8D1-B122-2A53E0C0DED6}"/>
          </ac:spMkLst>
        </pc:spChg>
        <pc:spChg chg="del">
          <ac:chgData name="rabab queen" userId="ba431fdeb03e4eb9" providerId="LiveId" clId="{326DA7F0-520B-4B1C-B80C-BDF160A57F2D}" dt="2026-04-27T16:52:05.443" v="808" actId="478"/>
          <ac:spMkLst>
            <pc:docMk/>
            <pc:sldMk cId="2941217249" sldId="274"/>
            <ac:spMk id="5" creationId="{FB829FD2-0E9D-B42A-FD54-D5677FB71C39}"/>
          </ac:spMkLst>
        </pc:spChg>
        <pc:spChg chg="add del mod">
          <ac:chgData name="rabab queen" userId="ba431fdeb03e4eb9" providerId="LiveId" clId="{326DA7F0-520B-4B1C-B80C-BDF160A57F2D}" dt="2026-04-27T16:51:04.941" v="798"/>
          <ac:spMkLst>
            <pc:docMk/>
            <pc:sldMk cId="2941217249" sldId="274"/>
            <ac:spMk id="6" creationId="{897D4F44-370F-4DCE-CE7B-D5F7E113E05A}"/>
          </ac:spMkLst>
        </pc:spChg>
        <pc:spChg chg="del">
          <ac:chgData name="rabab queen" userId="ba431fdeb03e4eb9" providerId="LiveId" clId="{326DA7F0-520B-4B1C-B80C-BDF160A57F2D}" dt="2026-04-27T16:48:20.130" v="758" actId="478"/>
          <ac:spMkLst>
            <pc:docMk/>
            <pc:sldMk cId="2941217249" sldId="274"/>
            <ac:spMk id="7" creationId="{EFAE03C9-C824-4D9A-0790-586C623F0034}"/>
          </ac:spMkLst>
        </pc:spChg>
        <pc:spChg chg="add mod">
          <ac:chgData name="rabab queen" userId="ba431fdeb03e4eb9" providerId="LiveId" clId="{326DA7F0-520B-4B1C-B80C-BDF160A57F2D}" dt="2026-04-27T16:55:12.505" v="843" actId="1076"/>
          <ac:spMkLst>
            <pc:docMk/>
            <pc:sldMk cId="2941217249" sldId="274"/>
            <ac:spMk id="9" creationId="{4E76DC89-8AF6-3977-CF65-FA5F8855BC12}"/>
          </ac:spMkLst>
        </pc:spChg>
        <pc:spChg chg="del">
          <ac:chgData name="rabab queen" userId="ba431fdeb03e4eb9" providerId="LiveId" clId="{326DA7F0-520B-4B1C-B80C-BDF160A57F2D}" dt="2026-04-27T16:48:16.393" v="757" actId="478"/>
          <ac:spMkLst>
            <pc:docMk/>
            <pc:sldMk cId="2941217249" sldId="274"/>
            <ac:spMk id="10" creationId="{A3C9A320-A865-C99E-3F7A-789B60C7AB3A}"/>
          </ac:spMkLst>
        </pc:spChg>
        <pc:spChg chg="add mod">
          <ac:chgData name="rabab queen" userId="ba431fdeb03e4eb9" providerId="LiveId" clId="{326DA7F0-520B-4B1C-B80C-BDF160A57F2D}" dt="2026-04-27T16:55:07.261" v="842" actId="14100"/>
          <ac:spMkLst>
            <pc:docMk/>
            <pc:sldMk cId="2941217249" sldId="274"/>
            <ac:spMk id="11" creationId="{4F2C5B7F-B380-919D-F79D-FB047B15FB30}"/>
          </ac:spMkLst>
        </pc:spChg>
        <pc:spChg chg="del">
          <ac:chgData name="rabab queen" userId="ba431fdeb03e4eb9" providerId="LiveId" clId="{326DA7F0-520B-4B1C-B80C-BDF160A57F2D}" dt="2026-04-27T16:48:12.299" v="756" actId="478"/>
          <ac:spMkLst>
            <pc:docMk/>
            <pc:sldMk cId="2941217249" sldId="274"/>
            <ac:spMk id="12" creationId="{8FA0DC33-1138-CEEF-A6C8-2F79F7969C45}"/>
          </ac:spMkLst>
        </pc:spChg>
        <pc:graphicFrameChg chg="add mod modGraphic">
          <ac:chgData name="rabab queen" userId="ba431fdeb03e4eb9" providerId="LiveId" clId="{326DA7F0-520B-4B1C-B80C-BDF160A57F2D}" dt="2026-04-27T16:50:57.312" v="796" actId="207"/>
          <ac:graphicFrameMkLst>
            <pc:docMk/>
            <pc:sldMk cId="2941217249" sldId="274"/>
            <ac:graphicFrameMk id="8" creationId="{64FF22C5-BAC3-4C95-061E-E4316F984692}"/>
          </ac:graphicFrameMkLst>
        </pc:graphicFrameChg>
      </pc:sldChg>
      <pc:sldChg chg="addSp delSp modSp add mod">
        <pc:chgData name="rabab queen" userId="ba431fdeb03e4eb9" providerId="LiveId" clId="{326DA7F0-520B-4B1C-B80C-BDF160A57F2D}" dt="2026-04-27T16:59:39.973" v="884" actId="1076"/>
        <pc:sldMkLst>
          <pc:docMk/>
          <pc:sldMk cId="3438335747" sldId="275"/>
        </pc:sldMkLst>
        <pc:spChg chg="add mod">
          <ac:chgData name="rabab queen" userId="ba431fdeb03e4eb9" providerId="LiveId" clId="{326DA7F0-520B-4B1C-B80C-BDF160A57F2D}" dt="2026-04-27T16:57:51.208" v="867" actId="1076"/>
          <ac:spMkLst>
            <pc:docMk/>
            <pc:sldMk cId="3438335747" sldId="275"/>
            <ac:spMk id="3" creationId="{ABB13DD8-3741-5040-6360-CBFE5EFE15B1}"/>
          </ac:spMkLst>
        </pc:spChg>
        <pc:spChg chg="del">
          <ac:chgData name="rabab queen" userId="ba431fdeb03e4eb9" providerId="LiveId" clId="{326DA7F0-520B-4B1C-B80C-BDF160A57F2D}" dt="2026-04-27T16:55:38.754" v="844" actId="478"/>
          <ac:spMkLst>
            <pc:docMk/>
            <pc:sldMk cId="3438335747" sldId="275"/>
            <ac:spMk id="5" creationId="{47DC489B-0531-77A2-DDF9-CD0ADA247C24}"/>
          </ac:spMkLst>
        </pc:spChg>
        <pc:spChg chg="add del mod">
          <ac:chgData name="rabab queen" userId="ba431fdeb03e4eb9" providerId="LiveId" clId="{326DA7F0-520B-4B1C-B80C-BDF160A57F2D}" dt="2026-04-27T16:59:13.487" v="880"/>
          <ac:spMkLst>
            <pc:docMk/>
            <pc:sldMk cId="3438335747" sldId="275"/>
            <ac:spMk id="6" creationId="{C80366E3-8354-33DC-6C83-37CF8B826616}"/>
          </ac:spMkLst>
        </pc:spChg>
        <pc:spChg chg="del">
          <ac:chgData name="rabab queen" userId="ba431fdeb03e4eb9" providerId="LiveId" clId="{326DA7F0-520B-4B1C-B80C-BDF160A57F2D}" dt="2026-04-27T16:53:24.074" v="832" actId="478"/>
          <ac:spMkLst>
            <pc:docMk/>
            <pc:sldMk cId="3438335747" sldId="275"/>
            <ac:spMk id="7" creationId="{B733A8A8-A64C-D1F3-C647-2EB112F2EBAC}"/>
          </ac:spMkLst>
        </pc:spChg>
        <pc:spChg chg="add mod">
          <ac:chgData name="rabab queen" userId="ba431fdeb03e4eb9" providerId="LiveId" clId="{326DA7F0-520B-4B1C-B80C-BDF160A57F2D}" dt="2026-04-27T16:58:06.486" v="870" actId="1076"/>
          <ac:spMkLst>
            <pc:docMk/>
            <pc:sldMk cId="3438335747" sldId="275"/>
            <ac:spMk id="9" creationId="{EBE23FC6-F66B-9C3F-AD45-8BB89B87D5FF}"/>
          </ac:spMkLst>
        </pc:spChg>
        <pc:spChg chg="mod">
          <ac:chgData name="rabab queen" userId="ba431fdeb03e4eb9" providerId="LiveId" clId="{326DA7F0-520B-4B1C-B80C-BDF160A57F2D}" dt="2026-04-27T16:59:39.973" v="884" actId="1076"/>
          <ac:spMkLst>
            <pc:docMk/>
            <pc:sldMk cId="3438335747" sldId="275"/>
            <ac:spMk id="10" creationId="{ED222E50-39FD-5A46-FD5D-5A1841CBD8C2}"/>
          </ac:spMkLst>
        </pc:spChg>
        <pc:spChg chg="add del mod">
          <ac:chgData name="rabab queen" userId="ba431fdeb03e4eb9" providerId="LiveId" clId="{326DA7F0-520B-4B1C-B80C-BDF160A57F2D}" dt="2026-04-27T16:59:13.488" v="882"/>
          <ac:spMkLst>
            <pc:docMk/>
            <pc:sldMk cId="3438335747" sldId="275"/>
            <ac:spMk id="11" creationId="{DD6D946B-0972-0770-4BF6-AA42D6D4B75B}"/>
          </ac:spMkLst>
        </pc:spChg>
        <pc:spChg chg="del">
          <ac:chgData name="rabab queen" userId="ba431fdeb03e4eb9" providerId="LiveId" clId="{326DA7F0-520B-4B1C-B80C-BDF160A57F2D}" dt="2026-04-27T16:53:19.507" v="831" actId="478"/>
          <ac:spMkLst>
            <pc:docMk/>
            <pc:sldMk cId="3438335747" sldId="275"/>
            <ac:spMk id="12" creationId="{996DDECB-66FD-2CAF-B3D3-54CB79620A96}"/>
          </ac:spMkLst>
        </pc:spChg>
        <pc:spChg chg="add mod">
          <ac:chgData name="rabab queen" userId="ba431fdeb03e4eb9" providerId="LiveId" clId="{326DA7F0-520B-4B1C-B80C-BDF160A57F2D}" dt="2026-04-27T16:59:26.840" v="883"/>
          <ac:spMkLst>
            <pc:docMk/>
            <pc:sldMk cId="3438335747" sldId="275"/>
            <ac:spMk id="14" creationId="{841CD068-F735-5325-5D5F-F09D2E8F549E}"/>
          </ac:spMkLst>
        </pc:spChg>
        <pc:graphicFrameChg chg="add mod modGraphic">
          <ac:chgData name="rabab queen" userId="ba431fdeb03e4eb9" providerId="LiveId" clId="{326DA7F0-520B-4B1C-B80C-BDF160A57F2D}" dt="2026-04-27T16:58:02.114" v="869" actId="255"/>
          <ac:graphicFrameMkLst>
            <pc:docMk/>
            <pc:sldMk cId="3438335747" sldId="275"/>
            <ac:graphicFrameMk id="8" creationId="{CF546995-6714-BB08-EDF0-D31216CFBC73}"/>
          </ac:graphicFrameMkLst>
        </pc:graphicFrameChg>
        <pc:graphicFrameChg chg="add mod modGraphic">
          <ac:chgData name="rabab queen" userId="ba431fdeb03e4eb9" providerId="LiveId" clId="{326DA7F0-520B-4B1C-B80C-BDF160A57F2D}" dt="2026-04-27T16:58:55.206" v="878" actId="2711"/>
          <ac:graphicFrameMkLst>
            <pc:docMk/>
            <pc:sldMk cId="3438335747" sldId="275"/>
            <ac:graphicFrameMk id="13" creationId="{2A512D9A-70E4-2E44-624F-B6F1303C66C8}"/>
          </ac:graphicFrameMkLst>
        </pc:graphicFrameChg>
      </pc:sldChg>
      <pc:sldChg chg="addSp delSp modSp add mod">
        <pc:chgData name="rabab queen" userId="ba431fdeb03e4eb9" providerId="LiveId" clId="{326DA7F0-520B-4B1C-B80C-BDF160A57F2D}" dt="2026-04-27T17:07:28.785" v="955" actId="1076"/>
        <pc:sldMkLst>
          <pc:docMk/>
          <pc:sldMk cId="960525989" sldId="276"/>
        </pc:sldMkLst>
        <pc:spChg chg="add del">
          <ac:chgData name="rabab queen" userId="ba431fdeb03e4eb9" providerId="LiveId" clId="{326DA7F0-520B-4B1C-B80C-BDF160A57F2D}" dt="2026-04-27T16:59:49.537" v="886" actId="478"/>
          <ac:spMkLst>
            <pc:docMk/>
            <pc:sldMk cId="960525989" sldId="276"/>
            <ac:spMk id="2" creationId="{DDFA10F5-1FFB-D031-DB28-D2E9B868AB7A}"/>
          </ac:spMkLst>
        </pc:spChg>
        <pc:spChg chg="add mod">
          <ac:chgData name="rabab queen" userId="ba431fdeb03e4eb9" providerId="LiveId" clId="{326DA7F0-520B-4B1C-B80C-BDF160A57F2D}" dt="2026-04-27T17:02:35.946" v="913" actId="207"/>
          <ac:spMkLst>
            <pc:docMk/>
            <pc:sldMk cId="960525989" sldId="276"/>
            <ac:spMk id="3" creationId="{A3A2A396-7CC4-7B5E-5597-EDC084BD9CCF}"/>
          </ac:spMkLst>
        </pc:spChg>
        <pc:spChg chg="del">
          <ac:chgData name="rabab queen" userId="ba431fdeb03e4eb9" providerId="LiveId" clId="{326DA7F0-520B-4B1C-B80C-BDF160A57F2D}" dt="2026-04-27T17:04:35.832" v="922" actId="478"/>
          <ac:spMkLst>
            <pc:docMk/>
            <pc:sldMk cId="960525989" sldId="276"/>
            <ac:spMk id="5" creationId="{44AC99AA-D8FE-FCE1-A464-93183FCA4265}"/>
          </ac:spMkLst>
        </pc:spChg>
        <pc:spChg chg="add del mod">
          <ac:chgData name="rabab queen" userId="ba431fdeb03e4eb9" providerId="LiveId" clId="{326DA7F0-520B-4B1C-B80C-BDF160A57F2D}" dt="2026-04-27T17:04:35.834" v="924"/>
          <ac:spMkLst>
            <pc:docMk/>
            <pc:sldMk cId="960525989" sldId="276"/>
            <ac:spMk id="6" creationId="{5AFA0D0F-15F2-A319-A1F1-41962CC4AA30}"/>
          </ac:spMkLst>
        </pc:spChg>
        <pc:spChg chg="del">
          <ac:chgData name="rabab queen" userId="ba431fdeb03e4eb9" providerId="LiveId" clId="{326DA7F0-520B-4B1C-B80C-BDF160A57F2D}" dt="2026-04-27T16:59:58.239" v="889" actId="478"/>
          <ac:spMkLst>
            <pc:docMk/>
            <pc:sldMk cId="960525989" sldId="276"/>
            <ac:spMk id="7" creationId="{411ED44E-69A1-53E6-CF63-B0133F68956F}"/>
          </ac:spMkLst>
        </pc:spChg>
        <pc:spChg chg="add mod">
          <ac:chgData name="rabab queen" userId="ba431fdeb03e4eb9" providerId="LiveId" clId="{326DA7F0-520B-4B1C-B80C-BDF160A57F2D}" dt="2026-04-27T17:07:28.785" v="955" actId="1076"/>
          <ac:spMkLst>
            <pc:docMk/>
            <pc:sldMk cId="960525989" sldId="276"/>
            <ac:spMk id="9" creationId="{23B98B7B-5CEC-385F-94E3-E246B7B32DD4}"/>
          </ac:spMkLst>
        </pc:spChg>
        <pc:spChg chg="del">
          <ac:chgData name="rabab queen" userId="ba431fdeb03e4eb9" providerId="LiveId" clId="{326DA7F0-520B-4B1C-B80C-BDF160A57F2D}" dt="2026-04-27T16:59:54.890" v="888" actId="478"/>
          <ac:spMkLst>
            <pc:docMk/>
            <pc:sldMk cId="960525989" sldId="276"/>
            <ac:spMk id="10" creationId="{40F7F0F1-7237-8847-025A-629C14F22C45}"/>
          </ac:spMkLst>
        </pc:spChg>
        <pc:spChg chg="del">
          <ac:chgData name="rabab queen" userId="ba431fdeb03e4eb9" providerId="LiveId" clId="{326DA7F0-520B-4B1C-B80C-BDF160A57F2D}" dt="2026-04-27T16:59:52.321" v="887" actId="478"/>
          <ac:spMkLst>
            <pc:docMk/>
            <pc:sldMk cId="960525989" sldId="276"/>
            <ac:spMk id="12" creationId="{2A067226-28F2-66D8-654C-D84F4B4BCC91}"/>
          </ac:spMkLst>
        </pc:spChg>
        <pc:graphicFrameChg chg="add mod modGraphic">
          <ac:chgData name="rabab queen" userId="ba431fdeb03e4eb9" providerId="LiveId" clId="{326DA7F0-520B-4B1C-B80C-BDF160A57F2D}" dt="2026-04-27T17:06:06.266" v="936" actId="12"/>
          <ac:graphicFrameMkLst>
            <pc:docMk/>
            <pc:sldMk cId="960525989" sldId="276"/>
            <ac:graphicFrameMk id="8" creationId="{3EC65409-022E-DEC7-1CEA-D42E849688BC}"/>
          </ac:graphicFrameMkLst>
        </pc:graphicFrameChg>
      </pc:sldChg>
      <pc:sldChg chg="addSp delSp modSp add mod">
        <pc:chgData name="rabab queen" userId="ba431fdeb03e4eb9" providerId="LiveId" clId="{326DA7F0-520B-4B1C-B80C-BDF160A57F2D}" dt="2026-04-27T17:15:54.651" v="1050" actId="20577"/>
        <pc:sldMkLst>
          <pc:docMk/>
          <pc:sldMk cId="3577589746" sldId="277"/>
        </pc:sldMkLst>
        <pc:spChg chg="mod">
          <ac:chgData name="rabab queen" userId="ba431fdeb03e4eb9" providerId="LiveId" clId="{326DA7F0-520B-4B1C-B80C-BDF160A57F2D}" dt="2026-04-27T17:08:45.784" v="966" actId="1076"/>
          <ac:spMkLst>
            <pc:docMk/>
            <pc:sldMk cId="3577589746" sldId="277"/>
            <ac:spMk id="2" creationId="{860F80FC-6E31-D9EF-FD1C-CCE7562C46E6}"/>
          </ac:spMkLst>
        </pc:spChg>
        <pc:spChg chg="add mod">
          <ac:chgData name="rabab queen" userId="ba431fdeb03e4eb9" providerId="LiveId" clId="{326DA7F0-520B-4B1C-B80C-BDF160A57F2D}" dt="2026-04-27T17:15:54.651" v="1050" actId="20577"/>
          <ac:spMkLst>
            <pc:docMk/>
            <pc:sldMk cId="3577589746" sldId="277"/>
            <ac:spMk id="3" creationId="{F6F56990-D16A-1525-F585-FA90A23E52CA}"/>
          </ac:spMkLst>
        </pc:spChg>
        <pc:spChg chg="del">
          <ac:chgData name="rabab queen" userId="ba431fdeb03e4eb9" providerId="LiveId" clId="{326DA7F0-520B-4B1C-B80C-BDF160A57F2D}" dt="2026-04-27T17:12:59.910" v="1002" actId="478"/>
          <ac:spMkLst>
            <pc:docMk/>
            <pc:sldMk cId="3577589746" sldId="277"/>
            <ac:spMk id="5" creationId="{4C8CDFC5-59D5-33BF-8A5B-B3CB14EE7344}"/>
          </ac:spMkLst>
        </pc:spChg>
        <pc:spChg chg="add mod">
          <ac:chgData name="rabab queen" userId="ba431fdeb03e4eb9" providerId="LiveId" clId="{326DA7F0-520B-4B1C-B80C-BDF160A57F2D}" dt="2026-04-27T17:09:19.603" v="973" actId="207"/>
          <ac:spMkLst>
            <pc:docMk/>
            <pc:sldMk cId="3577589746" sldId="277"/>
            <ac:spMk id="6" creationId="{EF349B89-118A-D9E7-1DD5-EFA9781C40E3}"/>
          </ac:spMkLst>
        </pc:spChg>
        <pc:spChg chg="del">
          <ac:chgData name="rabab queen" userId="ba431fdeb03e4eb9" providerId="LiveId" clId="{326DA7F0-520B-4B1C-B80C-BDF160A57F2D}" dt="2026-04-27T17:07:48.143" v="960" actId="478"/>
          <ac:spMkLst>
            <pc:docMk/>
            <pc:sldMk cId="3577589746" sldId="277"/>
            <ac:spMk id="7" creationId="{A929556D-7FAC-51FA-FB24-13FE93FBF6BD}"/>
          </ac:spMkLst>
        </pc:spChg>
        <pc:spChg chg="add del mod">
          <ac:chgData name="rabab queen" userId="ba431fdeb03e4eb9" providerId="LiveId" clId="{326DA7F0-520B-4B1C-B80C-BDF160A57F2D}" dt="2026-04-27T17:12:15.564" v="999"/>
          <ac:spMkLst>
            <pc:docMk/>
            <pc:sldMk cId="3577589746" sldId="277"/>
            <ac:spMk id="8" creationId="{7C1669FB-66A6-4DDF-31E3-894997F94D2A}"/>
          </ac:spMkLst>
        </pc:spChg>
        <pc:spChg chg="del">
          <ac:chgData name="rabab queen" userId="ba431fdeb03e4eb9" providerId="LiveId" clId="{326DA7F0-520B-4B1C-B80C-BDF160A57F2D}" dt="2026-04-27T17:07:45.132" v="959" actId="478"/>
          <ac:spMkLst>
            <pc:docMk/>
            <pc:sldMk cId="3577589746" sldId="277"/>
            <ac:spMk id="10" creationId="{B84211FE-84BD-7FFE-AEA1-0628BA51520C}"/>
          </ac:spMkLst>
        </pc:spChg>
        <pc:spChg chg="add mod">
          <ac:chgData name="rabab queen" userId="ba431fdeb03e4eb9" providerId="LiveId" clId="{326DA7F0-520B-4B1C-B80C-BDF160A57F2D}" dt="2026-04-27T17:11:53.964" v="996" actId="14100"/>
          <ac:spMkLst>
            <pc:docMk/>
            <pc:sldMk cId="3577589746" sldId="277"/>
            <ac:spMk id="11" creationId="{6D796E20-3EBD-4A7F-4A4F-C8C585EEA014}"/>
          </ac:spMkLst>
        </pc:spChg>
        <pc:spChg chg="del mod">
          <ac:chgData name="rabab queen" userId="ba431fdeb03e4eb9" providerId="LiveId" clId="{326DA7F0-520B-4B1C-B80C-BDF160A57F2D}" dt="2026-04-27T17:07:39.499" v="958" actId="478"/>
          <ac:spMkLst>
            <pc:docMk/>
            <pc:sldMk cId="3577589746" sldId="277"/>
            <ac:spMk id="12" creationId="{EC5CE385-19B7-97B3-3BC0-B9B6F489059C}"/>
          </ac:spMkLst>
        </pc:spChg>
        <pc:spChg chg="add mod">
          <ac:chgData name="rabab queen" userId="ba431fdeb03e4eb9" providerId="LiveId" clId="{326DA7F0-520B-4B1C-B80C-BDF160A57F2D}" dt="2026-04-27T17:12:53.446" v="1001" actId="1076"/>
          <ac:spMkLst>
            <pc:docMk/>
            <pc:sldMk cId="3577589746" sldId="277"/>
            <ac:spMk id="13" creationId="{12068348-5F4E-4FCA-D259-1803FB82492D}"/>
          </ac:spMkLst>
        </pc:spChg>
        <pc:graphicFrameChg chg="add mod modGraphic">
          <ac:chgData name="rabab queen" userId="ba431fdeb03e4eb9" providerId="LiveId" clId="{326DA7F0-520B-4B1C-B80C-BDF160A57F2D}" dt="2026-04-27T17:12:01.249" v="997" actId="207"/>
          <ac:graphicFrameMkLst>
            <pc:docMk/>
            <pc:sldMk cId="3577589746" sldId="277"/>
            <ac:graphicFrameMk id="9" creationId="{E6A680B2-308D-243A-B1CA-F7C54C73DF90}"/>
          </ac:graphicFrameMkLst>
        </pc:graphicFrameChg>
      </pc:sldChg>
      <pc:sldChg chg="addSp delSp modSp add mod">
        <pc:chgData name="rabab queen" userId="ba431fdeb03e4eb9" providerId="LiveId" clId="{326DA7F0-520B-4B1C-B80C-BDF160A57F2D}" dt="2026-04-27T18:07:41.230" v="1168"/>
        <pc:sldMkLst>
          <pc:docMk/>
          <pc:sldMk cId="2481298842" sldId="278"/>
        </pc:sldMkLst>
        <pc:spChg chg="mod">
          <ac:chgData name="rabab queen" userId="ba431fdeb03e4eb9" providerId="LiveId" clId="{326DA7F0-520B-4B1C-B80C-BDF160A57F2D}" dt="2026-04-27T18:06:43.185" v="1164" actId="1076"/>
          <ac:spMkLst>
            <pc:docMk/>
            <pc:sldMk cId="2481298842" sldId="278"/>
            <ac:spMk id="2" creationId="{2957777D-440B-5123-CBE7-2EACEE0908AE}"/>
          </ac:spMkLst>
        </pc:spChg>
        <pc:spChg chg="add del mod">
          <ac:chgData name="rabab queen" userId="ba431fdeb03e4eb9" providerId="LiveId" clId="{326DA7F0-520B-4B1C-B80C-BDF160A57F2D}" dt="2026-04-27T17:24:46.277" v="1132"/>
          <ac:spMkLst>
            <pc:docMk/>
            <pc:sldMk cId="2481298842" sldId="278"/>
            <ac:spMk id="3" creationId="{22322989-563D-C0F1-6896-B3A528E59F0C}"/>
          </ac:spMkLst>
        </pc:spChg>
        <pc:spChg chg="del">
          <ac:chgData name="rabab queen" userId="ba431fdeb03e4eb9" providerId="LiveId" clId="{326DA7F0-520B-4B1C-B80C-BDF160A57F2D}" dt="2026-04-27T17:25:33.268" v="1140" actId="478"/>
          <ac:spMkLst>
            <pc:docMk/>
            <pc:sldMk cId="2481298842" sldId="278"/>
            <ac:spMk id="5" creationId="{B7EFEEF2-F09F-A841-660A-823A81A32CAB}"/>
          </ac:spMkLst>
        </pc:spChg>
        <pc:spChg chg="del">
          <ac:chgData name="rabab queen" userId="ba431fdeb03e4eb9" providerId="LiveId" clId="{326DA7F0-520B-4B1C-B80C-BDF160A57F2D}" dt="2026-04-27T17:21:09.291" v="1090" actId="478"/>
          <ac:spMkLst>
            <pc:docMk/>
            <pc:sldMk cId="2481298842" sldId="278"/>
            <ac:spMk id="7" creationId="{25A13373-05DA-9CF6-ABA6-86D3208EA2AA}"/>
          </ac:spMkLst>
        </pc:spChg>
        <pc:spChg chg="add del mod">
          <ac:chgData name="rabab queen" userId="ba431fdeb03e4eb9" providerId="LiveId" clId="{326DA7F0-520B-4B1C-B80C-BDF160A57F2D}" dt="2026-04-27T17:24:46.274" v="1130" actId="478"/>
          <ac:spMkLst>
            <pc:docMk/>
            <pc:sldMk cId="2481298842" sldId="278"/>
            <ac:spMk id="9" creationId="{3319586C-0D09-8E9D-CD55-85A387CE3797}"/>
          </ac:spMkLst>
        </pc:spChg>
        <pc:spChg chg="mod">
          <ac:chgData name="rabab queen" userId="ba431fdeb03e4eb9" providerId="LiveId" clId="{326DA7F0-520B-4B1C-B80C-BDF160A57F2D}" dt="2026-04-27T18:06:21.201" v="1162" actId="1076"/>
          <ac:spMkLst>
            <pc:docMk/>
            <pc:sldMk cId="2481298842" sldId="278"/>
            <ac:spMk id="10" creationId="{DC17654A-8FD9-A389-58C0-266A6DB7BF87}"/>
          </ac:spMkLst>
        </pc:spChg>
        <pc:spChg chg="del">
          <ac:chgData name="rabab queen" userId="ba431fdeb03e4eb9" providerId="LiveId" clId="{326DA7F0-520B-4B1C-B80C-BDF160A57F2D}" dt="2026-04-27T17:21:05.786" v="1089" actId="478"/>
          <ac:spMkLst>
            <pc:docMk/>
            <pc:sldMk cId="2481298842" sldId="278"/>
            <ac:spMk id="12" creationId="{921ABBC7-68F3-02B8-E175-F906ED495478}"/>
          </ac:spMkLst>
        </pc:spChg>
        <pc:spChg chg="add mod">
          <ac:chgData name="rabab queen" userId="ba431fdeb03e4eb9" providerId="LiveId" clId="{326DA7F0-520B-4B1C-B80C-BDF160A57F2D}" dt="2026-04-27T18:07:41.230" v="1168"/>
          <ac:spMkLst>
            <pc:docMk/>
            <pc:sldMk cId="2481298842" sldId="278"/>
            <ac:spMk id="13" creationId="{6745A26D-2245-109F-ECC1-FE21D34A6272}"/>
          </ac:spMkLst>
        </pc:spChg>
        <pc:graphicFrameChg chg="add del mod modGraphic">
          <ac:chgData name="rabab queen" userId="ba431fdeb03e4eb9" providerId="LiveId" clId="{326DA7F0-520B-4B1C-B80C-BDF160A57F2D}" dt="2026-04-27T17:27:36.889" v="1153" actId="21"/>
          <ac:graphicFrameMkLst>
            <pc:docMk/>
            <pc:sldMk cId="2481298842" sldId="278"/>
            <ac:graphicFrameMk id="6" creationId="{B177316B-79D3-F7CF-5BFD-3825E02CE161}"/>
          </ac:graphicFrameMkLst>
        </pc:graphicFrameChg>
        <pc:graphicFrameChg chg="add mod modGraphic">
          <ac:chgData name="rabab queen" userId="ba431fdeb03e4eb9" providerId="LiveId" clId="{326DA7F0-520B-4B1C-B80C-BDF160A57F2D}" dt="2026-04-27T18:07:12.388" v="1166" actId="1076"/>
          <ac:graphicFrameMkLst>
            <pc:docMk/>
            <pc:sldMk cId="2481298842" sldId="278"/>
            <ac:graphicFrameMk id="8" creationId="{E7E2A3FD-C922-2728-624D-7DF7AEB1AD59}"/>
          </ac:graphicFrameMkLst>
        </pc:graphicFrameChg>
        <pc:graphicFrameChg chg="add mod modGraphic">
          <ac:chgData name="rabab queen" userId="ba431fdeb03e4eb9" providerId="LiveId" clId="{326DA7F0-520B-4B1C-B80C-BDF160A57F2D}" dt="2026-04-27T18:07:19.350" v="1167" actId="1076"/>
          <ac:graphicFrameMkLst>
            <pc:docMk/>
            <pc:sldMk cId="2481298842" sldId="278"/>
            <ac:graphicFrameMk id="11" creationId="{B177316B-79D3-F7CF-5BFD-3825E02CE161}"/>
          </ac:graphicFrameMkLst>
        </pc:graphicFrameChg>
      </pc:sldChg>
      <pc:sldChg chg="addSp delSp modSp add mod ord">
        <pc:chgData name="rabab queen" userId="ba431fdeb03e4eb9" providerId="LiveId" clId="{326DA7F0-520B-4B1C-B80C-BDF160A57F2D}" dt="2026-04-27T17:20:22.815" v="1084" actId="478"/>
        <pc:sldMkLst>
          <pc:docMk/>
          <pc:sldMk cId="2899474943" sldId="279"/>
        </pc:sldMkLst>
        <pc:spChg chg="mod">
          <ac:chgData name="rabab queen" userId="ba431fdeb03e4eb9" providerId="LiveId" clId="{326DA7F0-520B-4B1C-B80C-BDF160A57F2D}" dt="2026-04-27T17:19:23.837" v="1075" actId="1076"/>
          <ac:spMkLst>
            <pc:docMk/>
            <pc:sldMk cId="2899474943" sldId="279"/>
            <ac:spMk id="2" creationId="{8341F968-4085-DEEA-E35D-095057143951}"/>
          </ac:spMkLst>
        </pc:spChg>
        <pc:spChg chg="add mod">
          <ac:chgData name="rabab queen" userId="ba431fdeb03e4eb9" providerId="LiveId" clId="{326DA7F0-520B-4B1C-B80C-BDF160A57F2D}" dt="2026-04-27T17:17:30.462" v="1058" actId="207"/>
          <ac:spMkLst>
            <pc:docMk/>
            <pc:sldMk cId="2899474943" sldId="279"/>
            <ac:spMk id="3" creationId="{A802051D-207B-FCFF-A6C3-34BE72A7A31C}"/>
          </ac:spMkLst>
        </pc:spChg>
        <pc:spChg chg="del">
          <ac:chgData name="rabab queen" userId="ba431fdeb03e4eb9" providerId="LiveId" clId="{326DA7F0-520B-4B1C-B80C-BDF160A57F2D}" dt="2026-04-27T17:20:22.815" v="1084" actId="478"/>
          <ac:spMkLst>
            <pc:docMk/>
            <pc:sldMk cId="2899474943" sldId="279"/>
            <ac:spMk id="5" creationId="{4CC49F4B-DC16-64C0-C909-83F32FB9420E}"/>
          </ac:spMkLst>
        </pc:spChg>
        <pc:spChg chg="add del mod">
          <ac:chgData name="rabab queen" userId="ba431fdeb03e4eb9" providerId="LiveId" clId="{326DA7F0-520B-4B1C-B80C-BDF160A57F2D}" dt="2026-04-27T17:19:52.153" v="1081"/>
          <ac:spMkLst>
            <pc:docMk/>
            <pc:sldMk cId="2899474943" sldId="279"/>
            <ac:spMk id="6" creationId="{721AF683-3EF3-FC7D-AF0B-A6EB58C47C22}"/>
          </ac:spMkLst>
        </pc:spChg>
        <pc:spChg chg="del">
          <ac:chgData name="rabab queen" userId="ba431fdeb03e4eb9" providerId="LiveId" clId="{326DA7F0-520B-4B1C-B80C-BDF160A57F2D}" dt="2026-04-27T17:16:27.889" v="1052" actId="478"/>
          <ac:spMkLst>
            <pc:docMk/>
            <pc:sldMk cId="2899474943" sldId="279"/>
            <ac:spMk id="7" creationId="{4F4B7C0D-D701-C9B0-62C1-62A4005E948B}"/>
          </ac:spMkLst>
        </pc:spChg>
        <pc:spChg chg="add mod">
          <ac:chgData name="rabab queen" userId="ba431fdeb03e4eb9" providerId="LiveId" clId="{326DA7F0-520B-4B1C-B80C-BDF160A57F2D}" dt="2026-04-27T17:19:45.789" v="1079" actId="14100"/>
          <ac:spMkLst>
            <pc:docMk/>
            <pc:sldMk cId="2899474943" sldId="279"/>
            <ac:spMk id="9" creationId="{BD3AE244-8D09-A1C2-0ABE-A6DA35E4CCF8}"/>
          </ac:spMkLst>
        </pc:spChg>
        <pc:spChg chg="del">
          <ac:chgData name="rabab queen" userId="ba431fdeb03e4eb9" providerId="LiveId" clId="{326DA7F0-520B-4B1C-B80C-BDF160A57F2D}" dt="2026-04-27T17:16:36.686" v="1053" actId="478"/>
          <ac:spMkLst>
            <pc:docMk/>
            <pc:sldMk cId="2899474943" sldId="279"/>
            <ac:spMk id="10" creationId="{37046835-A8AD-E274-8BE5-8699EAABE3E7}"/>
          </ac:spMkLst>
        </pc:spChg>
        <pc:spChg chg="add mod">
          <ac:chgData name="rabab queen" userId="ba431fdeb03e4eb9" providerId="LiveId" clId="{326DA7F0-520B-4B1C-B80C-BDF160A57F2D}" dt="2026-04-27T17:20:19.112" v="1083" actId="1076"/>
          <ac:spMkLst>
            <pc:docMk/>
            <pc:sldMk cId="2899474943" sldId="279"/>
            <ac:spMk id="11" creationId="{67D2AE9D-43AB-B274-81A8-0CADDAB64C2D}"/>
          </ac:spMkLst>
        </pc:spChg>
        <pc:spChg chg="del">
          <ac:chgData name="rabab queen" userId="ba431fdeb03e4eb9" providerId="LiveId" clId="{326DA7F0-520B-4B1C-B80C-BDF160A57F2D}" dt="2026-04-27T17:16:24.584" v="1051" actId="478"/>
          <ac:spMkLst>
            <pc:docMk/>
            <pc:sldMk cId="2899474943" sldId="279"/>
            <ac:spMk id="12" creationId="{E16CEE8F-C08B-A1E6-CFD2-8CF6CF2455EA}"/>
          </ac:spMkLst>
        </pc:spChg>
        <pc:graphicFrameChg chg="add mod modGraphic">
          <ac:chgData name="rabab queen" userId="ba431fdeb03e4eb9" providerId="LiveId" clId="{326DA7F0-520B-4B1C-B80C-BDF160A57F2D}" dt="2026-04-27T17:19:40.999" v="1078" actId="207"/>
          <ac:graphicFrameMkLst>
            <pc:docMk/>
            <pc:sldMk cId="2899474943" sldId="279"/>
            <ac:graphicFrameMk id="8" creationId="{C052501F-26C2-4A6A-1ECE-400DCBE04095}"/>
          </ac:graphicFrameMkLst>
        </pc:graphicFrameChg>
      </pc:sldChg>
      <pc:sldChg chg="add del">
        <pc:chgData name="rabab queen" userId="ba431fdeb03e4eb9" providerId="LiveId" clId="{326DA7F0-520B-4B1C-B80C-BDF160A57F2D}" dt="2026-04-27T18:08:28.273" v="1169" actId="2696"/>
        <pc:sldMkLst>
          <pc:docMk/>
          <pc:sldMk cId="3435311974" sldId="280"/>
        </pc:sldMkLst>
      </pc:sldChg>
      <pc:sldChg chg="add del">
        <pc:chgData name="rabab queen" userId="ba431fdeb03e4eb9" providerId="LiveId" clId="{326DA7F0-520B-4B1C-B80C-BDF160A57F2D}" dt="2026-04-27T18:08:30.458" v="1170" actId="2696"/>
        <pc:sldMkLst>
          <pc:docMk/>
          <pc:sldMk cId="664496976" sldId="281"/>
        </pc:sldMkLst>
      </pc:sldChg>
      <pc:sldChg chg="add del">
        <pc:chgData name="rabab queen" userId="ba431fdeb03e4eb9" providerId="LiveId" clId="{326DA7F0-520B-4B1C-B80C-BDF160A57F2D}" dt="2026-04-27T18:08:33.922" v="1171" actId="2696"/>
        <pc:sldMkLst>
          <pc:docMk/>
          <pc:sldMk cId="1324438118" sldId="282"/>
        </pc:sldMkLst>
      </pc:sldChg>
      <pc:sldChg chg="add del">
        <pc:chgData name="rabab queen" userId="ba431fdeb03e4eb9" providerId="LiveId" clId="{326DA7F0-520B-4B1C-B80C-BDF160A57F2D}" dt="2026-04-27T18:08:36.708" v="1172" actId="2696"/>
        <pc:sldMkLst>
          <pc:docMk/>
          <pc:sldMk cId="1493902813" sldId="283"/>
        </pc:sldMkLst>
      </pc:sldChg>
      <pc:sldChg chg="add del">
        <pc:chgData name="rabab queen" userId="ba431fdeb03e4eb9" providerId="LiveId" clId="{326DA7F0-520B-4B1C-B80C-BDF160A57F2D}" dt="2026-04-27T18:08:40.696" v="1173" actId="2696"/>
        <pc:sldMkLst>
          <pc:docMk/>
          <pc:sldMk cId="2659020130" sldId="284"/>
        </pc:sldMkLst>
      </pc:sldChg>
      <pc:sldChg chg="add del">
        <pc:chgData name="rabab queen" userId="ba431fdeb03e4eb9" providerId="LiveId" clId="{326DA7F0-520B-4B1C-B80C-BDF160A57F2D}" dt="2026-04-27T18:08:43.919" v="1174" actId="2696"/>
        <pc:sldMkLst>
          <pc:docMk/>
          <pc:sldMk cId="4118883986" sldId="285"/>
        </pc:sldMkLst>
      </pc:sldChg>
      <pc:sldChg chg="add del">
        <pc:chgData name="rabab queen" userId="ba431fdeb03e4eb9" providerId="LiveId" clId="{326DA7F0-520B-4B1C-B80C-BDF160A57F2D}" dt="2026-04-27T18:08:46.771" v="1175" actId="2696"/>
        <pc:sldMkLst>
          <pc:docMk/>
          <pc:sldMk cId="331862480" sldId="286"/>
        </pc:sldMkLst>
      </pc:sldChg>
      <pc:sldChg chg="add del">
        <pc:chgData name="rabab queen" userId="ba431fdeb03e4eb9" providerId="LiveId" clId="{326DA7F0-520B-4B1C-B80C-BDF160A57F2D}" dt="2026-04-27T18:08:49.283" v="1176" actId="2696"/>
        <pc:sldMkLst>
          <pc:docMk/>
          <pc:sldMk cId="1761343468" sldId="287"/>
        </pc:sldMkLst>
      </pc:sldChg>
      <pc:sldChg chg="add del">
        <pc:chgData name="rabab queen" userId="ba431fdeb03e4eb9" providerId="LiveId" clId="{326DA7F0-520B-4B1C-B80C-BDF160A57F2D}" dt="2026-04-27T18:08:52.558" v="1177" actId="2696"/>
        <pc:sldMkLst>
          <pc:docMk/>
          <pc:sldMk cId="1148596612" sldId="288"/>
        </pc:sldMkLst>
      </pc:sldChg>
      <pc:sldChg chg="add del">
        <pc:chgData name="rabab queen" userId="ba431fdeb03e4eb9" providerId="LiveId" clId="{326DA7F0-520B-4B1C-B80C-BDF160A57F2D}" dt="2026-04-27T18:08:55.756" v="1178" actId="2696"/>
        <pc:sldMkLst>
          <pc:docMk/>
          <pc:sldMk cId="3874848168" sldId="289"/>
        </pc:sldMkLst>
      </pc:sldChg>
      <pc:sldChg chg="add del">
        <pc:chgData name="rabab queen" userId="ba431fdeb03e4eb9" providerId="LiveId" clId="{326DA7F0-520B-4B1C-B80C-BDF160A57F2D}" dt="2026-04-27T18:08:59.295" v="1179" actId="2696"/>
        <pc:sldMkLst>
          <pc:docMk/>
          <pc:sldMk cId="3610611104" sldId="290"/>
        </pc:sldMkLst>
      </pc:sldChg>
      <pc:sldChg chg="add del">
        <pc:chgData name="rabab queen" userId="ba431fdeb03e4eb9" providerId="LiveId" clId="{326DA7F0-520B-4B1C-B80C-BDF160A57F2D}" dt="2026-04-27T18:09:02.168" v="1180" actId="2696"/>
        <pc:sldMkLst>
          <pc:docMk/>
          <pc:sldMk cId="2867045894" sldId="291"/>
        </pc:sldMkLst>
      </pc:sldChg>
      <pc:sldChg chg="add del">
        <pc:chgData name="rabab queen" userId="ba431fdeb03e4eb9" providerId="LiveId" clId="{326DA7F0-520B-4B1C-B80C-BDF160A57F2D}" dt="2026-04-27T18:09:04.545" v="1181" actId="2696"/>
        <pc:sldMkLst>
          <pc:docMk/>
          <pc:sldMk cId="2208152292" sldId="292"/>
        </pc:sldMkLst>
      </pc:sldChg>
      <pc:sldChg chg="add del">
        <pc:chgData name="rabab queen" userId="ba431fdeb03e4eb9" providerId="LiveId" clId="{326DA7F0-520B-4B1C-B80C-BDF160A57F2D}" dt="2026-04-27T18:09:07.336" v="1182" actId="2696"/>
        <pc:sldMkLst>
          <pc:docMk/>
          <pc:sldMk cId="2415982302" sldId="293"/>
        </pc:sldMkLst>
      </pc:sldChg>
      <pc:sldChg chg="add del">
        <pc:chgData name="rabab queen" userId="ba431fdeb03e4eb9" providerId="LiveId" clId="{326DA7F0-520B-4B1C-B80C-BDF160A57F2D}" dt="2026-04-27T18:09:09.795" v="1183" actId="2696"/>
        <pc:sldMkLst>
          <pc:docMk/>
          <pc:sldMk cId="1587608759" sldId="294"/>
        </pc:sldMkLst>
      </pc:sldChg>
      <pc:sldChg chg="add del">
        <pc:chgData name="rabab queen" userId="ba431fdeb03e4eb9" providerId="LiveId" clId="{326DA7F0-520B-4B1C-B80C-BDF160A57F2D}" dt="2026-04-27T18:09:12.061" v="1184" actId="2696"/>
        <pc:sldMkLst>
          <pc:docMk/>
          <pc:sldMk cId="1571564626" sldId="295"/>
        </pc:sldMkLst>
      </pc:sldChg>
      <pc:sldChg chg="add del">
        <pc:chgData name="rabab queen" userId="ba431fdeb03e4eb9" providerId="LiveId" clId="{326DA7F0-520B-4B1C-B80C-BDF160A57F2D}" dt="2026-04-27T18:09:15.086" v="1185" actId="2696"/>
        <pc:sldMkLst>
          <pc:docMk/>
          <pc:sldMk cId="2119306001" sldId="296"/>
        </pc:sldMkLst>
      </pc:sldChg>
      <pc:sldChg chg="delSp modSp add mod ord">
        <pc:chgData name="rabab queen" userId="ba431fdeb03e4eb9" providerId="LiveId" clId="{326DA7F0-520B-4B1C-B80C-BDF160A57F2D}" dt="2026-04-27T16:42:39.604" v="699" actId="478"/>
        <pc:sldMkLst>
          <pc:docMk/>
          <pc:sldMk cId="2708734012" sldId="297"/>
        </pc:sldMkLst>
        <pc:spChg chg="mod">
          <ac:chgData name="rabab queen" userId="ba431fdeb03e4eb9" providerId="LiveId" clId="{326DA7F0-520B-4B1C-B80C-BDF160A57F2D}" dt="2026-04-27T16:41:45.607" v="698" actId="20577"/>
          <ac:spMkLst>
            <pc:docMk/>
            <pc:sldMk cId="2708734012" sldId="297"/>
            <ac:spMk id="13" creationId="{8491F7E0-FAA8-4201-8344-DBBDD55C4C1F}"/>
          </ac:spMkLst>
        </pc:spChg>
        <pc:spChg chg="del">
          <ac:chgData name="rabab queen" userId="ba431fdeb03e4eb9" providerId="LiveId" clId="{326DA7F0-520B-4B1C-B80C-BDF160A57F2D}" dt="2026-04-27T16:42:39.604" v="699" actId="478"/>
          <ac:spMkLst>
            <pc:docMk/>
            <pc:sldMk cId="2708734012" sldId="297"/>
            <ac:spMk id="14" creationId="{0B9348B1-FBB6-E6B7-F64F-928DF5561D10}"/>
          </ac:spMkLst>
        </pc:spChg>
      </pc:sldChg>
      <pc:sldChg chg="modSp add mod ord">
        <pc:chgData name="rabab queen" userId="ba431fdeb03e4eb9" providerId="LiveId" clId="{326DA7F0-520B-4B1C-B80C-BDF160A57F2D}" dt="2026-04-27T17:01:21.180" v="906" actId="20577"/>
        <pc:sldMkLst>
          <pc:docMk/>
          <pc:sldMk cId="50034018" sldId="298"/>
        </pc:sldMkLst>
        <pc:spChg chg="mod">
          <ac:chgData name="rabab queen" userId="ba431fdeb03e4eb9" providerId="LiveId" clId="{326DA7F0-520B-4B1C-B80C-BDF160A57F2D}" dt="2026-04-27T17:01:21.180" v="906" actId="20577"/>
          <ac:spMkLst>
            <pc:docMk/>
            <pc:sldMk cId="50034018" sldId="298"/>
            <ac:spMk id="13" creationId="{1DC22DC4-8040-FC2A-5938-0ADE5799AA1A}"/>
          </ac:spMkLst>
        </pc:spChg>
      </pc:sldChg>
      <pc:sldChg chg="modSp add mod ord">
        <pc:chgData name="rabab queen" userId="ba431fdeb03e4eb9" providerId="LiveId" clId="{326DA7F0-520B-4B1C-B80C-BDF160A57F2D}" dt="2026-04-27T17:14:50.115" v="1030"/>
        <pc:sldMkLst>
          <pc:docMk/>
          <pc:sldMk cId="430827132" sldId="299"/>
        </pc:sldMkLst>
        <pc:spChg chg="mod">
          <ac:chgData name="rabab queen" userId="ba431fdeb03e4eb9" providerId="LiveId" clId="{326DA7F0-520B-4B1C-B80C-BDF160A57F2D}" dt="2026-04-27T17:14:40.436" v="1028" actId="20577"/>
          <ac:spMkLst>
            <pc:docMk/>
            <pc:sldMk cId="430827132" sldId="299"/>
            <ac:spMk id="13" creationId="{097FD678-71A7-DE7B-88EE-1F7C3C1EF583}"/>
          </ac:spMkLst>
        </pc:spChg>
      </pc:sldChg>
      <pc:sldChg chg="addSp delSp modSp add mod ord">
        <pc:chgData name="rabab queen" userId="ba431fdeb03e4eb9" providerId="LiveId" clId="{326DA7F0-520B-4B1C-B80C-BDF160A57F2D}" dt="2026-04-27T18:32:38.924" v="1565" actId="1076"/>
        <pc:sldMkLst>
          <pc:docMk/>
          <pc:sldMk cId="4246985117" sldId="300"/>
        </pc:sldMkLst>
        <pc:spChg chg="mod">
          <ac:chgData name="rabab queen" userId="ba431fdeb03e4eb9" providerId="LiveId" clId="{326DA7F0-520B-4B1C-B80C-BDF160A57F2D}" dt="2026-04-27T18:31:57.399" v="1554" actId="1076"/>
          <ac:spMkLst>
            <pc:docMk/>
            <pc:sldMk cId="4246985117" sldId="300"/>
            <ac:spMk id="2" creationId="{B0031B22-E91A-B84F-F675-DC39D15474C4}"/>
          </ac:spMkLst>
        </pc:spChg>
        <pc:spChg chg="add mod">
          <ac:chgData name="rabab queen" userId="ba431fdeb03e4eb9" providerId="LiveId" clId="{326DA7F0-520B-4B1C-B80C-BDF160A57F2D}" dt="2026-04-27T18:31:54.151" v="1552" actId="207"/>
          <ac:spMkLst>
            <pc:docMk/>
            <pc:sldMk cId="4246985117" sldId="300"/>
            <ac:spMk id="3" creationId="{9E8F86F1-0C43-AB96-8E3E-9F5FEBC2D667}"/>
          </ac:spMkLst>
        </pc:spChg>
        <pc:spChg chg="mod">
          <ac:chgData name="rabab queen" userId="ba431fdeb03e4eb9" providerId="LiveId" clId="{326DA7F0-520B-4B1C-B80C-BDF160A57F2D}" dt="2026-04-27T18:32:38.924" v="1565" actId="1076"/>
          <ac:spMkLst>
            <pc:docMk/>
            <pc:sldMk cId="4246985117" sldId="300"/>
            <ac:spMk id="5" creationId="{A1EEDA38-53B7-06DB-B56B-97CF13EFF569}"/>
          </ac:spMkLst>
        </pc:spChg>
        <pc:spChg chg="add mod">
          <ac:chgData name="rabab queen" userId="ba431fdeb03e4eb9" providerId="LiveId" clId="{326DA7F0-520B-4B1C-B80C-BDF160A57F2D}" dt="2026-04-27T18:32:28.326" v="1564" actId="20577"/>
          <ac:spMkLst>
            <pc:docMk/>
            <pc:sldMk cId="4246985117" sldId="300"/>
            <ac:spMk id="6" creationId="{C8BA1835-7881-F396-FC32-09488BFA50BE}"/>
          </ac:spMkLst>
        </pc:spChg>
        <pc:spChg chg="del">
          <ac:chgData name="rabab queen" userId="ba431fdeb03e4eb9" providerId="LiveId" clId="{326DA7F0-520B-4B1C-B80C-BDF160A57F2D}" dt="2026-04-27T18:30:09.243" v="1532" actId="478"/>
          <ac:spMkLst>
            <pc:docMk/>
            <pc:sldMk cId="4246985117" sldId="300"/>
            <ac:spMk id="7" creationId="{2B24419D-6BD0-D4CD-BAA9-CF94758A8A80}"/>
          </ac:spMkLst>
        </pc:spChg>
        <pc:spChg chg="del">
          <ac:chgData name="rabab queen" userId="ba431fdeb03e4eb9" providerId="LiveId" clId="{326DA7F0-520B-4B1C-B80C-BDF160A57F2D}" dt="2026-04-27T18:30:06.009" v="1531" actId="478"/>
          <ac:spMkLst>
            <pc:docMk/>
            <pc:sldMk cId="4246985117" sldId="300"/>
            <ac:spMk id="12" creationId="{CE18BF9E-F081-3EA3-E6E0-9D0F5AD51B0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عنصر نائب للرأس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ar-SA"/>
          </a:p>
        </p:txBody>
      </p:sp>
      <p:sp>
        <p:nvSpPr>
          <p:cNvPr id="3" name="عنصر نائب للتاريخ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A930C034-146E-461E-956F-2E50FD98FABD}" type="datetimeFigureOut">
              <a:rPr lang="ar-SA" smtClean="0"/>
              <a:t>11/11/47</a:t>
            </a:fld>
            <a:endParaRPr lang="ar-SA"/>
          </a:p>
        </p:txBody>
      </p:sp>
      <p:sp>
        <p:nvSpPr>
          <p:cNvPr id="4" name="عنصر نائب لصورة الشريحة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1" anchor="ctr"/>
          <a:lstStyle/>
          <a:p>
            <a:endParaRPr lang="ar-SA"/>
          </a:p>
        </p:txBody>
      </p:sp>
      <p:sp>
        <p:nvSpPr>
          <p:cNvPr id="5" name="عنصر نائب للملاحظا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ar-SA"/>
              <a:t>انقر لتحرير أنماط نص الشكل الرئيسي</a:t>
            </a:r>
          </a:p>
          <a:p>
            <a:pPr lvl="1"/>
            <a:r>
              <a:rPr lang="ar-SA"/>
              <a:t>المستوى الثاني</a:t>
            </a:r>
          </a:p>
          <a:p>
            <a:pPr lvl="2"/>
            <a:r>
              <a:rPr lang="ar-SA"/>
              <a:t>المستوى الثالث</a:t>
            </a:r>
          </a:p>
          <a:p>
            <a:pPr lvl="3"/>
            <a:r>
              <a:rPr lang="ar-SA"/>
              <a:t>المستوى الرابع</a:t>
            </a:r>
          </a:p>
          <a:p>
            <a:pPr lvl="4"/>
            <a:r>
              <a:rPr lang="ar-SA"/>
              <a:t>المستوى الخامس</a:t>
            </a:r>
          </a:p>
        </p:txBody>
      </p:sp>
      <p:sp>
        <p:nvSpPr>
          <p:cNvPr id="6" name="عنصر نائب للتذييل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ar-SA"/>
          </a:p>
        </p:txBody>
      </p:sp>
      <p:sp>
        <p:nvSpPr>
          <p:cNvPr id="7" name="عنصر نائب لرقم الشريحة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AD3EF3EB-7012-46C6-8B02-73ADAF52F9EA}" type="slidenum">
              <a:rPr lang="ar-SA" smtClean="0"/>
              <a:t>‹#›</a:t>
            </a:fld>
            <a:endParaRPr lang="ar-SA"/>
          </a:p>
        </p:txBody>
      </p:sp>
    </p:spTree>
    <p:extLst>
      <p:ext uri="{BB962C8B-B14F-4D97-AF65-F5344CB8AC3E}">
        <p14:creationId xmlns:p14="http://schemas.microsoft.com/office/powerpoint/2010/main" val="233168599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عنصر نائب لصورة الشريحة 1"/>
          <p:cNvSpPr>
            <a:spLocks noGrp="1" noRot="1" noChangeAspect="1"/>
          </p:cNvSpPr>
          <p:nvPr>
            <p:ph type="sldImg"/>
          </p:nvPr>
        </p:nvSpPr>
        <p:spPr/>
      </p:sp>
      <p:sp>
        <p:nvSpPr>
          <p:cNvPr id="3" name="عنصر نائب للملاحظات 2"/>
          <p:cNvSpPr>
            <a:spLocks noGrp="1"/>
          </p:cNvSpPr>
          <p:nvPr>
            <p:ph type="body" idx="1"/>
          </p:nvPr>
        </p:nvSpPr>
        <p:spPr/>
        <p:txBody>
          <a:bodyPr/>
          <a:lstStyle/>
          <a:p>
            <a:endParaRPr lang="ar-SA" dirty="0"/>
          </a:p>
        </p:txBody>
      </p:sp>
      <p:sp>
        <p:nvSpPr>
          <p:cNvPr id="4" name="عنصر نائب لرقم الشريحة 3"/>
          <p:cNvSpPr>
            <a:spLocks noGrp="1"/>
          </p:cNvSpPr>
          <p:nvPr>
            <p:ph type="sldNum" sz="quarter" idx="5"/>
          </p:nvPr>
        </p:nvSpPr>
        <p:spPr/>
        <p:txBody>
          <a:bodyPr/>
          <a:lstStyle/>
          <a:p>
            <a:fld id="{AD3EF3EB-7012-46C6-8B02-73ADAF52F9EA}" type="slidenum">
              <a:rPr lang="ar-SA" smtClean="0"/>
              <a:t>4</a:t>
            </a:fld>
            <a:endParaRPr lang="ar-SA"/>
          </a:p>
        </p:txBody>
      </p:sp>
    </p:spTree>
    <p:extLst>
      <p:ext uri="{BB962C8B-B14F-4D97-AF65-F5344CB8AC3E}">
        <p14:creationId xmlns:p14="http://schemas.microsoft.com/office/powerpoint/2010/main" val="27631966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DDB86-CC33-B1B9-2FDD-77A35348A888}"/>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067EAD31-6936-31B8-94AE-D0F07CCD4936}"/>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1CB6C47F-1888-6276-7B0A-E07E028A6A2D}"/>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CF5389E9-E6A1-D98D-B7A1-8C5B8E5AD42E}"/>
              </a:ext>
            </a:extLst>
          </p:cNvPr>
          <p:cNvSpPr>
            <a:spLocks noGrp="1"/>
          </p:cNvSpPr>
          <p:nvPr>
            <p:ph type="sldNum" sz="quarter" idx="5"/>
          </p:nvPr>
        </p:nvSpPr>
        <p:spPr/>
        <p:txBody>
          <a:bodyPr/>
          <a:lstStyle/>
          <a:p>
            <a:fld id="{AD3EF3EB-7012-46C6-8B02-73ADAF52F9EA}" type="slidenum">
              <a:rPr lang="ar-SA" smtClean="0"/>
              <a:t>5</a:t>
            </a:fld>
            <a:endParaRPr lang="ar-SA"/>
          </a:p>
        </p:txBody>
      </p:sp>
    </p:spTree>
    <p:extLst>
      <p:ext uri="{BB962C8B-B14F-4D97-AF65-F5344CB8AC3E}">
        <p14:creationId xmlns:p14="http://schemas.microsoft.com/office/powerpoint/2010/main" val="19736662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5C258-C8D6-2623-6660-E271B8C70D1D}"/>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2318EDB6-03D5-885A-D81D-E832CA0AAADB}"/>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7D5A4CAA-394D-63F7-8F10-CED05FFE0675}"/>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3F879717-B0DC-75B4-DFDF-CD49361CA365}"/>
              </a:ext>
            </a:extLst>
          </p:cNvPr>
          <p:cNvSpPr>
            <a:spLocks noGrp="1"/>
          </p:cNvSpPr>
          <p:nvPr>
            <p:ph type="sldNum" sz="quarter" idx="5"/>
          </p:nvPr>
        </p:nvSpPr>
        <p:spPr/>
        <p:txBody>
          <a:bodyPr/>
          <a:lstStyle/>
          <a:p>
            <a:fld id="{AD3EF3EB-7012-46C6-8B02-73ADAF52F9EA}" type="slidenum">
              <a:rPr lang="ar-SA" smtClean="0"/>
              <a:t>6</a:t>
            </a:fld>
            <a:endParaRPr lang="ar-SA"/>
          </a:p>
        </p:txBody>
      </p:sp>
    </p:spTree>
    <p:extLst>
      <p:ext uri="{BB962C8B-B14F-4D97-AF65-F5344CB8AC3E}">
        <p14:creationId xmlns:p14="http://schemas.microsoft.com/office/powerpoint/2010/main" val="3882323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726A-7211-A9AD-118C-DDE795A3803B}"/>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8EBC1638-1F41-CA18-0909-A3859FBDCE4D}"/>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06740009-3455-D3EB-DC80-97D7893E233F}"/>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6167FF51-2267-7D20-E602-68C1334A415B}"/>
              </a:ext>
            </a:extLst>
          </p:cNvPr>
          <p:cNvSpPr>
            <a:spLocks noGrp="1"/>
          </p:cNvSpPr>
          <p:nvPr>
            <p:ph type="sldNum" sz="quarter" idx="5"/>
          </p:nvPr>
        </p:nvSpPr>
        <p:spPr/>
        <p:txBody>
          <a:bodyPr/>
          <a:lstStyle/>
          <a:p>
            <a:fld id="{AD3EF3EB-7012-46C6-8B02-73ADAF52F9EA}" type="slidenum">
              <a:rPr lang="ar-SA" smtClean="0"/>
              <a:t>7</a:t>
            </a:fld>
            <a:endParaRPr lang="ar-SA"/>
          </a:p>
        </p:txBody>
      </p:sp>
    </p:spTree>
    <p:extLst>
      <p:ext uri="{BB962C8B-B14F-4D97-AF65-F5344CB8AC3E}">
        <p14:creationId xmlns:p14="http://schemas.microsoft.com/office/powerpoint/2010/main" val="1287316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5BCEF-27DE-CE7E-788F-C142E7DE5A9F}"/>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14AC3DB8-FCAA-80C3-B7E9-AED3F9BB1042}"/>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E3F08B82-6C11-0092-B71E-A1575D8CB1FF}"/>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07A3F740-611D-14A8-4FE3-ED659A5181F8}"/>
              </a:ext>
            </a:extLst>
          </p:cNvPr>
          <p:cNvSpPr>
            <a:spLocks noGrp="1"/>
          </p:cNvSpPr>
          <p:nvPr>
            <p:ph type="sldNum" sz="quarter" idx="5"/>
          </p:nvPr>
        </p:nvSpPr>
        <p:spPr/>
        <p:txBody>
          <a:bodyPr/>
          <a:lstStyle/>
          <a:p>
            <a:fld id="{AD3EF3EB-7012-46C6-8B02-73ADAF52F9EA}" type="slidenum">
              <a:rPr lang="ar-SA" smtClean="0"/>
              <a:t>8</a:t>
            </a:fld>
            <a:endParaRPr lang="ar-SA"/>
          </a:p>
        </p:txBody>
      </p:sp>
    </p:spTree>
    <p:extLst>
      <p:ext uri="{BB962C8B-B14F-4D97-AF65-F5344CB8AC3E}">
        <p14:creationId xmlns:p14="http://schemas.microsoft.com/office/powerpoint/2010/main" val="23837472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1DB59-6AE9-0664-142B-98E3D69D4400}"/>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A4B9B9E6-76BB-DE60-C32C-4C17D1121FD9}"/>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D3DFB3E7-3F8F-DDB4-DD15-0E697D2D80C8}"/>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3F949859-A414-74D6-E19B-FDAB4CF32FD9}"/>
              </a:ext>
            </a:extLst>
          </p:cNvPr>
          <p:cNvSpPr>
            <a:spLocks noGrp="1"/>
          </p:cNvSpPr>
          <p:nvPr>
            <p:ph type="sldNum" sz="quarter" idx="5"/>
          </p:nvPr>
        </p:nvSpPr>
        <p:spPr/>
        <p:txBody>
          <a:bodyPr/>
          <a:lstStyle/>
          <a:p>
            <a:fld id="{AD3EF3EB-7012-46C6-8B02-73ADAF52F9EA}" type="slidenum">
              <a:rPr lang="ar-SA" smtClean="0"/>
              <a:t>10</a:t>
            </a:fld>
            <a:endParaRPr lang="ar-SA"/>
          </a:p>
        </p:txBody>
      </p:sp>
    </p:spTree>
    <p:extLst>
      <p:ext uri="{BB962C8B-B14F-4D97-AF65-F5344CB8AC3E}">
        <p14:creationId xmlns:p14="http://schemas.microsoft.com/office/powerpoint/2010/main" val="37995202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0A64E-B49F-F664-F2B2-F57E2901C45F}"/>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374F5694-3F69-8CBA-3BE2-60C83DB4033C}"/>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6F45AA17-1601-3CCA-332C-8B8D03081EC2}"/>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B046555E-1D52-AF49-E7B5-6122385E1E3B}"/>
              </a:ext>
            </a:extLst>
          </p:cNvPr>
          <p:cNvSpPr>
            <a:spLocks noGrp="1"/>
          </p:cNvSpPr>
          <p:nvPr>
            <p:ph type="sldNum" sz="quarter" idx="5"/>
          </p:nvPr>
        </p:nvSpPr>
        <p:spPr/>
        <p:txBody>
          <a:bodyPr/>
          <a:lstStyle/>
          <a:p>
            <a:fld id="{AD3EF3EB-7012-46C6-8B02-73ADAF52F9EA}" type="slidenum">
              <a:rPr lang="ar-SA" smtClean="0"/>
              <a:t>11</a:t>
            </a:fld>
            <a:endParaRPr lang="ar-SA"/>
          </a:p>
        </p:txBody>
      </p:sp>
    </p:spTree>
    <p:extLst>
      <p:ext uri="{BB962C8B-B14F-4D97-AF65-F5344CB8AC3E}">
        <p14:creationId xmlns:p14="http://schemas.microsoft.com/office/powerpoint/2010/main" val="673060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6CB32-5EFF-57E5-31B0-EB6BD0FA4839}"/>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82C3D346-09A4-F904-85BD-C1FB0AB1A7FF}"/>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A41FC532-FF76-B8BE-BD82-ADC2AAE4993D}"/>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8EEFC33E-C87F-4C5E-F705-823BBE66F866}"/>
              </a:ext>
            </a:extLst>
          </p:cNvPr>
          <p:cNvSpPr>
            <a:spLocks noGrp="1"/>
          </p:cNvSpPr>
          <p:nvPr>
            <p:ph type="sldNum" sz="quarter" idx="5"/>
          </p:nvPr>
        </p:nvSpPr>
        <p:spPr/>
        <p:txBody>
          <a:bodyPr/>
          <a:lstStyle/>
          <a:p>
            <a:fld id="{AD3EF3EB-7012-46C6-8B02-73ADAF52F9EA}" type="slidenum">
              <a:rPr lang="ar-SA" smtClean="0"/>
              <a:t>12</a:t>
            </a:fld>
            <a:endParaRPr lang="ar-SA"/>
          </a:p>
        </p:txBody>
      </p:sp>
    </p:spTree>
    <p:extLst>
      <p:ext uri="{BB962C8B-B14F-4D97-AF65-F5344CB8AC3E}">
        <p14:creationId xmlns:p14="http://schemas.microsoft.com/office/powerpoint/2010/main" val="27264015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2D7CB-D88A-DCED-5E8A-EEED9FE9D68E}"/>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B0BC1370-8091-C2C2-33F9-9FC944D4E0F9}"/>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CD909201-83DD-6226-7FDC-50B10B776FB6}"/>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9686498B-886B-39B3-7CF7-43D65E3D0B90}"/>
              </a:ext>
            </a:extLst>
          </p:cNvPr>
          <p:cNvSpPr>
            <a:spLocks noGrp="1"/>
          </p:cNvSpPr>
          <p:nvPr>
            <p:ph type="sldNum" sz="quarter" idx="5"/>
          </p:nvPr>
        </p:nvSpPr>
        <p:spPr/>
        <p:txBody>
          <a:bodyPr/>
          <a:lstStyle/>
          <a:p>
            <a:fld id="{AD3EF3EB-7012-46C6-8B02-73ADAF52F9EA}" type="slidenum">
              <a:rPr lang="ar-SA" smtClean="0"/>
              <a:t>14</a:t>
            </a:fld>
            <a:endParaRPr lang="ar-SA"/>
          </a:p>
        </p:txBody>
      </p:sp>
    </p:spTree>
    <p:extLst>
      <p:ext uri="{BB962C8B-B14F-4D97-AF65-F5344CB8AC3E}">
        <p14:creationId xmlns:p14="http://schemas.microsoft.com/office/powerpoint/2010/main" val="5406222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A64AF-6F77-787B-3064-CE3C7D2B004B}"/>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CA955D20-C5F9-218A-FE4D-A6C5CD49C338}"/>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63FD6D4D-93C4-628F-7604-31F3B87C3156}"/>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75D8AA9F-5ECA-7C30-D0EB-DA0D558C9C5A}"/>
              </a:ext>
            </a:extLst>
          </p:cNvPr>
          <p:cNvSpPr>
            <a:spLocks noGrp="1"/>
          </p:cNvSpPr>
          <p:nvPr>
            <p:ph type="sldNum" sz="quarter" idx="5"/>
          </p:nvPr>
        </p:nvSpPr>
        <p:spPr/>
        <p:txBody>
          <a:bodyPr/>
          <a:lstStyle/>
          <a:p>
            <a:fld id="{AD3EF3EB-7012-46C6-8B02-73ADAF52F9EA}" type="slidenum">
              <a:rPr lang="ar-SA" smtClean="0"/>
              <a:t>15</a:t>
            </a:fld>
            <a:endParaRPr lang="ar-SA"/>
          </a:p>
        </p:txBody>
      </p:sp>
    </p:spTree>
    <p:extLst>
      <p:ext uri="{BB962C8B-B14F-4D97-AF65-F5344CB8AC3E}">
        <p14:creationId xmlns:p14="http://schemas.microsoft.com/office/powerpoint/2010/main" val="2309600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F8C77-AE2D-17F2-2134-C8F85681979A}"/>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A5E2727F-5EA6-253D-06D9-6A5AE5346F88}"/>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F4D6A7F9-B278-06A8-88E0-70FDB107EEAC}"/>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3D12B801-1F48-1A4F-5F2F-A64A3826A108}"/>
              </a:ext>
            </a:extLst>
          </p:cNvPr>
          <p:cNvSpPr>
            <a:spLocks noGrp="1"/>
          </p:cNvSpPr>
          <p:nvPr>
            <p:ph type="sldNum" sz="quarter" idx="5"/>
          </p:nvPr>
        </p:nvSpPr>
        <p:spPr/>
        <p:txBody>
          <a:bodyPr/>
          <a:lstStyle/>
          <a:p>
            <a:fld id="{AD3EF3EB-7012-46C6-8B02-73ADAF52F9EA}" type="slidenum">
              <a:rPr lang="ar-SA" smtClean="0"/>
              <a:t>16</a:t>
            </a:fld>
            <a:endParaRPr lang="ar-SA"/>
          </a:p>
        </p:txBody>
      </p:sp>
    </p:spTree>
    <p:extLst>
      <p:ext uri="{BB962C8B-B14F-4D97-AF65-F5344CB8AC3E}">
        <p14:creationId xmlns:p14="http://schemas.microsoft.com/office/powerpoint/2010/main" val="846812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829BF-DFC1-5260-3D82-5CCF469858A5}"/>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1AD0CE90-3A52-3B95-EDC4-5960FF1E3AF6}"/>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80E4E2F5-709D-9E7C-363F-1C6E378A1956}"/>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F33DC11A-5B27-3293-19FB-7F33169A9186}"/>
              </a:ext>
            </a:extLst>
          </p:cNvPr>
          <p:cNvSpPr>
            <a:spLocks noGrp="1"/>
          </p:cNvSpPr>
          <p:nvPr>
            <p:ph type="sldNum" sz="quarter" idx="5"/>
          </p:nvPr>
        </p:nvSpPr>
        <p:spPr/>
        <p:txBody>
          <a:bodyPr/>
          <a:lstStyle/>
          <a:p>
            <a:fld id="{AD3EF3EB-7012-46C6-8B02-73ADAF52F9EA}" type="slidenum">
              <a:rPr lang="ar-SA" smtClean="0"/>
              <a:t>18</a:t>
            </a:fld>
            <a:endParaRPr lang="ar-SA"/>
          </a:p>
        </p:txBody>
      </p:sp>
    </p:spTree>
    <p:extLst>
      <p:ext uri="{BB962C8B-B14F-4D97-AF65-F5344CB8AC3E}">
        <p14:creationId xmlns:p14="http://schemas.microsoft.com/office/powerpoint/2010/main" val="20407416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E8EE6-9EEC-7A1E-18DC-D1EBFE917885}"/>
            </a:ext>
          </a:extLst>
        </p:cNvPr>
        <p:cNvGrpSpPr/>
        <p:nvPr/>
      </p:nvGrpSpPr>
      <p:grpSpPr>
        <a:xfrm>
          <a:off x="0" y="0"/>
          <a:ext cx="0" cy="0"/>
          <a:chOff x="0" y="0"/>
          <a:chExt cx="0" cy="0"/>
        </a:xfrm>
      </p:grpSpPr>
      <p:sp>
        <p:nvSpPr>
          <p:cNvPr id="2" name="عنصر نائب لصورة الشريحة 1">
            <a:extLst>
              <a:ext uri="{FF2B5EF4-FFF2-40B4-BE49-F238E27FC236}">
                <a16:creationId xmlns:a16="http://schemas.microsoft.com/office/drawing/2014/main" id="{5BA59AB6-40AA-D60E-4055-41F611AE0F70}"/>
              </a:ext>
            </a:extLst>
          </p:cNvPr>
          <p:cNvSpPr>
            <a:spLocks noGrp="1" noRot="1" noChangeAspect="1"/>
          </p:cNvSpPr>
          <p:nvPr>
            <p:ph type="sldImg"/>
          </p:nvPr>
        </p:nvSpPr>
        <p:spPr/>
      </p:sp>
      <p:sp>
        <p:nvSpPr>
          <p:cNvPr id="3" name="عنصر نائب للملاحظات 2">
            <a:extLst>
              <a:ext uri="{FF2B5EF4-FFF2-40B4-BE49-F238E27FC236}">
                <a16:creationId xmlns:a16="http://schemas.microsoft.com/office/drawing/2014/main" id="{E50EEDE0-394F-F9F1-9349-A92641405D28}"/>
              </a:ext>
            </a:extLst>
          </p:cNvPr>
          <p:cNvSpPr>
            <a:spLocks noGrp="1"/>
          </p:cNvSpPr>
          <p:nvPr>
            <p:ph type="body" idx="1"/>
          </p:nvPr>
        </p:nvSpPr>
        <p:spPr/>
        <p:txBody>
          <a:bodyPr/>
          <a:lstStyle/>
          <a:p>
            <a:endParaRPr lang="ar-SA" dirty="0"/>
          </a:p>
        </p:txBody>
      </p:sp>
      <p:sp>
        <p:nvSpPr>
          <p:cNvPr id="4" name="عنصر نائب لرقم الشريحة 3">
            <a:extLst>
              <a:ext uri="{FF2B5EF4-FFF2-40B4-BE49-F238E27FC236}">
                <a16:creationId xmlns:a16="http://schemas.microsoft.com/office/drawing/2014/main" id="{E9FB2C2B-8202-1BB3-1AA1-23414AE95298}"/>
              </a:ext>
            </a:extLst>
          </p:cNvPr>
          <p:cNvSpPr>
            <a:spLocks noGrp="1"/>
          </p:cNvSpPr>
          <p:nvPr>
            <p:ph type="sldNum" sz="quarter" idx="5"/>
          </p:nvPr>
        </p:nvSpPr>
        <p:spPr/>
        <p:txBody>
          <a:bodyPr/>
          <a:lstStyle/>
          <a:p>
            <a:fld id="{AD3EF3EB-7012-46C6-8B02-73ADAF52F9EA}" type="slidenum">
              <a:rPr lang="ar-SA" smtClean="0"/>
              <a:t>19</a:t>
            </a:fld>
            <a:endParaRPr lang="ar-SA"/>
          </a:p>
        </p:txBody>
      </p:sp>
    </p:spTree>
    <p:extLst>
      <p:ext uri="{BB962C8B-B14F-4D97-AF65-F5344CB8AC3E}">
        <p14:creationId xmlns:p14="http://schemas.microsoft.com/office/powerpoint/2010/main" val="84130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عنصر نائب لصورة الشريحة 1"/>
          <p:cNvSpPr>
            <a:spLocks noGrp="1" noRot="1" noChangeAspect="1"/>
          </p:cNvSpPr>
          <p:nvPr>
            <p:ph type="sldImg"/>
          </p:nvPr>
        </p:nvSpPr>
        <p:spPr/>
      </p:sp>
      <p:sp>
        <p:nvSpPr>
          <p:cNvPr id="3" name="عنصر نائب للملاحظات 2"/>
          <p:cNvSpPr>
            <a:spLocks noGrp="1"/>
          </p:cNvSpPr>
          <p:nvPr>
            <p:ph type="body" idx="1"/>
          </p:nvPr>
        </p:nvSpPr>
        <p:spPr/>
        <p:txBody>
          <a:bodyPr/>
          <a:lstStyle/>
          <a:p>
            <a:endParaRPr lang="ar-SA" dirty="0"/>
          </a:p>
        </p:txBody>
      </p:sp>
      <p:sp>
        <p:nvSpPr>
          <p:cNvPr id="4" name="عنصر نائب لرقم الشريحة 3"/>
          <p:cNvSpPr>
            <a:spLocks noGrp="1"/>
          </p:cNvSpPr>
          <p:nvPr>
            <p:ph type="sldNum" sz="quarter" idx="5"/>
          </p:nvPr>
        </p:nvSpPr>
        <p:spPr/>
        <p:txBody>
          <a:bodyPr/>
          <a:lstStyle/>
          <a:p>
            <a:fld id="{AD3EF3EB-7012-46C6-8B02-73ADAF52F9EA}" type="slidenum">
              <a:rPr lang="ar-SA" smtClean="0"/>
              <a:t>20</a:t>
            </a:fld>
            <a:endParaRPr lang="ar-SA"/>
          </a:p>
        </p:txBody>
      </p:sp>
    </p:spTree>
    <p:extLst>
      <p:ext uri="{BB962C8B-B14F-4D97-AF65-F5344CB8AC3E}">
        <p14:creationId xmlns:p14="http://schemas.microsoft.com/office/powerpoint/2010/main" val="4119768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Layout" Target="../slideLayouts/slideLayout7.xml"/><Relationship Id="rId5" Type="http://schemas.openxmlformats.org/officeDocument/2006/relationships/image" Target="../media/image6.sv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5.svg"/><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2.svg"/><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3.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3F5628CA-CDAC-9855-4DF0-6B45EF4A0DD7}"/>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BA6CC157-F4CB-9A32-170D-ACC2C2489AB5}"/>
              </a:ext>
            </a:extLst>
          </p:cNvPr>
          <p:cNvSpPr/>
          <p:nvPr/>
        </p:nvSpPr>
        <p:spPr>
          <a:xfrm>
            <a:off x="6356098" y="9511291"/>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BAA1B6C4-2423-DC72-548C-DCA02B63DC2B}"/>
              </a:ext>
            </a:extLst>
          </p:cNvPr>
          <p:cNvSpPr/>
          <p:nvPr/>
        </p:nvSpPr>
        <p:spPr>
          <a:xfrm flipH="1">
            <a:off x="33964" y="949299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pic>
        <p:nvPicPr>
          <p:cNvPr id="8" name="صورة 7">
            <a:extLst>
              <a:ext uri="{FF2B5EF4-FFF2-40B4-BE49-F238E27FC236}">
                <a16:creationId xmlns:a16="http://schemas.microsoft.com/office/drawing/2014/main" id="{6C53F5CE-4FFE-813D-A93A-2241C33580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080" y="176133"/>
            <a:ext cx="2011680" cy="146480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2" name="مربع نص 11">
            <a:extLst>
              <a:ext uri="{FF2B5EF4-FFF2-40B4-BE49-F238E27FC236}">
                <a16:creationId xmlns:a16="http://schemas.microsoft.com/office/drawing/2014/main" id="{FB6E3660-5804-5F52-4A5A-CD1C816EA763}"/>
              </a:ext>
            </a:extLst>
          </p:cNvPr>
          <p:cNvSpPr txBox="1"/>
          <p:nvPr/>
        </p:nvSpPr>
        <p:spPr>
          <a:xfrm>
            <a:off x="5251198" y="317500"/>
            <a:ext cx="2209800" cy="1323439"/>
          </a:xfrm>
          <a:prstGeom prst="rect">
            <a:avLst/>
          </a:prstGeom>
          <a:noFill/>
        </p:spPr>
        <p:txBody>
          <a:bodyPr wrap="square" rtlCol="1">
            <a:spAutoFit/>
          </a:bodyPr>
          <a:lstStyle/>
          <a:p>
            <a:pPr algn="ctr" rtl="1"/>
            <a:r>
              <a:rPr lang="ar-EG" sz="1600" b="1" dirty="0"/>
              <a:t>المملكة العربية السعودية</a:t>
            </a:r>
            <a:endParaRPr lang="en-US" sz="1600" b="1" dirty="0"/>
          </a:p>
          <a:p>
            <a:pPr algn="ctr" rtl="1"/>
            <a:r>
              <a:rPr lang="ar-EG" sz="1600" b="1" dirty="0"/>
              <a:t>وزارة التعليم</a:t>
            </a:r>
            <a:endParaRPr lang="en-US" sz="1600" b="1" dirty="0"/>
          </a:p>
          <a:p>
            <a:pPr algn="ctr" rtl="1"/>
            <a:r>
              <a:rPr lang="ar-EG" sz="1600" b="1" dirty="0"/>
              <a:t>الإدارة العامة للتعليم بمنطقة الرياض</a:t>
            </a:r>
            <a:endParaRPr lang="en-US" sz="1600" b="1" dirty="0"/>
          </a:p>
          <a:p>
            <a:pPr algn="ctr" rtl="1"/>
            <a:r>
              <a:rPr lang="ar-EG" sz="1600" b="1" dirty="0"/>
              <a:t>الثانوية  76  بالرياض</a:t>
            </a:r>
            <a:endParaRPr lang="ar-SA" sz="1600" b="1" dirty="0"/>
          </a:p>
        </p:txBody>
      </p:sp>
      <p:sp>
        <p:nvSpPr>
          <p:cNvPr id="13" name="مستطيل 12">
            <a:extLst>
              <a:ext uri="{FF2B5EF4-FFF2-40B4-BE49-F238E27FC236}">
                <a16:creationId xmlns:a16="http://schemas.microsoft.com/office/drawing/2014/main" id="{B9213248-08B4-EDF0-29DD-6CC60497F4B4}"/>
              </a:ext>
            </a:extLst>
          </p:cNvPr>
          <p:cNvSpPr/>
          <p:nvPr/>
        </p:nvSpPr>
        <p:spPr>
          <a:xfrm>
            <a:off x="1263650" y="4203700"/>
            <a:ext cx="4822154" cy="1754326"/>
          </a:xfrm>
          <a:prstGeom prst="rect">
            <a:avLst/>
          </a:prstGeom>
          <a:noFill/>
        </p:spPr>
        <p:txBody>
          <a:bodyPr wrap="none" lIns="91440" tIns="45720" rIns="91440" bIns="45720">
            <a:spAutoFit/>
          </a:bodyPr>
          <a:lstStyle/>
          <a:p>
            <a:pPr algn="ctr"/>
            <a:r>
              <a:rPr lang="ar-SA" sz="5400" b="1" cap="none" spc="0" dirty="0">
                <a:ln w="0"/>
                <a:solidFill>
                  <a:schemeClr val="bg1">
                    <a:lumMod val="95000"/>
                  </a:schemeClr>
                </a:solidFill>
                <a:effectLst>
                  <a:outerShdw blurRad="38100" dist="19050" dir="2700000" algn="tl" rotWithShape="0">
                    <a:schemeClr val="dk1">
                      <a:alpha val="40000"/>
                    </a:schemeClr>
                  </a:outerShdw>
                </a:effectLst>
              </a:rPr>
              <a:t>دليل التطوير المهني </a:t>
            </a:r>
          </a:p>
          <a:p>
            <a:pPr algn="ctr"/>
            <a:r>
              <a:rPr lang="ar-SA" sz="5400" b="1" dirty="0">
                <a:ln w="0"/>
                <a:solidFill>
                  <a:schemeClr val="bg1">
                    <a:lumMod val="95000"/>
                  </a:schemeClr>
                </a:solidFill>
                <a:effectLst>
                  <a:outerShdw blurRad="38100" dist="19050" dir="2700000" algn="tl" rotWithShape="0">
                    <a:schemeClr val="dk1">
                      <a:alpha val="40000"/>
                    </a:schemeClr>
                  </a:outerShdw>
                </a:effectLst>
              </a:rPr>
              <a:t>للثانوية 76</a:t>
            </a:r>
            <a:endParaRPr lang="ar-SA" sz="5400" b="1" cap="none" spc="0" dirty="0">
              <a:ln w="0"/>
              <a:solidFill>
                <a:schemeClr val="bg1">
                  <a:lumMod val="95000"/>
                </a:schemeClr>
              </a:solidFill>
              <a:effectLst>
                <a:outerShdw blurRad="38100" dist="19050" dir="2700000" algn="tl" rotWithShape="0">
                  <a:schemeClr val="dk1">
                    <a:alpha val="40000"/>
                  </a:schemeClr>
                </a:outerShdw>
              </a:effectLst>
            </a:endParaRPr>
          </a:p>
        </p:txBody>
      </p:sp>
      <p:sp>
        <p:nvSpPr>
          <p:cNvPr id="14" name="مربع نص 13">
            <a:extLst>
              <a:ext uri="{FF2B5EF4-FFF2-40B4-BE49-F238E27FC236}">
                <a16:creationId xmlns:a16="http://schemas.microsoft.com/office/drawing/2014/main" id="{900E1408-A5B6-931D-2184-CB73610A839A}"/>
              </a:ext>
            </a:extLst>
          </p:cNvPr>
          <p:cNvSpPr txBox="1"/>
          <p:nvPr/>
        </p:nvSpPr>
        <p:spPr>
          <a:xfrm>
            <a:off x="1439032" y="9819104"/>
            <a:ext cx="4724400" cy="584775"/>
          </a:xfrm>
          <a:prstGeom prst="rect">
            <a:avLst/>
          </a:prstGeom>
          <a:noFill/>
        </p:spPr>
        <p:txBody>
          <a:bodyPr wrap="square" rtlCol="1">
            <a:spAutoFit/>
          </a:bodyPr>
          <a:lstStyle/>
          <a:p>
            <a:pPr algn="ctr" rtl="1"/>
            <a:r>
              <a:rPr lang="ar-SA" sz="3200" b="1" dirty="0"/>
              <a:t>مديرة المدرسة : جيهان محمد بنا </a:t>
            </a:r>
          </a:p>
        </p:txBody>
      </p:sp>
    </p:spTree>
    <p:extLst>
      <p:ext uri="{BB962C8B-B14F-4D97-AF65-F5344CB8AC3E}">
        <p14:creationId xmlns:p14="http://schemas.microsoft.com/office/powerpoint/2010/main" val="1008590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p:cNvGrpSpPr/>
        <p:nvPr/>
      </p:nvGrpSpPr>
      <p:grpSpPr>
        <a:xfrm>
          <a:off x="0" y="0"/>
          <a:ext cx="0" cy="0"/>
          <a:chOff x="0" y="0"/>
          <a:chExt cx="0" cy="0"/>
        </a:xfrm>
      </p:grpSpPr>
      <p:sp>
        <p:nvSpPr>
          <p:cNvPr id="2" name="Freeform 2"/>
          <p:cNvSpPr/>
          <p:nvPr/>
        </p:nvSpPr>
        <p:spPr>
          <a:xfrm>
            <a:off x="-4041" y="901093"/>
            <a:ext cx="7560541" cy="8891214"/>
          </a:xfrm>
          <a:custGeom>
            <a:avLst/>
            <a:gdLst/>
            <a:ahLst/>
            <a:cxnLst/>
            <a:rect l="l" t="t" r="r" b="b"/>
            <a:pathLst>
              <a:path w="8196083" h="8891214">
                <a:moveTo>
                  <a:pt x="0" y="0"/>
                </a:moveTo>
                <a:lnTo>
                  <a:pt x="8196083" y="0"/>
                </a:lnTo>
                <a:lnTo>
                  <a:pt x="8196083" y="8891214"/>
                </a:lnTo>
                <a:lnTo>
                  <a:pt x="0" y="889121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sp>
        <p:nvSpPr>
          <p:cNvPr id="3" name="Freeform 3"/>
          <p:cNvSpPr/>
          <p:nvPr/>
        </p:nvSpPr>
        <p:spPr>
          <a:xfrm>
            <a:off x="2893956" y="2316694"/>
            <a:ext cx="1411231" cy="171914"/>
          </a:xfrm>
          <a:custGeom>
            <a:avLst/>
            <a:gdLst/>
            <a:ahLst/>
            <a:cxnLst/>
            <a:rect l="l" t="t" r="r" b="b"/>
            <a:pathLst>
              <a:path w="1411231" h="171914">
                <a:moveTo>
                  <a:pt x="0" y="0"/>
                </a:moveTo>
                <a:lnTo>
                  <a:pt x="1411231" y="0"/>
                </a:lnTo>
                <a:lnTo>
                  <a:pt x="1411231" y="171914"/>
                </a:lnTo>
                <a:lnTo>
                  <a:pt x="0" y="17191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5" name="Freeform 5"/>
          <p:cNvSpPr/>
          <p:nvPr/>
        </p:nvSpPr>
        <p:spPr>
          <a:xfrm>
            <a:off x="169828" y="8144579"/>
            <a:ext cx="1670654" cy="1497514"/>
          </a:xfrm>
          <a:custGeom>
            <a:avLst/>
            <a:gdLst/>
            <a:ahLst/>
            <a:cxnLst/>
            <a:rect l="l" t="t" r="r" b="b"/>
            <a:pathLst>
              <a:path w="1670654" h="1497514">
                <a:moveTo>
                  <a:pt x="0" y="0"/>
                </a:moveTo>
                <a:lnTo>
                  <a:pt x="1670654" y="0"/>
                </a:lnTo>
                <a:lnTo>
                  <a:pt x="1670654" y="1497514"/>
                </a:lnTo>
                <a:lnTo>
                  <a:pt x="0" y="149751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6" name="Freeform 6"/>
          <p:cNvSpPr/>
          <p:nvPr/>
        </p:nvSpPr>
        <p:spPr>
          <a:xfrm>
            <a:off x="5835650" y="4798803"/>
            <a:ext cx="2236223" cy="1471841"/>
          </a:xfrm>
          <a:custGeom>
            <a:avLst/>
            <a:gdLst/>
            <a:ahLst/>
            <a:cxnLst/>
            <a:rect l="l" t="t" r="r" b="b"/>
            <a:pathLst>
              <a:path w="2236223" h="1471841">
                <a:moveTo>
                  <a:pt x="0" y="0"/>
                </a:moveTo>
                <a:lnTo>
                  <a:pt x="2236223" y="0"/>
                </a:lnTo>
                <a:lnTo>
                  <a:pt x="2236223" y="1471841"/>
                </a:lnTo>
                <a:lnTo>
                  <a:pt x="0" y="1471841"/>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7" name="TextBox 7"/>
          <p:cNvSpPr txBox="1"/>
          <p:nvPr/>
        </p:nvSpPr>
        <p:spPr>
          <a:xfrm>
            <a:off x="1492250" y="1868614"/>
            <a:ext cx="4069104" cy="448841"/>
          </a:xfrm>
          <a:prstGeom prst="rect">
            <a:avLst/>
          </a:prstGeom>
        </p:spPr>
        <p:txBody>
          <a:bodyPr lIns="0" tIns="0" rIns="0" bIns="0" rtlCol="0" anchor="t">
            <a:spAutoFit/>
          </a:bodyPr>
          <a:lstStyle/>
          <a:p>
            <a:pPr algn="ctr">
              <a:lnSpc>
                <a:spcPts val="3544"/>
              </a:lnSpc>
            </a:pPr>
            <a:r>
              <a:rPr lang="ar-SA" sz="3200" b="1" dirty="0">
                <a:solidFill>
                  <a:srgbClr val="C00000"/>
                </a:solidFill>
                <a:latin typeface="Arial" panose="020B0604020202020204" pitchFamily="34" charset="0"/>
                <a:ea typeface="Atkinson Hyperlegible Bold"/>
                <a:cs typeface="Arial" panose="020B0604020202020204" pitchFamily="34" charset="0"/>
                <a:sym typeface="Atkinson Hyperlegible Bold"/>
              </a:rPr>
              <a:t>مقدمة</a:t>
            </a:r>
            <a:endParaRPr lang="en-US" sz="3200" b="1" dirty="0">
              <a:solidFill>
                <a:srgbClr val="C00000"/>
              </a:solidFill>
              <a:latin typeface="Arial" panose="020B0604020202020204" pitchFamily="34" charset="0"/>
              <a:ea typeface="Atkinson Hyperlegible Bold"/>
              <a:cs typeface="Arial" panose="020B0604020202020204" pitchFamily="34" charset="0"/>
              <a:sym typeface="Atkinson Hyperlegible Bold"/>
            </a:endParaRPr>
          </a:p>
        </p:txBody>
      </p:sp>
      <p:sp>
        <p:nvSpPr>
          <p:cNvPr id="10" name="مربع نص 9">
            <a:extLst>
              <a:ext uri="{FF2B5EF4-FFF2-40B4-BE49-F238E27FC236}">
                <a16:creationId xmlns:a16="http://schemas.microsoft.com/office/drawing/2014/main" id="{9AC15499-D743-C8F4-D59D-5E9B6FDAA366}"/>
              </a:ext>
            </a:extLst>
          </p:cNvPr>
          <p:cNvSpPr txBox="1"/>
          <p:nvPr/>
        </p:nvSpPr>
        <p:spPr>
          <a:xfrm>
            <a:off x="349250" y="3201123"/>
            <a:ext cx="5620126" cy="1754326"/>
          </a:xfrm>
          <a:prstGeom prst="rect">
            <a:avLst/>
          </a:prstGeom>
          <a:noFill/>
        </p:spPr>
        <p:txBody>
          <a:bodyPr wrap="square" rtlCol="1">
            <a:spAutoFit/>
          </a:bodyPr>
          <a:lstStyle/>
          <a:p>
            <a:pPr algn="r" rtl="1"/>
            <a:r>
              <a:rPr lang="ar-SA" b="1" dirty="0"/>
              <a:t>يُعدّ التطوير المهني للمعلمات من الركائز الأساسية للارتقاء بجودة التعليم وتحسين مخرجاته، إذ يسهم في تنمية المعارف والمهارات التربوية، ومواكبة المستجدات التعليمية، وتبني أفضل الممارسات التي تعزز فاعلية العملية التعليمية داخل الصف الدراسي. كما يساعد التطوير المهني المعلمة على تجديد أساليب التدريس، وتوظيف التقنيات الحديثة، ورفع مستوى الأداء بما ينعكس إيجابًا على تعلم الطالبات وتنمية قدراتهن.</a:t>
            </a:r>
          </a:p>
        </p:txBody>
      </p:sp>
      <p:sp>
        <p:nvSpPr>
          <p:cNvPr id="11" name="مربع نص 10">
            <a:extLst>
              <a:ext uri="{FF2B5EF4-FFF2-40B4-BE49-F238E27FC236}">
                <a16:creationId xmlns:a16="http://schemas.microsoft.com/office/drawing/2014/main" id="{295EDD78-1BC2-D64F-0B5E-843D250DA6DD}"/>
              </a:ext>
            </a:extLst>
          </p:cNvPr>
          <p:cNvSpPr txBox="1"/>
          <p:nvPr/>
        </p:nvSpPr>
        <p:spPr>
          <a:xfrm>
            <a:off x="365125" y="6184900"/>
            <a:ext cx="5562600" cy="2031325"/>
          </a:xfrm>
          <a:prstGeom prst="rect">
            <a:avLst/>
          </a:prstGeom>
          <a:noFill/>
        </p:spPr>
        <p:txBody>
          <a:bodyPr wrap="square" rtlCol="1">
            <a:spAutoFit/>
          </a:bodyPr>
          <a:lstStyle/>
          <a:p>
            <a:pPr algn="r" rtl="1"/>
            <a:r>
              <a:rPr lang="ar-SA" b="1" dirty="0"/>
              <a:t>وتتجلى أهمية التطوير المهني للمعلمات في دوره المباشر في تحقيق مستهدفات رؤية المملكة العربية السعودية 2030، التي أولت التعليم اهتمامًا كبيرًا بوصفه أساس التنمية المستدامة وبناء الإنسان المنافس عالميًا. فمن خلال إعداد معلمات مؤهلات يمتلكن الكفايات المهنية والمهارية، يمكن تحسين نواتج التعلم، وتعزيز القيم والمهارات المستقبلية، وتهيئة جيل قادر على الإبداع والمنافسة في سوق العمل.</a:t>
            </a:r>
          </a:p>
          <a:p>
            <a:pPr algn="r" rtl="1"/>
            <a:endParaRPr lang="ar-SA"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99C5C8-5508-2837-BCC7-791C21684A65}"/>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CCB97CD4-A37E-6A4C-C062-69BF3B3B3336}"/>
              </a:ext>
            </a:extLst>
          </p:cNvPr>
          <p:cNvSpPr/>
          <p:nvPr/>
        </p:nvSpPr>
        <p:spPr>
          <a:xfrm>
            <a:off x="6356098" y="9511291"/>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59578944-A625-E8DC-6C2B-21EFA617226F}"/>
              </a:ext>
            </a:extLst>
          </p:cNvPr>
          <p:cNvSpPr/>
          <p:nvPr/>
        </p:nvSpPr>
        <p:spPr>
          <a:xfrm flipH="1">
            <a:off x="33964" y="949299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pic>
        <p:nvPicPr>
          <p:cNvPr id="8" name="صورة 7">
            <a:extLst>
              <a:ext uri="{FF2B5EF4-FFF2-40B4-BE49-F238E27FC236}">
                <a16:creationId xmlns:a16="http://schemas.microsoft.com/office/drawing/2014/main" id="{E5AF72A3-B1BF-5A6D-4FBE-05FB6296BF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502" y="99173"/>
            <a:ext cx="2011680" cy="1464806"/>
          </a:xfrm>
          <a:prstGeom prst="rect">
            <a:avLst/>
          </a:prstGeom>
          <a:ln>
            <a:noFill/>
          </a:ln>
          <a:effectLst>
            <a:outerShdw blurRad="292100" dist="139700" dir="2700000" algn="tl" rotWithShape="0">
              <a:srgbClr val="333333">
                <a:alpha val="65000"/>
              </a:srgbClr>
            </a:outerShdw>
          </a:effectLst>
        </p:spPr>
      </p:pic>
      <p:sp>
        <p:nvSpPr>
          <p:cNvPr id="12" name="مربع نص 11">
            <a:extLst>
              <a:ext uri="{FF2B5EF4-FFF2-40B4-BE49-F238E27FC236}">
                <a16:creationId xmlns:a16="http://schemas.microsoft.com/office/drawing/2014/main" id="{3804C85A-8F0F-CC15-ED7A-C139E8676E2F}"/>
              </a:ext>
            </a:extLst>
          </p:cNvPr>
          <p:cNvSpPr txBox="1"/>
          <p:nvPr/>
        </p:nvSpPr>
        <p:spPr>
          <a:xfrm>
            <a:off x="5251198" y="317500"/>
            <a:ext cx="2209800" cy="1323439"/>
          </a:xfrm>
          <a:prstGeom prst="rect">
            <a:avLst/>
          </a:prstGeom>
          <a:noFill/>
        </p:spPr>
        <p:txBody>
          <a:bodyPr wrap="square" rtlCol="1">
            <a:spAutoFit/>
          </a:bodyPr>
          <a:lstStyle/>
          <a:p>
            <a:pPr algn="ctr" rtl="1"/>
            <a:r>
              <a:rPr lang="ar-EG" sz="1600" b="1" dirty="0"/>
              <a:t>المملكة العربية السعودية</a:t>
            </a:r>
            <a:endParaRPr lang="en-US" sz="1600" b="1" dirty="0"/>
          </a:p>
          <a:p>
            <a:pPr algn="ctr" rtl="1"/>
            <a:r>
              <a:rPr lang="ar-EG" sz="1600" b="1" dirty="0"/>
              <a:t>وزارة التعليم</a:t>
            </a:r>
            <a:endParaRPr lang="en-US" sz="1600" b="1" dirty="0"/>
          </a:p>
          <a:p>
            <a:pPr algn="ctr" rtl="1"/>
            <a:r>
              <a:rPr lang="ar-EG" sz="1600" b="1" dirty="0"/>
              <a:t>الإدارة العامة للتعليم بمنطقة الرياض</a:t>
            </a:r>
            <a:endParaRPr lang="en-US" sz="1600" b="1" dirty="0"/>
          </a:p>
          <a:p>
            <a:pPr algn="ctr" rtl="1"/>
            <a:r>
              <a:rPr lang="ar-EG" sz="1600" b="1" dirty="0"/>
              <a:t>الثانوية  76  بالرياض</a:t>
            </a:r>
            <a:endParaRPr lang="ar-SA" sz="1600" b="1" dirty="0"/>
          </a:p>
        </p:txBody>
      </p:sp>
      <p:sp>
        <p:nvSpPr>
          <p:cNvPr id="14" name="مربع نص 13">
            <a:extLst>
              <a:ext uri="{FF2B5EF4-FFF2-40B4-BE49-F238E27FC236}">
                <a16:creationId xmlns:a16="http://schemas.microsoft.com/office/drawing/2014/main" id="{3158B51B-323D-C331-F07C-DC65582A3FB5}"/>
              </a:ext>
            </a:extLst>
          </p:cNvPr>
          <p:cNvSpPr txBox="1"/>
          <p:nvPr/>
        </p:nvSpPr>
        <p:spPr>
          <a:xfrm>
            <a:off x="1439032" y="9819104"/>
            <a:ext cx="4724400" cy="584775"/>
          </a:xfrm>
          <a:prstGeom prst="rect">
            <a:avLst/>
          </a:prstGeom>
          <a:noFill/>
        </p:spPr>
        <p:txBody>
          <a:bodyPr wrap="square" rtlCol="1">
            <a:spAutoFit/>
          </a:bodyPr>
          <a:lstStyle/>
          <a:p>
            <a:pPr algn="ctr" rtl="1"/>
            <a:r>
              <a:rPr lang="ar-SA" sz="3200" b="1" dirty="0"/>
              <a:t>مديرة المدرسة : جيهان محمد بنا </a:t>
            </a:r>
          </a:p>
        </p:txBody>
      </p:sp>
      <p:grpSp>
        <p:nvGrpSpPr>
          <p:cNvPr id="2" name="مجموعة 1">
            <a:extLst>
              <a:ext uri="{FF2B5EF4-FFF2-40B4-BE49-F238E27FC236}">
                <a16:creationId xmlns:a16="http://schemas.microsoft.com/office/drawing/2014/main" id="{DC9291DD-E2AA-E786-6881-EB7EEFF5D8EB}"/>
              </a:ext>
            </a:extLst>
          </p:cNvPr>
          <p:cNvGrpSpPr/>
          <p:nvPr/>
        </p:nvGrpSpPr>
        <p:grpSpPr>
          <a:xfrm>
            <a:off x="765873" y="2146300"/>
            <a:ext cx="6190116" cy="6285593"/>
            <a:chOff x="0" y="332905"/>
            <a:chExt cx="10223144" cy="8447290"/>
          </a:xfrm>
        </p:grpSpPr>
        <p:grpSp>
          <p:nvGrpSpPr>
            <p:cNvPr id="4" name="Group 3">
              <a:extLst>
                <a:ext uri="{FF2B5EF4-FFF2-40B4-BE49-F238E27FC236}">
                  <a16:creationId xmlns:a16="http://schemas.microsoft.com/office/drawing/2014/main" id="{830E4566-DEA3-071C-4DC8-19325A8C3DF0}"/>
                </a:ext>
              </a:extLst>
            </p:cNvPr>
            <p:cNvGrpSpPr>
              <a:grpSpLocks noChangeAspect="1"/>
            </p:cNvGrpSpPr>
            <p:nvPr/>
          </p:nvGrpSpPr>
          <p:grpSpPr>
            <a:xfrm>
              <a:off x="0" y="332905"/>
              <a:ext cx="4257372" cy="8447290"/>
              <a:chOff x="0" y="332905"/>
              <a:chExt cx="3166110" cy="6282055"/>
            </a:xfrm>
          </p:grpSpPr>
          <p:sp>
            <p:nvSpPr>
              <p:cNvPr id="22" name="Freeform 4">
                <a:extLst>
                  <a:ext uri="{FF2B5EF4-FFF2-40B4-BE49-F238E27FC236}">
                    <a16:creationId xmlns:a16="http://schemas.microsoft.com/office/drawing/2014/main" id="{65BF1152-DE9D-0ACD-4A37-9E1D3230DAEB}"/>
                  </a:ext>
                </a:extLst>
              </p:cNvPr>
              <p:cNvSpPr/>
              <p:nvPr/>
            </p:nvSpPr>
            <p:spPr>
              <a:xfrm>
                <a:off x="4318" y="337223"/>
                <a:ext cx="3157347" cy="6273419"/>
              </a:xfrm>
              <a:custGeom>
                <a:avLst/>
                <a:gdLst/>
                <a:ahLst/>
                <a:cxnLst/>
                <a:rect l="l" t="t" r="r" b="b"/>
                <a:pathLst>
                  <a:path w="3157347" h="6273419">
                    <a:moveTo>
                      <a:pt x="3049651" y="6273419"/>
                    </a:moveTo>
                    <a:lnTo>
                      <a:pt x="107696" y="6273419"/>
                    </a:lnTo>
                    <a:cubicBezTo>
                      <a:pt x="48260" y="6273419"/>
                      <a:pt x="0" y="6225286"/>
                      <a:pt x="0" y="6165723"/>
                    </a:cubicBezTo>
                    <a:lnTo>
                      <a:pt x="0" y="1578737"/>
                    </a:lnTo>
                    <a:cubicBezTo>
                      <a:pt x="0" y="706882"/>
                      <a:pt x="706882" y="0"/>
                      <a:pt x="1578737" y="0"/>
                    </a:cubicBezTo>
                    <a:lnTo>
                      <a:pt x="1578737" y="0"/>
                    </a:lnTo>
                    <a:cubicBezTo>
                      <a:pt x="2450592" y="0"/>
                      <a:pt x="3157347" y="706755"/>
                      <a:pt x="3157347" y="1578610"/>
                    </a:cubicBezTo>
                    <a:lnTo>
                      <a:pt x="3157347" y="6165723"/>
                    </a:lnTo>
                    <a:cubicBezTo>
                      <a:pt x="3157347" y="6225286"/>
                      <a:pt x="3109087" y="6273419"/>
                      <a:pt x="3049651" y="6273419"/>
                    </a:cubicBezTo>
                    <a:close/>
                  </a:path>
                </a:pathLst>
              </a:custGeom>
              <a:solidFill>
                <a:srgbClr val="ECEEF2">
                  <a:alpha val="61961"/>
                </a:srgbClr>
              </a:solidFill>
              <a:ln w="12700">
                <a:solidFill>
                  <a:srgbClr val="000000"/>
                </a:solidFill>
              </a:ln>
            </p:spPr>
            <p:txBody>
              <a:bodyPr/>
              <a:lstStyle/>
              <a:p>
                <a:endParaRPr lang="ar-SA"/>
              </a:p>
            </p:txBody>
          </p:sp>
          <p:sp>
            <p:nvSpPr>
              <p:cNvPr id="23" name="Freeform 5">
                <a:extLst>
                  <a:ext uri="{FF2B5EF4-FFF2-40B4-BE49-F238E27FC236}">
                    <a16:creationId xmlns:a16="http://schemas.microsoft.com/office/drawing/2014/main" id="{5DA733F6-8DC3-5931-4147-FF6DBE405A62}"/>
                  </a:ext>
                </a:extLst>
              </p:cNvPr>
              <p:cNvSpPr/>
              <p:nvPr/>
            </p:nvSpPr>
            <p:spPr>
              <a:xfrm>
                <a:off x="0" y="332905"/>
                <a:ext cx="3166110" cy="6282055"/>
              </a:xfrm>
              <a:custGeom>
                <a:avLst/>
                <a:gdLst/>
                <a:ahLst/>
                <a:cxnLst/>
                <a:rect l="l" t="t" r="r" b="b"/>
                <a:pathLst>
                  <a:path w="3166110" h="6282055">
                    <a:moveTo>
                      <a:pt x="3053969" y="6282055"/>
                    </a:moveTo>
                    <a:lnTo>
                      <a:pt x="112014" y="6282055"/>
                    </a:lnTo>
                    <a:cubicBezTo>
                      <a:pt x="50292" y="6282055"/>
                      <a:pt x="0" y="6231763"/>
                      <a:pt x="0" y="6170041"/>
                    </a:cubicBezTo>
                    <a:lnTo>
                      <a:pt x="0" y="1583055"/>
                    </a:lnTo>
                    <a:cubicBezTo>
                      <a:pt x="0" y="1369314"/>
                      <a:pt x="41910" y="1162050"/>
                      <a:pt x="124460" y="966851"/>
                    </a:cubicBezTo>
                    <a:cubicBezTo>
                      <a:pt x="204216" y="778383"/>
                      <a:pt x="318389" y="609092"/>
                      <a:pt x="463677" y="463677"/>
                    </a:cubicBezTo>
                    <a:cubicBezTo>
                      <a:pt x="608965" y="318262"/>
                      <a:pt x="778256" y="204089"/>
                      <a:pt x="966851" y="124460"/>
                    </a:cubicBezTo>
                    <a:cubicBezTo>
                      <a:pt x="1161923" y="41910"/>
                      <a:pt x="1369314" y="0"/>
                      <a:pt x="1583055" y="0"/>
                    </a:cubicBezTo>
                    <a:cubicBezTo>
                      <a:pt x="1796796" y="0"/>
                      <a:pt x="2004060" y="41910"/>
                      <a:pt x="2199259" y="124460"/>
                    </a:cubicBezTo>
                    <a:cubicBezTo>
                      <a:pt x="2387727" y="204216"/>
                      <a:pt x="2557018" y="318389"/>
                      <a:pt x="2702433" y="463677"/>
                    </a:cubicBezTo>
                    <a:cubicBezTo>
                      <a:pt x="2847848" y="609092"/>
                      <a:pt x="2961894" y="778383"/>
                      <a:pt x="3041650" y="966851"/>
                    </a:cubicBezTo>
                    <a:cubicBezTo>
                      <a:pt x="3124200" y="1162050"/>
                      <a:pt x="3166110" y="1369314"/>
                      <a:pt x="3166110" y="1583055"/>
                    </a:cubicBezTo>
                    <a:lnTo>
                      <a:pt x="3166110" y="6170168"/>
                    </a:lnTo>
                    <a:cubicBezTo>
                      <a:pt x="3165983" y="6231890"/>
                      <a:pt x="3115818" y="6282055"/>
                      <a:pt x="3053969" y="6282055"/>
                    </a:cubicBezTo>
                    <a:close/>
                    <a:moveTo>
                      <a:pt x="1583055" y="8763"/>
                    </a:moveTo>
                    <a:cubicBezTo>
                      <a:pt x="1370584" y="8763"/>
                      <a:pt x="1164336" y="50419"/>
                      <a:pt x="970280" y="132461"/>
                    </a:cubicBezTo>
                    <a:cubicBezTo>
                      <a:pt x="782828" y="211709"/>
                      <a:pt x="614426" y="325247"/>
                      <a:pt x="469900" y="469900"/>
                    </a:cubicBezTo>
                    <a:cubicBezTo>
                      <a:pt x="325374" y="614553"/>
                      <a:pt x="211709" y="782701"/>
                      <a:pt x="132461" y="970280"/>
                    </a:cubicBezTo>
                    <a:cubicBezTo>
                      <a:pt x="50419" y="1164336"/>
                      <a:pt x="8763" y="1370584"/>
                      <a:pt x="8763" y="1583055"/>
                    </a:cubicBezTo>
                    <a:lnTo>
                      <a:pt x="8763" y="6170168"/>
                    </a:lnTo>
                    <a:cubicBezTo>
                      <a:pt x="8763" y="6227064"/>
                      <a:pt x="55118" y="6273419"/>
                      <a:pt x="112014" y="6273419"/>
                    </a:cubicBezTo>
                    <a:lnTo>
                      <a:pt x="3053969" y="6273419"/>
                    </a:lnTo>
                    <a:cubicBezTo>
                      <a:pt x="3110865" y="6273419"/>
                      <a:pt x="3157220" y="6227064"/>
                      <a:pt x="3157220" y="6170168"/>
                    </a:cubicBezTo>
                    <a:lnTo>
                      <a:pt x="3157220" y="1583055"/>
                    </a:lnTo>
                    <a:cubicBezTo>
                      <a:pt x="3157220" y="1370584"/>
                      <a:pt x="3115564" y="1164336"/>
                      <a:pt x="3033522" y="970280"/>
                    </a:cubicBezTo>
                    <a:cubicBezTo>
                      <a:pt x="2954274" y="782828"/>
                      <a:pt x="2840736" y="614426"/>
                      <a:pt x="2696083" y="469900"/>
                    </a:cubicBezTo>
                    <a:cubicBezTo>
                      <a:pt x="2551557" y="325374"/>
                      <a:pt x="2383155" y="211836"/>
                      <a:pt x="2195703" y="132461"/>
                    </a:cubicBezTo>
                    <a:cubicBezTo>
                      <a:pt x="2001647" y="50292"/>
                      <a:pt x="1795526" y="8763"/>
                      <a:pt x="1583055" y="8763"/>
                    </a:cubicBezTo>
                    <a:close/>
                  </a:path>
                </a:pathLst>
              </a:custGeom>
              <a:solidFill>
                <a:srgbClr val="008C54">
                  <a:alpha val="61961"/>
                </a:srgbClr>
              </a:solidFill>
            </p:spPr>
            <p:txBody>
              <a:bodyPr/>
              <a:lstStyle/>
              <a:p>
                <a:endParaRPr lang="ar-SA"/>
              </a:p>
            </p:txBody>
          </p:sp>
        </p:grpSp>
        <p:grpSp>
          <p:nvGrpSpPr>
            <p:cNvPr id="6" name="Group 6">
              <a:extLst>
                <a:ext uri="{FF2B5EF4-FFF2-40B4-BE49-F238E27FC236}">
                  <a16:creationId xmlns:a16="http://schemas.microsoft.com/office/drawing/2014/main" id="{2DC453EE-6284-1FF4-D886-E1562699699C}"/>
                </a:ext>
              </a:extLst>
            </p:cNvPr>
            <p:cNvGrpSpPr/>
            <p:nvPr/>
          </p:nvGrpSpPr>
          <p:grpSpPr>
            <a:xfrm>
              <a:off x="2" y="1165681"/>
              <a:ext cx="4221199" cy="3947983"/>
              <a:chOff x="804816" y="1165743"/>
              <a:chExt cx="869049" cy="812800"/>
            </a:xfrm>
          </p:grpSpPr>
          <p:sp>
            <p:nvSpPr>
              <p:cNvPr id="21" name="Freeform 7">
                <a:extLst>
                  <a:ext uri="{FF2B5EF4-FFF2-40B4-BE49-F238E27FC236}">
                    <a16:creationId xmlns:a16="http://schemas.microsoft.com/office/drawing/2014/main" id="{30ED9A6F-87CF-37DC-2DE4-A82C169C6E5F}"/>
                  </a:ext>
                </a:extLst>
              </p:cNvPr>
              <p:cNvSpPr/>
              <p:nvPr/>
            </p:nvSpPr>
            <p:spPr>
              <a:xfrm>
                <a:off x="804816" y="1165743"/>
                <a:ext cx="869049" cy="812800"/>
              </a:xfrm>
              <a:custGeom>
                <a:avLst/>
                <a:gdLst/>
                <a:ahLst/>
                <a:cxnLst/>
                <a:rect l="l" t="t" r="r" b="b"/>
                <a:pathLst>
                  <a:path w="660400" h="812800">
                    <a:moveTo>
                      <a:pt x="220252" y="19070"/>
                    </a:moveTo>
                    <a:cubicBezTo>
                      <a:pt x="254000" y="7556"/>
                      <a:pt x="292600" y="0"/>
                      <a:pt x="330378" y="0"/>
                    </a:cubicBezTo>
                    <a:cubicBezTo>
                      <a:pt x="368157" y="0"/>
                      <a:pt x="404509" y="6476"/>
                      <a:pt x="438009" y="17990"/>
                    </a:cubicBezTo>
                    <a:cubicBezTo>
                      <a:pt x="438723" y="18350"/>
                      <a:pt x="439435" y="18350"/>
                      <a:pt x="440148" y="18710"/>
                    </a:cubicBezTo>
                    <a:cubicBezTo>
                      <a:pt x="565955" y="64765"/>
                      <a:pt x="658618" y="186379"/>
                      <a:pt x="660400" y="328502"/>
                    </a:cubicBezTo>
                    <a:lnTo>
                      <a:pt x="660400" y="812800"/>
                    </a:lnTo>
                    <a:lnTo>
                      <a:pt x="0" y="812800"/>
                    </a:lnTo>
                    <a:lnTo>
                      <a:pt x="0" y="328861"/>
                    </a:lnTo>
                    <a:cubicBezTo>
                      <a:pt x="1782" y="185660"/>
                      <a:pt x="93019" y="64045"/>
                      <a:pt x="220252" y="19070"/>
                    </a:cubicBezTo>
                    <a:close/>
                  </a:path>
                </a:pathLst>
              </a:custGeom>
              <a:blipFill>
                <a:blip r:embed="rId4"/>
                <a:stretch>
                  <a:fillRect l="-26553" r="-26553"/>
                </a:stretch>
              </a:blipFill>
            </p:spPr>
            <p:txBody>
              <a:bodyPr/>
              <a:lstStyle/>
              <a:p>
                <a:endParaRPr lang="ar-SA"/>
              </a:p>
            </p:txBody>
          </p:sp>
        </p:grpSp>
        <p:grpSp>
          <p:nvGrpSpPr>
            <p:cNvPr id="7" name="Group 8">
              <a:extLst>
                <a:ext uri="{FF2B5EF4-FFF2-40B4-BE49-F238E27FC236}">
                  <a16:creationId xmlns:a16="http://schemas.microsoft.com/office/drawing/2014/main" id="{FD508E8E-AFA7-2B6A-7763-F163201430AE}"/>
                </a:ext>
              </a:extLst>
            </p:cNvPr>
            <p:cNvGrpSpPr>
              <a:grpSpLocks noChangeAspect="1"/>
            </p:cNvGrpSpPr>
            <p:nvPr/>
          </p:nvGrpSpPr>
          <p:grpSpPr>
            <a:xfrm>
              <a:off x="6097276" y="332905"/>
              <a:ext cx="4125868" cy="8394594"/>
              <a:chOff x="6097277" y="332905"/>
              <a:chExt cx="3166110" cy="6441845"/>
            </a:xfrm>
          </p:grpSpPr>
          <p:sp>
            <p:nvSpPr>
              <p:cNvPr id="19" name="Freeform 9">
                <a:extLst>
                  <a:ext uri="{FF2B5EF4-FFF2-40B4-BE49-F238E27FC236}">
                    <a16:creationId xmlns:a16="http://schemas.microsoft.com/office/drawing/2014/main" id="{02C2DCB0-CC5C-0E77-1D1A-1481DEA0E0D2}"/>
                  </a:ext>
                </a:extLst>
              </p:cNvPr>
              <p:cNvSpPr/>
              <p:nvPr/>
            </p:nvSpPr>
            <p:spPr>
              <a:xfrm>
                <a:off x="6101594" y="337223"/>
                <a:ext cx="3157347" cy="6437527"/>
              </a:xfrm>
              <a:custGeom>
                <a:avLst/>
                <a:gdLst/>
                <a:ahLst/>
                <a:cxnLst/>
                <a:rect l="l" t="t" r="r" b="b"/>
                <a:pathLst>
                  <a:path w="3157347" h="6273419">
                    <a:moveTo>
                      <a:pt x="3049651" y="6273419"/>
                    </a:moveTo>
                    <a:lnTo>
                      <a:pt x="107696" y="6273419"/>
                    </a:lnTo>
                    <a:cubicBezTo>
                      <a:pt x="48260" y="6273419"/>
                      <a:pt x="0" y="6225286"/>
                      <a:pt x="0" y="6165723"/>
                    </a:cubicBezTo>
                    <a:lnTo>
                      <a:pt x="0" y="1578737"/>
                    </a:lnTo>
                    <a:cubicBezTo>
                      <a:pt x="0" y="706882"/>
                      <a:pt x="706882" y="0"/>
                      <a:pt x="1578737" y="0"/>
                    </a:cubicBezTo>
                    <a:lnTo>
                      <a:pt x="1578737" y="0"/>
                    </a:lnTo>
                    <a:cubicBezTo>
                      <a:pt x="2450592" y="0"/>
                      <a:pt x="3157347" y="706755"/>
                      <a:pt x="3157347" y="1578610"/>
                    </a:cubicBezTo>
                    <a:lnTo>
                      <a:pt x="3157347" y="6165723"/>
                    </a:lnTo>
                    <a:cubicBezTo>
                      <a:pt x="3157347" y="6225286"/>
                      <a:pt x="3109087" y="6273419"/>
                      <a:pt x="3049651" y="6273419"/>
                    </a:cubicBezTo>
                    <a:close/>
                  </a:path>
                </a:pathLst>
              </a:custGeom>
              <a:solidFill>
                <a:srgbClr val="ECEEF2"/>
              </a:solidFill>
              <a:ln w="12700">
                <a:solidFill>
                  <a:srgbClr val="000000"/>
                </a:solidFill>
              </a:ln>
            </p:spPr>
            <p:txBody>
              <a:bodyPr/>
              <a:lstStyle/>
              <a:p>
                <a:endParaRPr lang="ar-SA"/>
              </a:p>
            </p:txBody>
          </p:sp>
          <p:sp>
            <p:nvSpPr>
              <p:cNvPr id="20" name="Freeform 10">
                <a:extLst>
                  <a:ext uri="{FF2B5EF4-FFF2-40B4-BE49-F238E27FC236}">
                    <a16:creationId xmlns:a16="http://schemas.microsoft.com/office/drawing/2014/main" id="{9B2AE565-E0F0-9F2D-5A7E-5D75A470DB16}"/>
                  </a:ext>
                </a:extLst>
              </p:cNvPr>
              <p:cNvSpPr/>
              <p:nvPr/>
            </p:nvSpPr>
            <p:spPr>
              <a:xfrm>
                <a:off x="6097277" y="332905"/>
                <a:ext cx="3166110" cy="6282055"/>
              </a:xfrm>
              <a:custGeom>
                <a:avLst/>
                <a:gdLst/>
                <a:ahLst/>
                <a:cxnLst/>
                <a:rect l="l" t="t" r="r" b="b"/>
                <a:pathLst>
                  <a:path w="3166110" h="6282055">
                    <a:moveTo>
                      <a:pt x="3053969" y="6282055"/>
                    </a:moveTo>
                    <a:lnTo>
                      <a:pt x="112014" y="6282055"/>
                    </a:lnTo>
                    <a:cubicBezTo>
                      <a:pt x="50292" y="6282055"/>
                      <a:pt x="0" y="6231763"/>
                      <a:pt x="0" y="6170041"/>
                    </a:cubicBezTo>
                    <a:lnTo>
                      <a:pt x="0" y="1583055"/>
                    </a:lnTo>
                    <a:cubicBezTo>
                      <a:pt x="0" y="1369314"/>
                      <a:pt x="41910" y="1162050"/>
                      <a:pt x="124460" y="966851"/>
                    </a:cubicBezTo>
                    <a:cubicBezTo>
                      <a:pt x="204216" y="778383"/>
                      <a:pt x="318389" y="609092"/>
                      <a:pt x="463677" y="463677"/>
                    </a:cubicBezTo>
                    <a:cubicBezTo>
                      <a:pt x="608965" y="318262"/>
                      <a:pt x="778256" y="204089"/>
                      <a:pt x="966851" y="124460"/>
                    </a:cubicBezTo>
                    <a:cubicBezTo>
                      <a:pt x="1161923" y="41910"/>
                      <a:pt x="1369314" y="0"/>
                      <a:pt x="1583055" y="0"/>
                    </a:cubicBezTo>
                    <a:cubicBezTo>
                      <a:pt x="1796796" y="0"/>
                      <a:pt x="2004060" y="41910"/>
                      <a:pt x="2199259" y="124460"/>
                    </a:cubicBezTo>
                    <a:cubicBezTo>
                      <a:pt x="2387727" y="204216"/>
                      <a:pt x="2557018" y="318389"/>
                      <a:pt x="2702433" y="463677"/>
                    </a:cubicBezTo>
                    <a:cubicBezTo>
                      <a:pt x="2847848" y="609092"/>
                      <a:pt x="2961894" y="778383"/>
                      <a:pt x="3041650" y="966851"/>
                    </a:cubicBezTo>
                    <a:cubicBezTo>
                      <a:pt x="3124200" y="1162050"/>
                      <a:pt x="3166110" y="1369314"/>
                      <a:pt x="3166110" y="1583055"/>
                    </a:cubicBezTo>
                    <a:lnTo>
                      <a:pt x="3166110" y="6170168"/>
                    </a:lnTo>
                    <a:cubicBezTo>
                      <a:pt x="3165983" y="6231890"/>
                      <a:pt x="3115818" y="6282055"/>
                      <a:pt x="3053969" y="6282055"/>
                    </a:cubicBezTo>
                    <a:close/>
                    <a:moveTo>
                      <a:pt x="1583055" y="8763"/>
                    </a:moveTo>
                    <a:cubicBezTo>
                      <a:pt x="1370584" y="8763"/>
                      <a:pt x="1164336" y="50419"/>
                      <a:pt x="970280" y="132461"/>
                    </a:cubicBezTo>
                    <a:cubicBezTo>
                      <a:pt x="782828" y="211709"/>
                      <a:pt x="614426" y="325247"/>
                      <a:pt x="469900" y="469900"/>
                    </a:cubicBezTo>
                    <a:cubicBezTo>
                      <a:pt x="325374" y="614553"/>
                      <a:pt x="211709" y="782701"/>
                      <a:pt x="132461" y="970280"/>
                    </a:cubicBezTo>
                    <a:cubicBezTo>
                      <a:pt x="50419" y="1164336"/>
                      <a:pt x="8763" y="1370584"/>
                      <a:pt x="8763" y="1583055"/>
                    </a:cubicBezTo>
                    <a:lnTo>
                      <a:pt x="8763" y="6170168"/>
                    </a:lnTo>
                    <a:cubicBezTo>
                      <a:pt x="8763" y="6227064"/>
                      <a:pt x="55118" y="6273419"/>
                      <a:pt x="112014" y="6273419"/>
                    </a:cubicBezTo>
                    <a:lnTo>
                      <a:pt x="3053969" y="6273419"/>
                    </a:lnTo>
                    <a:cubicBezTo>
                      <a:pt x="3110865" y="6273419"/>
                      <a:pt x="3157220" y="6227064"/>
                      <a:pt x="3157220" y="6170168"/>
                    </a:cubicBezTo>
                    <a:lnTo>
                      <a:pt x="3157220" y="1583055"/>
                    </a:lnTo>
                    <a:cubicBezTo>
                      <a:pt x="3157220" y="1370584"/>
                      <a:pt x="3115564" y="1164336"/>
                      <a:pt x="3033522" y="970280"/>
                    </a:cubicBezTo>
                    <a:cubicBezTo>
                      <a:pt x="2954274" y="782828"/>
                      <a:pt x="2840736" y="614426"/>
                      <a:pt x="2696083" y="469900"/>
                    </a:cubicBezTo>
                    <a:cubicBezTo>
                      <a:pt x="2551557" y="325374"/>
                      <a:pt x="2383155" y="211836"/>
                      <a:pt x="2195703" y="132461"/>
                    </a:cubicBezTo>
                    <a:cubicBezTo>
                      <a:pt x="2001647" y="50292"/>
                      <a:pt x="1795526" y="8763"/>
                      <a:pt x="1583055" y="8763"/>
                    </a:cubicBezTo>
                    <a:close/>
                  </a:path>
                </a:pathLst>
              </a:custGeom>
              <a:solidFill>
                <a:srgbClr val="008C54"/>
              </a:solidFill>
            </p:spPr>
            <p:txBody>
              <a:bodyPr/>
              <a:lstStyle/>
              <a:p>
                <a:endParaRPr lang="ar-SA"/>
              </a:p>
            </p:txBody>
          </p:sp>
        </p:grpSp>
        <p:grpSp>
          <p:nvGrpSpPr>
            <p:cNvPr id="9" name="Group 17">
              <a:extLst>
                <a:ext uri="{FF2B5EF4-FFF2-40B4-BE49-F238E27FC236}">
                  <a16:creationId xmlns:a16="http://schemas.microsoft.com/office/drawing/2014/main" id="{73F6693C-2F31-9FEF-D437-D615B1617B6F}"/>
                </a:ext>
              </a:extLst>
            </p:cNvPr>
            <p:cNvGrpSpPr>
              <a:grpSpLocks noChangeAspect="1"/>
            </p:cNvGrpSpPr>
            <p:nvPr/>
          </p:nvGrpSpPr>
          <p:grpSpPr>
            <a:xfrm>
              <a:off x="6121238" y="789834"/>
              <a:ext cx="4080294" cy="6562239"/>
              <a:chOff x="6128896" y="789834"/>
              <a:chExt cx="3906080" cy="6282055"/>
            </a:xfrm>
          </p:grpSpPr>
          <p:sp>
            <p:nvSpPr>
              <p:cNvPr id="17" name="Freeform 18">
                <a:extLst>
                  <a:ext uri="{FF2B5EF4-FFF2-40B4-BE49-F238E27FC236}">
                    <a16:creationId xmlns:a16="http://schemas.microsoft.com/office/drawing/2014/main" id="{6CC90281-32F7-A7AF-3CAD-5C9076F2761E}"/>
                  </a:ext>
                </a:extLst>
              </p:cNvPr>
              <p:cNvSpPr/>
              <p:nvPr/>
            </p:nvSpPr>
            <p:spPr>
              <a:xfrm>
                <a:off x="6128896" y="794000"/>
                <a:ext cx="3906080" cy="3776509"/>
              </a:xfrm>
              <a:custGeom>
                <a:avLst/>
                <a:gdLst/>
                <a:ahLst/>
                <a:cxnLst/>
                <a:rect l="l" t="t" r="r" b="b"/>
                <a:pathLst>
                  <a:path w="3157347" h="6273419">
                    <a:moveTo>
                      <a:pt x="3049651" y="6273419"/>
                    </a:moveTo>
                    <a:lnTo>
                      <a:pt x="107696" y="6273419"/>
                    </a:lnTo>
                    <a:cubicBezTo>
                      <a:pt x="48260" y="6273419"/>
                      <a:pt x="0" y="6225286"/>
                      <a:pt x="0" y="6165723"/>
                    </a:cubicBezTo>
                    <a:lnTo>
                      <a:pt x="0" y="1578737"/>
                    </a:lnTo>
                    <a:cubicBezTo>
                      <a:pt x="0" y="706882"/>
                      <a:pt x="706882" y="0"/>
                      <a:pt x="1578737" y="0"/>
                    </a:cubicBezTo>
                    <a:lnTo>
                      <a:pt x="1578737" y="0"/>
                    </a:lnTo>
                    <a:cubicBezTo>
                      <a:pt x="2450592" y="0"/>
                      <a:pt x="3157347" y="706755"/>
                      <a:pt x="3157347" y="1578610"/>
                    </a:cubicBezTo>
                    <a:lnTo>
                      <a:pt x="3157347" y="6165723"/>
                    </a:lnTo>
                    <a:cubicBezTo>
                      <a:pt x="3157347" y="6225286"/>
                      <a:pt x="3109087" y="6273419"/>
                      <a:pt x="3049651" y="6273419"/>
                    </a:cubicBezTo>
                    <a:close/>
                  </a:path>
                </a:pathLst>
              </a:custGeom>
              <a:blipFill>
                <a:blip r:embed="rId5">
                  <a:alphaModFix amt="69000"/>
                </a:blip>
                <a:stretch>
                  <a:fillRect l="-73586" r="-73586"/>
                </a:stretch>
              </a:blipFill>
            </p:spPr>
            <p:txBody>
              <a:bodyPr/>
              <a:lstStyle/>
              <a:p>
                <a:endParaRPr lang="ar-SA"/>
              </a:p>
            </p:txBody>
          </p:sp>
          <p:sp>
            <p:nvSpPr>
              <p:cNvPr id="18" name="Freeform 19">
                <a:extLst>
                  <a:ext uri="{FF2B5EF4-FFF2-40B4-BE49-F238E27FC236}">
                    <a16:creationId xmlns:a16="http://schemas.microsoft.com/office/drawing/2014/main" id="{C7E8CB47-B43F-C9D4-E79B-A9C88EFB838F}"/>
                  </a:ext>
                </a:extLst>
              </p:cNvPr>
              <p:cNvSpPr/>
              <p:nvPr/>
            </p:nvSpPr>
            <p:spPr>
              <a:xfrm>
                <a:off x="6300582" y="789834"/>
                <a:ext cx="3166110" cy="6282055"/>
              </a:xfrm>
              <a:custGeom>
                <a:avLst/>
                <a:gdLst/>
                <a:ahLst/>
                <a:cxnLst/>
                <a:rect l="l" t="t" r="r" b="b"/>
                <a:pathLst>
                  <a:path w="3166110" h="6282055">
                    <a:moveTo>
                      <a:pt x="3053969" y="6282055"/>
                    </a:moveTo>
                    <a:lnTo>
                      <a:pt x="112014" y="6282055"/>
                    </a:lnTo>
                    <a:cubicBezTo>
                      <a:pt x="50292" y="6282055"/>
                      <a:pt x="0" y="6231763"/>
                      <a:pt x="0" y="6170041"/>
                    </a:cubicBezTo>
                    <a:lnTo>
                      <a:pt x="0" y="1583055"/>
                    </a:lnTo>
                    <a:cubicBezTo>
                      <a:pt x="0" y="1369314"/>
                      <a:pt x="41910" y="1162050"/>
                      <a:pt x="124460" y="966851"/>
                    </a:cubicBezTo>
                    <a:cubicBezTo>
                      <a:pt x="204216" y="778383"/>
                      <a:pt x="318389" y="609092"/>
                      <a:pt x="463677" y="463677"/>
                    </a:cubicBezTo>
                    <a:cubicBezTo>
                      <a:pt x="608965" y="318262"/>
                      <a:pt x="778256" y="204089"/>
                      <a:pt x="966851" y="124460"/>
                    </a:cubicBezTo>
                    <a:cubicBezTo>
                      <a:pt x="1161923" y="41910"/>
                      <a:pt x="1369314" y="0"/>
                      <a:pt x="1583055" y="0"/>
                    </a:cubicBezTo>
                    <a:cubicBezTo>
                      <a:pt x="1796796" y="0"/>
                      <a:pt x="2004060" y="41910"/>
                      <a:pt x="2199259" y="124460"/>
                    </a:cubicBezTo>
                    <a:cubicBezTo>
                      <a:pt x="2387727" y="204216"/>
                      <a:pt x="2557018" y="318389"/>
                      <a:pt x="2702433" y="463677"/>
                    </a:cubicBezTo>
                    <a:cubicBezTo>
                      <a:pt x="2847848" y="609092"/>
                      <a:pt x="2961894" y="778383"/>
                      <a:pt x="3041650" y="966851"/>
                    </a:cubicBezTo>
                    <a:cubicBezTo>
                      <a:pt x="3124200" y="1162050"/>
                      <a:pt x="3166110" y="1369314"/>
                      <a:pt x="3166110" y="1583055"/>
                    </a:cubicBezTo>
                    <a:lnTo>
                      <a:pt x="3166110" y="6170168"/>
                    </a:lnTo>
                    <a:cubicBezTo>
                      <a:pt x="3165983" y="6231890"/>
                      <a:pt x="3115818" y="6282055"/>
                      <a:pt x="3053969" y="6282055"/>
                    </a:cubicBezTo>
                    <a:close/>
                    <a:moveTo>
                      <a:pt x="1583055" y="8763"/>
                    </a:moveTo>
                    <a:cubicBezTo>
                      <a:pt x="1370584" y="8763"/>
                      <a:pt x="1164336" y="50419"/>
                      <a:pt x="970280" y="132461"/>
                    </a:cubicBezTo>
                    <a:cubicBezTo>
                      <a:pt x="782828" y="211709"/>
                      <a:pt x="614426" y="325247"/>
                      <a:pt x="469900" y="469900"/>
                    </a:cubicBezTo>
                    <a:cubicBezTo>
                      <a:pt x="325374" y="614553"/>
                      <a:pt x="211709" y="782701"/>
                      <a:pt x="132461" y="970280"/>
                    </a:cubicBezTo>
                    <a:cubicBezTo>
                      <a:pt x="50419" y="1164336"/>
                      <a:pt x="8763" y="1370584"/>
                      <a:pt x="8763" y="1583055"/>
                    </a:cubicBezTo>
                    <a:lnTo>
                      <a:pt x="8763" y="6170168"/>
                    </a:lnTo>
                    <a:cubicBezTo>
                      <a:pt x="8763" y="6227064"/>
                      <a:pt x="55118" y="6273419"/>
                      <a:pt x="112014" y="6273419"/>
                    </a:cubicBezTo>
                    <a:lnTo>
                      <a:pt x="3053969" y="6273419"/>
                    </a:lnTo>
                    <a:cubicBezTo>
                      <a:pt x="3110865" y="6273419"/>
                      <a:pt x="3157220" y="6227064"/>
                      <a:pt x="3157220" y="6170168"/>
                    </a:cubicBezTo>
                    <a:lnTo>
                      <a:pt x="3157220" y="1583055"/>
                    </a:lnTo>
                    <a:cubicBezTo>
                      <a:pt x="3157220" y="1370584"/>
                      <a:pt x="3115564" y="1164336"/>
                      <a:pt x="3033522" y="970280"/>
                    </a:cubicBezTo>
                    <a:cubicBezTo>
                      <a:pt x="2954274" y="782828"/>
                      <a:pt x="2840736" y="614426"/>
                      <a:pt x="2696083" y="469900"/>
                    </a:cubicBezTo>
                    <a:cubicBezTo>
                      <a:pt x="2551557" y="325374"/>
                      <a:pt x="2383155" y="211836"/>
                      <a:pt x="2195703" y="132461"/>
                    </a:cubicBezTo>
                    <a:cubicBezTo>
                      <a:pt x="2001647" y="50292"/>
                      <a:pt x="1795526" y="8763"/>
                      <a:pt x="1583055" y="8763"/>
                    </a:cubicBezTo>
                    <a:close/>
                  </a:path>
                </a:pathLst>
              </a:custGeom>
              <a:solidFill>
                <a:srgbClr val="FFFFFF">
                  <a:alpha val="68627"/>
                </a:srgbClr>
              </a:solidFill>
            </p:spPr>
            <p:txBody>
              <a:bodyPr/>
              <a:lstStyle/>
              <a:p>
                <a:endParaRPr lang="ar-SA"/>
              </a:p>
            </p:txBody>
          </p:sp>
        </p:grpSp>
        <p:sp>
          <p:nvSpPr>
            <p:cNvPr id="10" name="Freeform 23">
              <a:extLst>
                <a:ext uri="{FF2B5EF4-FFF2-40B4-BE49-F238E27FC236}">
                  <a16:creationId xmlns:a16="http://schemas.microsoft.com/office/drawing/2014/main" id="{52950071-C938-450D-EBBD-BEB10C39CE41}"/>
                </a:ext>
              </a:extLst>
            </p:cNvPr>
            <p:cNvSpPr/>
            <p:nvPr/>
          </p:nvSpPr>
          <p:spPr>
            <a:xfrm>
              <a:off x="851296" y="7674878"/>
              <a:ext cx="2424273" cy="770783"/>
            </a:xfrm>
            <a:custGeom>
              <a:avLst/>
              <a:gdLst/>
              <a:ahLst/>
              <a:cxnLst/>
              <a:rect l="l" t="t" r="r" b="b"/>
              <a:pathLst>
                <a:path w="2424273" h="770783">
                  <a:moveTo>
                    <a:pt x="0" y="0"/>
                  </a:moveTo>
                  <a:lnTo>
                    <a:pt x="2424272" y="0"/>
                  </a:lnTo>
                  <a:lnTo>
                    <a:pt x="2424272" y="770783"/>
                  </a:lnTo>
                  <a:lnTo>
                    <a:pt x="0" y="770783"/>
                  </a:lnTo>
                  <a:lnTo>
                    <a:pt x="0" y="0"/>
                  </a:lnTo>
                  <a:close/>
                </a:path>
              </a:pathLst>
            </a:custGeom>
            <a:blipFill>
              <a:blip r:embed="rId6"/>
              <a:stretch>
                <a:fillRect b="-23115"/>
              </a:stretch>
            </a:blipFill>
          </p:spPr>
          <p:txBody>
            <a:bodyPr/>
            <a:lstStyle/>
            <a:p>
              <a:endParaRPr lang="ar-SA"/>
            </a:p>
          </p:txBody>
        </p:sp>
        <p:sp>
          <p:nvSpPr>
            <p:cNvPr id="11" name="Freeform 24">
              <a:extLst>
                <a:ext uri="{FF2B5EF4-FFF2-40B4-BE49-F238E27FC236}">
                  <a16:creationId xmlns:a16="http://schemas.microsoft.com/office/drawing/2014/main" id="{920BDE5B-1FAC-40C7-1D87-50BC9E4512E4}"/>
                </a:ext>
              </a:extLst>
            </p:cNvPr>
            <p:cNvSpPr/>
            <p:nvPr/>
          </p:nvSpPr>
          <p:spPr>
            <a:xfrm>
              <a:off x="6746210" y="7843369"/>
              <a:ext cx="2499781" cy="670275"/>
            </a:xfrm>
            <a:custGeom>
              <a:avLst/>
              <a:gdLst/>
              <a:ahLst/>
              <a:cxnLst/>
              <a:rect l="l" t="t" r="r" b="b"/>
              <a:pathLst>
                <a:path w="2499780" h="670275">
                  <a:moveTo>
                    <a:pt x="0" y="0"/>
                  </a:moveTo>
                  <a:lnTo>
                    <a:pt x="2499780" y="0"/>
                  </a:lnTo>
                  <a:lnTo>
                    <a:pt x="2499780" y="670275"/>
                  </a:lnTo>
                  <a:lnTo>
                    <a:pt x="0" y="670275"/>
                  </a:lnTo>
                  <a:lnTo>
                    <a:pt x="0" y="0"/>
                  </a:lnTo>
                  <a:close/>
                </a:path>
              </a:pathLst>
            </a:custGeom>
            <a:blipFill>
              <a:blip r:embed="rId7"/>
              <a:stretch>
                <a:fillRect l="-6520" r="-5538" b="-18349"/>
              </a:stretch>
            </a:blipFill>
          </p:spPr>
          <p:txBody>
            <a:bodyPr/>
            <a:lstStyle/>
            <a:p>
              <a:endParaRPr lang="ar-SA"/>
            </a:p>
          </p:txBody>
        </p:sp>
        <p:sp>
          <p:nvSpPr>
            <p:cNvPr id="15" name="TextBox 27">
              <a:extLst>
                <a:ext uri="{FF2B5EF4-FFF2-40B4-BE49-F238E27FC236}">
                  <a16:creationId xmlns:a16="http://schemas.microsoft.com/office/drawing/2014/main" id="{B32EC57F-E329-0276-B963-7822E9EA601D}"/>
                </a:ext>
              </a:extLst>
            </p:cNvPr>
            <p:cNvSpPr txBox="1"/>
            <p:nvPr/>
          </p:nvSpPr>
          <p:spPr>
            <a:xfrm>
              <a:off x="339357" y="5115874"/>
              <a:ext cx="3785190" cy="2581941"/>
            </a:xfrm>
            <a:prstGeom prst="rect">
              <a:avLst/>
            </a:prstGeom>
          </p:spPr>
          <p:txBody>
            <a:bodyPr wrap="square" lIns="0" tIns="0" rIns="0" bIns="0" rtlCol="0" anchor="t">
              <a:noAutofit/>
            </a:bodyPr>
            <a:lstStyle/>
            <a:p>
              <a:pPr algn="ctr" rtl="1">
                <a:lnSpc>
                  <a:spcPts val="2770"/>
                </a:lnSpc>
                <a:spcAft>
                  <a:spcPts val="800"/>
                </a:spcAft>
                <a:buNone/>
              </a:pPr>
              <a:r>
                <a:rPr lang="ar-EG" sz="1600" b="1" kern="1200" dirty="0">
                  <a:solidFill>
                    <a:srgbClr val="43A09B"/>
                  </a:solidFill>
                  <a:effectLst/>
                  <a:latin typeface="Calibri" panose="020F0502020204030204" pitchFamily="34" charset="0"/>
                  <a:ea typeface="29LT Zarid Serif Bold"/>
                </a:rPr>
                <a:t>" إن التعليم ركيزة أساسية تتحقق بها تطلعات شعبنا نحو التقدم والازدهار والتنمية والرقي الحضاري في المعارف والعلوم النافعة، والشباب هم أمل الأمة وعدة المستقبل" </a:t>
              </a:r>
              <a:endParaRPr lang="en-US" sz="1100" dirty="0">
                <a:effectLst/>
                <a:latin typeface="Calibri" panose="020F0502020204030204" pitchFamily="34" charset="0"/>
                <a:ea typeface="Calibri" panose="020F0502020204030204" pitchFamily="34" charset="0"/>
              </a:endParaRPr>
            </a:p>
          </p:txBody>
        </p:sp>
        <p:sp>
          <p:nvSpPr>
            <p:cNvPr id="16" name="TextBox 28">
              <a:extLst>
                <a:ext uri="{FF2B5EF4-FFF2-40B4-BE49-F238E27FC236}">
                  <a16:creationId xmlns:a16="http://schemas.microsoft.com/office/drawing/2014/main" id="{ED2F3C74-4167-372F-243B-C1755117E51E}"/>
                </a:ext>
              </a:extLst>
            </p:cNvPr>
            <p:cNvSpPr txBox="1"/>
            <p:nvPr/>
          </p:nvSpPr>
          <p:spPr>
            <a:xfrm>
              <a:off x="6174130" y="5678287"/>
              <a:ext cx="3950035" cy="2208435"/>
            </a:xfrm>
            <a:prstGeom prst="rect">
              <a:avLst/>
            </a:prstGeom>
          </p:spPr>
          <p:txBody>
            <a:bodyPr wrap="square" lIns="0" tIns="0" rIns="0" bIns="0" rtlCol="0" anchor="t">
              <a:noAutofit/>
            </a:bodyPr>
            <a:lstStyle/>
            <a:p>
              <a:pPr algn="ctr" rtl="1">
                <a:lnSpc>
                  <a:spcPts val="2935"/>
                </a:lnSpc>
                <a:spcAft>
                  <a:spcPts val="800"/>
                </a:spcAft>
                <a:buNone/>
              </a:pPr>
              <a:r>
                <a:rPr lang="ar-EG" sz="1600" b="1" kern="1200" dirty="0">
                  <a:solidFill>
                    <a:srgbClr val="43A09B"/>
                  </a:solidFill>
                  <a:effectLst/>
                  <a:latin typeface="Calibri" panose="020F0502020204030204" pitchFamily="34" charset="0"/>
                  <a:ea typeface="29LT Zarid Serif Bold"/>
                </a:rPr>
                <a:t>ثروتنا الأولى التي لا تعادلها ثروة مهما بلغت: شعبٌ طموحٌ، معظمه من الشباب، هو فخر بلادنا وضمان مستقبلها بعون الله.</a:t>
              </a:r>
              <a:endParaRPr lang="en-US" sz="1100" dirty="0">
                <a:effectLst/>
                <a:latin typeface="Calibri" panose="020F0502020204030204" pitchFamily="34" charset="0"/>
                <a:ea typeface="Calibri" panose="020F0502020204030204" pitchFamily="34" charset="0"/>
              </a:endParaRPr>
            </a:p>
          </p:txBody>
        </p:sp>
      </p:grpSp>
      <p:sp>
        <p:nvSpPr>
          <p:cNvPr id="28" name="Freeform 5">
            <a:extLst>
              <a:ext uri="{FF2B5EF4-FFF2-40B4-BE49-F238E27FC236}">
                <a16:creationId xmlns:a16="http://schemas.microsoft.com/office/drawing/2014/main" id="{1F050368-C0CA-DD66-EE25-344183071B0D}"/>
              </a:ext>
            </a:extLst>
          </p:cNvPr>
          <p:cNvSpPr/>
          <p:nvPr/>
        </p:nvSpPr>
        <p:spPr>
          <a:xfrm>
            <a:off x="0" y="9492998"/>
            <a:ext cx="1200402" cy="1200402"/>
          </a:xfrm>
          <a:custGeom>
            <a:avLst/>
            <a:gdLst/>
            <a:ahLst/>
            <a:cxnLst/>
            <a:rect l="l" t="t" r="r" b="b"/>
            <a:pathLst>
              <a:path w="1670654" h="1497514">
                <a:moveTo>
                  <a:pt x="0" y="0"/>
                </a:moveTo>
                <a:lnTo>
                  <a:pt x="1670654" y="0"/>
                </a:lnTo>
                <a:lnTo>
                  <a:pt x="1670654" y="1497514"/>
                </a:lnTo>
                <a:lnTo>
                  <a:pt x="0" y="1497514"/>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ar-SA"/>
          </a:p>
        </p:txBody>
      </p:sp>
    </p:spTree>
    <p:extLst>
      <p:ext uri="{BB962C8B-B14F-4D97-AF65-F5344CB8AC3E}">
        <p14:creationId xmlns:p14="http://schemas.microsoft.com/office/powerpoint/2010/main" val="3599700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p:cNvGrpSpPr/>
        <p:nvPr/>
      </p:nvGrpSpPr>
      <p:grpSpPr>
        <a:xfrm>
          <a:off x="0" y="0"/>
          <a:ext cx="0" cy="0"/>
          <a:chOff x="0" y="0"/>
          <a:chExt cx="0" cy="0"/>
        </a:xfrm>
      </p:grpSpPr>
      <p:sp>
        <p:nvSpPr>
          <p:cNvPr id="2" name="Freeform 2"/>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5" name="Freeform 5"/>
          <p:cNvSpPr/>
          <p:nvPr/>
        </p:nvSpPr>
        <p:spPr>
          <a:xfrm>
            <a:off x="2482849" y="9872363"/>
            <a:ext cx="2404213" cy="401273"/>
          </a:xfrm>
          <a:custGeom>
            <a:avLst/>
            <a:gdLst/>
            <a:ahLst/>
            <a:cxnLst/>
            <a:rect l="l" t="t" r="r" b="b"/>
            <a:pathLst>
              <a:path w="1973530" h="742765">
                <a:moveTo>
                  <a:pt x="0" y="0"/>
                </a:moveTo>
                <a:lnTo>
                  <a:pt x="1973530" y="0"/>
                </a:lnTo>
                <a:lnTo>
                  <a:pt x="1973530" y="742765"/>
                </a:lnTo>
                <a:lnTo>
                  <a:pt x="0" y="7427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6" name="مربع نص 5">
            <a:extLst>
              <a:ext uri="{FF2B5EF4-FFF2-40B4-BE49-F238E27FC236}">
                <a16:creationId xmlns:a16="http://schemas.microsoft.com/office/drawing/2014/main" id="{C752A884-B923-FB57-59FD-23BDFA9FEAD3}"/>
              </a:ext>
            </a:extLst>
          </p:cNvPr>
          <p:cNvSpPr txBox="1"/>
          <p:nvPr/>
        </p:nvSpPr>
        <p:spPr>
          <a:xfrm>
            <a:off x="5683250" y="189314"/>
            <a:ext cx="2418534" cy="1169551"/>
          </a:xfrm>
          <a:prstGeom prst="rect">
            <a:avLst/>
          </a:prstGeom>
          <a:noFill/>
        </p:spPr>
        <p:txBody>
          <a:bodyPr wrap="square" rtlCol="1">
            <a:spAutoFit/>
          </a:bodyPr>
          <a:lstStyle/>
          <a:p>
            <a:pPr algn="ctr" rtl="1"/>
            <a:r>
              <a:rPr lang="ar-EG" sz="1400" b="1" dirty="0"/>
              <a:t>المملكة العربية السعودية</a:t>
            </a:r>
            <a:endParaRPr lang="en-US" sz="1400" b="1" dirty="0"/>
          </a:p>
          <a:p>
            <a:pPr algn="ctr" rtl="1"/>
            <a:r>
              <a:rPr lang="ar-EG" sz="1400" b="1" dirty="0"/>
              <a:t>وزارة التعليم</a:t>
            </a:r>
            <a:endParaRPr lang="en-US" sz="1400" b="1" dirty="0"/>
          </a:p>
          <a:p>
            <a:pPr algn="ctr" rtl="1"/>
            <a:r>
              <a:rPr lang="ar-EG" sz="1400" b="1" dirty="0"/>
              <a:t>الإدارة العامة للتعليم </a:t>
            </a:r>
            <a:endParaRPr lang="ar-SA" sz="1400" b="1" dirty="0"/>
          </a:p>
          <a:p>
            <a:pPr algn="ctr" rtl="1"/>
            <a:r>
              <a:rPr lang="ar-EG" sz="1400" b="1" dirty="0"/>
              <a:t>بمنطقة الرياض</a:t>
            </a:r>
            <a:endParaRPr lang="en-US" sz="1400" b="1" dirty="0"/>
          </a:p>
          <a:p>
            <a:pPr algn="ctr" rtl="1"/>
            <a:r>
              <a:rPr lang="ar-EG" sz="1400" b="1" dirty="0"/>
              <a:t>الثانوية  </a:t>
            </a:r>
            <a:r>
              <a:rPr lang="ar-SA" sz="1400" b="1" dirty="0"/>
              <a:t>76</a:t>
            </a:r>
          </a:p>
        </p:txBody>
      </p:sp>
      <p:sp>
        <p:nvSpPr>
          <p:cNvPr id="7" name="مربع نص 6">
            <a:extLst>
              <a:ext uri="{FF2B5EF4-FFF2-40B4-BE49-F238E27FC236}">
                <a16:creationId xmlns:a16="http://schemas.microsoft.com/office/drawing/2014/main" id="{E1090505-7285-AB2F-1604-A7E699756897}"/>
              </a:ext>
            </a:extLst>
          </p:cNvPr>
          <p:cNvSpPr txBox="1"/>
          <p:nvPr/>
        </p:nvSpPr>
        <p:spPr>
          <a:xfrm>
            <a:off x="-147269" y="2776794"/>
            <a:ext cx="7664450" cy="7201972"/>
          </a:xfrm>
          <a:prstGeom prst="rect">
            <a:avLst/>
          </a:prstGeom>
          <a:noFill/>
        </p:spPr>
        <p:txBody>
          <a:bodyPr wrap="square" rtlCol="1">
            <a:spAutoFit/>
          </a:bodyPr>
          <a:lstStyle/>
          <a:p>
            <a:pPr algn="r" rtl="1"/>
            <a:r>
              <a:rPr lang="ar-SA" sz="2400" b="1" dirty="0">
                <a:solidFill>
                  <a:srgbClr val="C00000"/>
                </a:solidFill>
              </a:rPr>
              <a:t>الأهداف التفصيلية: </a:t>
            </a:r>
            <a:endParaRPr lang="en-US" sz="2400" dirty="0">
              <a:solidFill>
                <a:srgbClr val="C00000"/>
              </a:solidFill>
            </a:endParaRPr>
          </a:p>
          <a:p>
            <a:pPr marL="457200" lvl="0" indent="-457200" algn="r" rtl="1">
              <a:buFont typeface="+mj-lt"/>
              <a:buAutoNum type="arabicParenR"/>
            </a:pPr>
            <a:r>
              <a:rPr lang="ar-SA" sz="2000" b="1" dirty="0"/>
              <a:t>تطوير الممارسات التدريسية  </a:t>
            </a:r>
            <a:endParaRPr lang="en-US" sz="2000" b="1" dirty="0"/>
          </a:p>
          <a:p>
            <a:pPr marL="457200" lvl="0" indent="-457200" algn="r" rtl="1">
              <a:buFont typeface="+mj-lt"/>
              <a:buAutoNum type="arabicParenR"/>
            </a:pPr>
            <a:r>
              <a:rPr lang="ar-SA" sz="2000" b="1" dirty="0"/>
              <a:t>رفع المستوى التحصيلي للطالبات</a:t>
            </a:r>
            <a:endParaRPr lang="en-US" sz="2000" b="1" dirty="0"/>
          </a:p>
          <a:p>
            <a:pPr marL="457200" lvl="0" indent="-457200" algn="r" rtl="1">
              <a:buFont typeface="+mj-lt"/>
              <a:buAutoNum type="arabicParenR"/>
            </a:pPr>
            <a:r>
              <a:rPr lang="ar-SA" sz="2000" b="1" dirty="0"/>
              <a:t>تنمية المهارات المهنية</a:t>
            </a:r>
            <a:endParaRPr lang="en-US" sz="2000" b="1" dirty="0"/>
          </a:p>
          <a:p>
            <a:pPr marL="457200" lvl="0" indent="-457200" algn="r" rtl="1">
              <a:buFont typeface="+mj-lt"/>
              <a:buAutoNum type="arabicParenR"/>
            </a:pPr>
            <a:r>
              <a:rPr lang="ar-SA" sz="2000" b="1" dirty="0"/>
              <a:t>مواكبة التطورات التعليمية</a:t>
            </a:r>
            <a:endParaRPr lang="en-US" sz="2000" b="1" dirty="0"/>
          </a:p>
          <a:p>
            <a:pPr marL="457200" lvl="0" indent="-457200" algn="r" rtl="1">
              <a:buFont typeface="+mj-lt"/>
              <a:buAutoNum type="arabicParenR"/>
            </a:pPr>
            <a:r>
              <a:rPr lang="ar-SA" sz="2000" b="1" dirty="0"/>
              <a:t>تعزيز العمل التعاوني</a:t>
            </a:r>
            <a:endParaRPr lang="en-US" sz="2000" b="1" dirty="0"/>
          </a:p>
          <a:p>
            <a:pPr marL="457200" lvl="0" indent="-457200" algn="r" rtl="1">
              <a:buFont typeface="+mj-lt"/>
              <a:buAutoNum type="arabicParenR"/>
            </a:pPr>
            <a:r>
              <a:rPr lang="ar-SA" sz="2000" b="1" dirty="0"/>
              <a:t>تحسين البيئة التعليمية</a:t>
            </a:r>
            <a:endParaRPr lang="en-US" sz="2000" b="1" dirty="0"/>
          </a:p>
          <a:p>
            <a:pPr marL="457200" lvl="0" indent="-457200" algn="r" rtl="1">
              <a:buFont typeface="+mj-lt"/>
              <a:buAutoNum type="arabicParenR"/>
            </a:pPr>
            <a:r>
              <a:rPr lang="ar-SA" sz="2000" b="1" dirty="0"/>
              <a:t>دعم تحقيق أهداف المدرسة</a:t>
            </a:r>
            <a:endParaRPr lang="en-US" sz="2000" b="1" dirty="0"/>
          </a:p>
          <a:p>
            <a:pPr marL="457200" lvl="0" indent="-457200" algn="r" rtl="1">
              <a:buFont typeface="+mj-lt"/>
              <a:buAutoNum type="arabicParenR"/>
            </a:pPr>
            <a:r>
              <a:rPr lang="ar-SA" sz="2000" b="1" dirty="0"/>
              <a:t>دعم اتخاذ القرار المبنى على البيانات.</a:t>
            </a:r>
            <a:endParaRPr lang="en-US" sz="2000" b="1" dirty="0"/>
          </a:p>
          <a:p>
            <a:pPr algn="r" rtl="1"/>
            <a:r>
              <a:rPr lang="ar-SA" sz="2400" b="1" dirty="0">
                <a:solidFill>
                  <a:srgbClr val="C00000"/>
                </a:solidFill>
              </a:rPr>
              <a:t>لضمان نجاح مجتمعات التعلم المهنية يجب أن تتسم بــ</a:t>
            </a:r>
            <a:r>
              <a:rPr lang="ar-SA" sz="2400" dirty="0">
                <a:solidFill>
                  <a:srgbClr val="C00000"/>
                </a:solidFill>
              </a:rPr>
              <a:t>:</a:t>
            </a:r>
            <a:endParaRPr lang="en-US" sz="2400" dirty="0">
              <a:solidFill>
                <a:srgbClr val="C00000"/>
              </a:solidFill>
            </a:endParaRPr>
          </a:p>
          <a:p>
            <a:pPr marL="457200" lvl="0" indent="-457200" algn="r" rtl="1">
              <a:buFont typeface="+mj-lt"/>
              <a:buAutoNum type="arabicParenR"/>
            </a:pPr>
            <a:r>
              <a:rPr lang="ar-SA" sz="2000" b="1" dirty="0"/>
              <a:t>وضوح الهدف (هدف واضح ومحدد لكل فريق ويكون قابل للقياس كما ونوعا)</a:t>
            </a:r>
            <a:endParaRPr lang="en-US" sz="2000" b="1" dirty="0"/>
          </a:p>
          <a:p>
            <a:pPr marL="457200" lvl="0" indent="-457200" algn="r" rtl="1">
              <a:buFont typeface="+mj-lt"/>
              <a:buAutoNum type="arabicParenR"/>
            </a:pPr>
            <a:r>
              <a:rPr lang="ar-SA" sz="2000" b="1" dirty="0"/>
              <a:t>العمل التعاوني الحقيقي (مشاركة جميع عضوات الفريق بفعالية وتبادل الخبرات والأفكار دون تردد)</a:t>
            </a:r>
            <a:endParaRPr lang="en-US" sz="2000" b="1" dirty="0"/>
          </a:p>
          <a:p>
            <a:pPr marL="457200" lvl="0" indent="-457200" algn="r" rtl="1">
              <a:buFont typeface="+mj-lt"/>
              <a:buAutoNum type="arabicParenR"/>
            </a:pPr>
            <a:r>
              <a:rPr lang="ar-SA" sz="2000" b="1" dirty="0"/>
              <a:t>الاعتماد على البيانات (تقديم نتائج واتخاذ قرارات </a:t>
            </a:r>
            <a:r>
              <a:rPr lang="ar-SA" sz="2000" b="1" dirty="0" err="1"/>
              <a:t>بناءا</a:t>
            </a:r>
            <a:r>
              <a:rPr lang="ar-SA" sz="2000" b="1" dirty="0"/>
              <a:t> على أدلة واضحة وليست اجتهادات)</a:t>
            </a:r>
            <a:endParaRPr lang="en-US" sz="2000" b="1" dirty="0"/>
          </a:p>
          <a:p>
            <a:pPr marL="457200" lvl="0" indent="-457200" algn="r" rtl="1">
              <a:buFont typeface="+mj-lt"/>
              <a:buAutoNum type="arabicParenR"/>
            </a:pPr>
            <a:r>
              <a:rPr lang="ar-SA" sz="2000" b="1" dirty="0"/>
              <a:t>الاستمرارية والانتظام (اجتماعات دورية ومتابعة التنفيذ بشكل مستمر وليس موسمي)</a:t>
            </a:r>
            <a:endParaRPr lang="en-US" sz="2000" b="1" dirty="0"/>
          </a:p>
          <a:p>
            <a:pPr marL="457200" lvl="0" indent="-457200" algn="r" rtl="1">
              <a:buFont typeface="+mj-lt"/>
              <a:buAutoNum type="arabicParenR"/>
            </a:pPr>
            <a:r>
              <a:rPr lang="ar-SA" sz="2000" b="1" dirty="0"/>
              <a:t>التطبيق العملي (تنفيذ ما يتم الاتفاق عليه داخل الصف وتجربة استراتيجيات جديدة)</a:t>
            </a:r>
            <a:endParaRPr lang="en-US" sz="2000" b="1" dirty="0"/>
          </a:p>
          <a:p>
            <a:pPr marL="457200" lvl="0" indent="-457200" algn="r" rtl="1">
              <a:buFont typeface="+mj-lt"/>
              <a:buAutoNum type="arabicParenR"/>
            </a:pPr>
            <a:r>
              <a:rPr lang="ar-SA" sz="2000" b="1" dirty="0"/>
              <a:t>لها أثر مباشر على تعلم الطالبات</a:t>
            </a:r>
            <a:endParaRPr lang="en-US" sz="2000" b="1" dirty="0"/>
          </a:p>
          <a:p>
            <a:pPr marL="457200" lvl="0" indent="-457200" algn="r" rtl="1">
              <a:buFont typeface="+mj-lt"/>
              <a:buAutoNum type="arabicParenR"/>
            </a:pPr>
            <a:r>
              <a:rPr lang="ar-SA" sz="2000" b="1" dirty="0"/>
              <a:t>الملاحظة والتغذية الراجعة بمهنية ومصداقية</a:t>
            </a:r>
            <a:endParaRPr lang="en-US" sz="2000" b="1" dirty="0"/>
          </a:p>
          <a:p>
            <a:pPr marL="457200" lvl="0" indent="-457200" algn="r" rtl="1">
              <a:buFont typeface="+mj-lt"/>
              <a:buAutoNum type="arabicParenR"/>
            </a:pPr>
            <a:r>
              <a:rPr lang="ar-SA" sz="2000" b="1" dirty="0"/>
              <a:t>التوثيق الجيد (توثيق الخطط والنتائج واعداد التقارير الدورية)</a:t>
            </a:r>
            <a:endParaRPr lang="en-US" sz="2000" b="1" dirty="0"/>
          </a:p>
          <a:p>
            <a:pPr marL="457200" lvl="0" indent="-457200" algn="r" rtl="1">
              <a:buFont typeface="+mj-lt"/>
              <a:buAutoNum type="arabicParenR"/>
            </a:pPr>
            <a:r>
              <a:rPr lang="ar-SA" sz="2000" b="1" dirty="0"/>
              <a:t>قياس الأثر (مقارنة الأداء قبل وبعد التنفيذ باستخدام أدوات منوعة)</a:t>
            </a:r>
            <a:endParaRPr lang="en-US" sz="2000" b="1" dirty="0"/>
          </a:p>
          <a:p>
            <a:pPr marL="457200" lvl="0" indent="-457200" algn="r" rtl="1">
              <a:buFont typeface="+mj-lt"/>
              <a:buAutoNum type="arabicParenR"/>
            </a:pPr>
            <a:r>
              <a:rPr lang="ar-SA" sz="2000" b="1" dirty="0"/>
              <a:t>ثقافة إيجابية مبنية على الاحترام المتبادل والرغبة في التطوير</a:t>
            </a:r>
            <a:endParaRPr lang="en-US" sz="2000" b="1" dirty="0"/>
          </a:p>
          <a:p>
            <a:pPr algn="r" rtl="1"/>
            <a:endParaRPr lang="en-US" sz="1400" dirty="0"/>
          </a:p>
        </p:txBody>
      </p:sp>
      <p:sp>
        <p:nvSpPr>
          <p:cNvPr id="10" name="مربع نص 9">
            <a:extLst>
              <a:ext uri="{FF2B5EF4-FFF2-40B4-BE49-F238E27FC236}">
                <a16:creationId xmlns:a16="http://schemas.microsoft.com/office/drawing/2014/main" id="{D2A7BCBF-CBA9-1FCB-20E9-E0491E2FE7B3}"/>
              </a:ext>
            </a:extLst>
          </p:cNvPr>
          <p:cNvSpPr txBox="1"/>
          <p:nvPr/>
        </p:nvSpPr>
        <p:spPr>
          <a:xfrm>
            <a:off x="117518" y="865034"/>
            <a:ext cx="3733800" cy="461665"/>
          </a:xfrm>
          <a:prstGeom prst="rect">
            <a:avLst/>
          </a:prstGeom>
          <a:noFill/>
        </p:spPr>
        <p:txBody>
          <a:bodyPr wrap="square" rtlCol="1">
            <a:spAutoFit/>
          </a:bodyPr>
          <a:lstStyle/>
          <a:p>
            <a:pPr algn="r" rtl="1"/>
            <a:r>
              <a:rPr lang="ar-SA" sz="2400" b="1" dirty="0">
                <a:solidFill>
                  <a:srgbClr val="C00000"/>
                </a:solidFill>
              </a:rPr>
              <a:t>الهدف العام </a:t>
            </a:r>
          </a:p>
        </p:txBody>
      </p:sp>
      <p:sp>
        <p:nvSpPr>
          <p:cNvPr id="12" name="مربع نص 11">
            <a:extLst>
              <a:ext uri="{FF2B5EF4-FFF2-40B4-BE49-F238E27FC236}">
                <a16:creationId xmlns:a16="http://schemas.microsoft.com/office/drawing/2014/main" id="{4CE4A507-5BB1-50B0-CE28-464762B4D383}"/>
              </a:ext>
            </a:extLst>
          </p:cNvPr>
          <p:cNvSpPr txBox="1"/>
          <p:nvPr/>
        </p:nvSpPr>
        <p:spPr>
          <a:xfrm>
            <a:off x="110119" y="1477987"/>
            <a:ext cx="5573131" cy="707886"/>
          </a:xfrm>
          <a:prstGeom prst="rect">
            <a:avLst/>
          </a:prstGeom>
          <a:noFill/>
        </p:spPr>
        <p:txBody>
          <a:bodyPr wrap="square" rtlCol="1">
            <a:spAutoFit/>
          </a:bodyPr>
          <a:lstStyle/>
          <a:p>
            <a:pPr algn="ctr" rtl="1"/>
            <a:r>
              <a:rPr lang="ar-SA" sz="2000" b="1" dirty="0"/>
              <a:t>رفع كفاءة العاملين في المجال التعليمي من معلمات واداريات بما يسهم في تحسين جودة التعليم ورفع مستوى تعلم الطالبات</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DB17240A-F021-3694-14B9-0C7844FCE16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BD1F65C-BE6C-A278-ED36-ED24C9E9EF8B}"/>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FDAF1975-D2E2-5375-D276-413A7DE618E1}"/>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A2411C2F-85F4-8808-7E47-709B0FEB9C00}"/>
              </a:ext>
            </a:extLst>
          </p:cNvPr>
          <p:cNvSpPr/>
          <p:nvPr/>
        </p:nvSpPr>
        <p:spPr>
          <a:xfrm>
            <a:off x="2482849" y="9872363"/>
            <a:ext cx="2404213" cy="401273"/>
          </a:xfrm>
          <a:custGeom>
            <a:avLst/>
            <a:gdLst/>
            <a:ahLst/>
            <a:cxnLst/>
            <a:rect l="l" t="t" r="r" b="b"/>
            <a:pathLst>
              <a:path w="1973530" h="742765">
                <a:moveTo>
                  <a:pt x="0" y="0"/>
                </a:moveTo>
                <a:lnTo>
                  <a:pt x="1973530" y="0"/>
                </a:lnTo>
                <a:lnTo>
                  <a:pt x="1973530" y="742765"/>
                </a:lnTo>
                <a:lnTo>
                  <a:pt x="0" y="7427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7" name="مربع نص 6">
            <a:extLst>
              <a:ext uri="{FF2B5EF4-FFF2-40B4-BE49-F238E27FC236}">
                <a16:creationId xmlns:a16="http://schemas.microsoft.com/office/drawing/2014/main" id="{38A18AC4-BE5A-B05E-E6D2-E4D4D28FDDB2}"/>
              </a:ext>
            </a:extLst>
          </p:cNvPr>
          <p:cNvSpPr txBox="1"/>
          <p:nvPr/>
        </p:nvSpPr>
        <p:spPr>
          <a:xfrm>
            <a:off x="-107950" y="4974033"/>
            <a:ext cx="7664450" cy="4154984"/>
          </a:xfrm>
          <a:prstGeom prst="rect">
            <a:avLst/>
          </a:prstGeom>
          <a:noFill/>
        </p:spPr>
        <p:txBody>
          <a:bodyPr wrap="square" rtlCol="1">
            <a:spAutoFit/>
          </a:bodyPr>
          <a:lstStyle/>
          <a:p>
            <a:pPr algn="r" rtl="1"/>
            <a:r>
              <a:rPr lang="ar-SA" sz="2400" b="1" dirty="0">
                <a:solidFill>
                  <a:srgbClr val="C00000"/>
                </a:solidFill>
              </a:rPr>
              <a:t>أبرز القضايا المرتبطة بالطالب:</a:t>
            </a:r>
            <a:endParaRPr lang="en-US" sz="2400" b="1" dirty="0">
              <a:solidFill>
                <a:srgbClr val="C00000"/>
              </a:solidFill>
            </a:endParaRPr>
          </a:p>
          <a:p>
            <a:pPr marL="457200" lvl="0" indent="-457200" algn="r" rtl="1">
              <a:buFont typeface="+mj-lt"/>
              <a:buAutoNum type="arabicParenR"/>
            </a:pPr>
            <a:r>
              <a:rPr lang="ar-SA" sz="2000" b="1" dirty="0"/>
              <a:t>ضعف الدافعية للتعلم والملل وعدم الاهتمام بالدروس</a:t>
            </a:r>
            <a:endParaRPr lang="en-US" sz="2000" b="1" dirty="0"/>
          </a:p>
          <a:p>
            <a:pPr marL="457200" lvl="0" indent="-457200" algn="r" rtl="1">
              <a:buFont typeface="+mj-lt"/>
              <a:buAutoNum type="arabicParenR"/>
            </a:pPr>
            <a:r>
              <a:rPr lang="ar-SA" sz="2000" b="1" dirty="0"/>
              <a:t>ضعف ادارة الوقت للاستعداد المبكر لاختبارات القدرات والتحصيلي</a:t>
            </a:r>
            <a:endParaRPr lang="en-US" sz="2000" b="1" dirty="0"/>
          </a:p>
          <a:p>
            <a:pPr marL="457200" lvl="0" indent="-457200" algn="r" rtl="1">
              <a:buFont typeface="+mj-lt"/>
              <a:buAutoNum type="arabicParenR"/>
            </a:pPr>
            <a:r>
              <a:rPr lang="ar-SA" sz="2000" b="1" dirty="0"/>
              <a:t>ضعف مهارات القراءة أو الكتابة </a:t>
            </a:r>
            <a:endParaRPr lang="en-US" sz="2000" b="1" dirty="0"/>
          </a:p>
          <a:p>
            <a:pPr marL="457200" lvl="0" indent="-457200" algn="r" rtl="1">
              <a:buFont typeface="+mj-lt"/>
              <a:buAutoNum type="arabicParenR"/>
            </a:pPr>
            <a:r>
              <a:rPr lang="ar-SA" sz="2000" b="1" dirty="0"/>
              <a:t>صعوبة الفهم القرائي والاستيعاب</a:t>
            </a:r>
            <a:endParaRPr lang="en-US" sz="2000" b="1" dirty="0"/>
          </a:p>
          <a:p>
            <a:pPr marL="457200" lvl="0" indent="-457200" algn="r" rtl="1">
              <a:buFont typeface="+mj-lt"/>
              <a:buAutoNum type="arabicParenR"/>
            </a:pPr>
            <a:r>
              <a:rPr lang="ar-SA" sz="2000" b="1" dirty="0"/>
              <a:t>وجود فجوات بين المراحل الدراسية (تراكمية غير متحققة)</a:t>
            </a:r>
            <a:endParaRPr lang="en-US" sz="2000" b="1" dirty="0"/>
          </a:p>
          <a:p>
            <a:pPr marL="457200" lvl="0" indent="-457200" algn="r" rtl="1">
              <a:buFont typeface="+mj-lt"/>
              <a:buAutoNum type="arabicParenR"/>
            </a:pPr>
            <a:r>
              <a:rPr lang="ar-SA" sz="2000" b="1" dirty="0"/>
              <a:t>ضعف مهارات التفكير مثل التحليل وحل المشكلات والتفكير الناقد</a:t>
            </a:r>
            <a:endParaRPr lang="en-US" sz="2000" b="1" dirty="0"/>
          </a:p>
          <a:p>
            <a:pPr marL="457200" lvl="0" indent="-457200" algn="r" rtl="1">
              <a:buFont typeface="+mj-lt"/>
              <a:buAutoNum type="arabicParenR"/>
            </a:pPr>
            <a:r>
              <a:rPr lang="ar-SA" sz="2000" b="1" dirty="0"/>
              <a:t>ضعف التحصيل الدراسي في بعض المواد وضعف مهارات المذاكرة</a:t>
            </a:r>
            <a:endParaRPr lang="en-US" sz="2000" b="1" dirty="0"/>
          </a:p>
          <a:p>
            <a:pPr marL="457200" lvl="0" indent="-457200" algn="r" rtl="1">
              <a:buFont typeface="+mj-lt"/>
              <a:buAutoNum type="arabicParenR"/>
            </a:pPr>
            <a:r>
              <a:rPr lang="ar-SA" sz="2000" b="1" dirty="0"/>
              <a:t>عدم الانضباط وكثرة الغياب أو التأخر المتكرر</a:t>
            </a:r>
            <a:endParaRPr lang="en-US" sz="2000" b="1" dirty="0"/>
          </a:p>
          <a:p>
            <a:pPr marL="457200" lvl="0" indent="-457200" algn="r" rtl="1">
              <a:buFont typeface="+mj-lt"/>
              <a:buAutoNum type="arabicParenR"/>
            </a:pPr>
            <a:r>
              <a:rPr lang="ar-SA" sz="2000" b="1" dirty="0"/>
              <a:t>بيئة منزلية غير مناسبة وضغوط أسرية تؤثر على المستوى التحصيلي </a:t>
            </a:r>
            <a:endParaRPr lang="en-US" sz="2000" b="1" dirty="0"/>
          </a:p>
          <a:p>
            <a:pPr marL="457200" lvl="0" indent="-457200" algn="r" rtl="1">
              <a:buFont typeface="+mj-lt"/>
              <a:buAutoNum type="arabicParenR"/>
            </a:pPr>
            <a:r>
              <a:rPr lang="ar-SA" sz="2000" b="1" dirty="0"/>
              <a:t>ضعف الشراكة بين المدرسة والأسرة</a:t>
            </a:r>
            <a:endParaRPr lang="en-US" sz="2000" b="1" dirty="0"/>
          </a:p>
          <a:p>
            <a:pPr algn="r" rtl="1"/>
            <a:endParaRPr lang="en-US" sz="2000" b="1" dirty="0">
              <a:solidFill>
                <a:srgbClr val="C00000"/>
              </a:solidFill>
            </a:endParaRPr>
          </a:p>
          <a:p>
            <a:pPr algn="r" rtl="1"/>
            <a:endParaRPr lang="en-US" sz="2000" b="1" dirty="0"/>
          </a:p>
        </p:txBody>
      </p:sp>
      <p:sp>
        <p:nvSpPr>
          <p:cNvPr id="12" name="مربع نص 11">
            <a:extLst>
              <a:ext uri="{FF2B5EF4-FFF2-40B4-BE49-F238E27FC236}">
                <a16:creationId xmlns:a16="http://schemas.microsoft.com/office/drawing/2014/main" id="{17DC8A9B-EB4D-A152-6869-EB710A3C07E6}"/>
              </a:ext>
            </a:extLst>
          </p:cNvPr>
          <p:cNvSpPr txBox="1"/>
          <p:nvPr/>
        </p:nvSpPr>
        <p:spPr>
          <a:xfrm>
            <a:off x="110119" y="1650960"/>
            <a:ext cx="5573131" cy="2616101"/>
          </a:xfrm>
          <a:prstGeom prst="rect">
            <a:avLst/>
          </a:prstGeom>
          <a:noFill/>
        </p:spPr>
        <p:txBody>
          <a:bodyPr wrap="square" rtlCol="1">
            <a:spAutoFit/>
          </a:bodyPr>
          <a:lstStyle/>
          <a:p>
            <a:pPr algn="r" rtl="1"/>
            <a:r>
              <a:rPr lang="ar-SA" sz="2400" b="1" dirty="0">
                <a:solidFill>
                  <a:srgbClr val="C00000"/>
                </a:solidFill>
              </a:rPr>
              <a:t>تحديد الاحتياج لتنفيذ مجتمع تعلم مهني فعال</a:t>
            </a:r>
            <a:endParaRPr lang="en-US" sz="2400" b="1" dirty="0">
              <a:solidFill>
                <a:srgbClr val="C00000"/>
              </a:solidFill>
            </a:endParaRPr>
          </a:p>
          <a:p>
            <a:pPr marL="457200" indent="-457200" algn="r" rtl="1">
              <a:buFont typeface="+mj-lt"/>
              <a:buAutoNum type="arabicParenR"/>
            </a:pPr>
            <a:r>
              <a:rPr lang="ar-SA" sz="2000" b="1" dirty="0"/>
              <a:t>تحديد نقاط الضعف الفعلية التي تحتاج لتطوير مبنيا على بيانات حقيقية وليس افتراضات باتباع الخطوات التالية</a:t>
            </a:r>
            <a:endParaRPr lang="en-US" sz="2000" b="1" dirty="0"/>
          </a:p>
          <a:p>
            <a:pPr marL="457200" lvl="0" indent="-457200" algn="r" rtl="1">
              <a:buFont typeface="+mj-lt"/>
              <a:buAutoNum type="arabicParenR"/>
            </a:pPr>
            <a:r>
              <a:rPr lang="ar-SA" sz="2000" b="1" dirty="0"/>
              <a:t>جمع البيانات (نتائج، ملاحظات، استبانات)</a:t>
            </a:r>
            <a:endParaRPr lang="en-US" sz="2000" b="1" dirty="0"/>
          </a:p>
          <a:p>
            <a:pPr marL="457200" lvl="0" indent="-457200" algn="r" rtl="1">
              <a:buFont typeface="+mj-lt"/>
              <a:buAutoNum type="arabicParenR"/>
            </a:pPr>
            <a:r>
              <a:rPr lang="ar-SA" sz="2000" b="1" dirty="0"/>
              <a:t>تحليل البيانات</a:t>
            </a:r>
            <a:endParaRPr lang="en-US" sz="2000" b="1" dirty="0"/>
          </a:p>
          <a:p>
            <a:pPr marL="457200" lvl="0" indent="-457200" algn="r" rtl="1">
              <a:buFont typeface="+mj-lt"/>
              <a:buAutoNum type="arabicParenR"/>
            </a:pPr>
            <a:r>
              <a:rPr lang="ar-SA" sz="2000" b="1" dirty="0"/>
              <a:t>تحديد فجوات الأداء (بين الواقع والمأمول)</a:t>
            </a:r>
            <a:endParaRPr lang="en-US" sz="2000" b="1" dirty="0"/>
          </a:p>
          <a:p>
            <a:pPr marL="457200" lvl="0" indent="-457200" algn="r" rtl="1">
              <a:buFont typeface="+mj-lt"/>
              <a:buAutoNum type="arabicParenR"/>
            </a:pPr>
            <a:r>
              <a:rPr lang="ar-SA" sz="2000" b="1" dirty="0"/>
              <a:t>صياغة الاحتياج بشكل واضح ودقيق</a:t>
            </a:r>
            <a:endParaRPr lang="en-US" sz="2000" b="1" dirty="0"/>
          </a:p>
          <a:p>
            <a:pPr marL="457200" lvl="0" indent="-457200" algn="r" rtl="1">
              <a:buFont typeface="+mj-lt"/>
              <a:buAutoNum type="arabicParenR"/>
            </a:pPr>
            <a:r>
              <a:rPr lang="ar-SA" sz="2000" b="1" dirty="0"/>
              <a:t>تحويلة إلى قضية لمجتمع تعلم </a:t>
            </a:r>
            <a:endParaRPr lang="en-US" sz="2000" b="1" dirty="0"/>
          </a:p>
        </p:txBody>
      </p:sp>
    </p:spTree>
    <p:extLst>
      <p:ext uri="{BB962C8B-B14F-4D97-AF65-F5344CB8AC3E}">
        <p14:creationId xmlns:p14="http://schemas.microsoft.com/office/powerpoint/2010/main" val="11479428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17490070-7D87-5F6A-E18A-C98067DE755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C46AEFD-EA07-8241-0686-B6C4FE11C954}"/>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7526313A-5860-4E40-AAD4-4BADB3C04F0E}"/>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7A7041CC-E4B6-37AB-99F7-2F79D086E680}"/>
              </a:ext>
            </a:extLst>
          </p:cNvPr>
          <p:cNvSpPr/>
          <p:nvPr/>
        </p:nvSpPr>
        <p:spPr>
          <a:xfrm>
            <a:off x="2482849" y="9872363"/>
            <a:ext cx="2404213" cy="401273"/>
          </a:xfrm>
          <a:custGeom>
            <a:avLst/>
            <a:gdLst/>
            <a:ahLst/>
            <a:cxnLst/>
            <a:rect l="l" t="t" r="r" b="b"/>
            <a:pathLst>
              <a:path w="1973530" h="742765">
                <a:moveTo>
                  <a:pt x="0" y="0"/>
                </a:moveTo>
                <a:lnTo>
                  <a:pt x="1973530" y="0"/>
                </a:lnTo>
                <a:lnTo>
                  <a:pt x="1973530" y="742765"/>
                </a:lnTo>
                <a:lnTo>
                  <a:pt x="0" y="7427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12" name="مربع نص 11">
            <a:extLst>
              <a:ext uri="{FF2B5EF4-FFF2-40B4-BE49-F238E27FC236}">
                <a16:creationId xmlns:a16="http://schemas.microsoft.com/office/drawing/2014/main" id="{E4861747-D207-5DC5-81CC-2081D68D9186}"/>
              </a:ext>
            </a:extLst>
          </p:cNvPr>
          <p:cNvSpPr txBox="1"/>
          <p:nvPr/>
        </p:nvSpPr>
        <p:spPr>
          <a:xfrm>
            <a:off x="229684" y="2495625"/>
            <a:ext cx="7097131" cy="3847207"/>
          </a:xfrm>
          <a:prstGeom prst="rect">
            <a:avLst/>
          </a:prstGeom>
          <a:noFill/>
        </p:spPr>
        <p:txBody>
          <a:bodyPr wrap="square" rtlCol="1">
            <a:spAutoFit/>
          </a:bodyPr>
          <a:lstStyle/>
          <a:p>
            <a:pPr algn="r" rtl="1"/>
            <a:r>
              <a:rPr lang="ar-SA" sz="2400" b="1" dirty="0">
                <a:solidFill>
                  <a:srgbClr val="C00000"/>
                </a:solidFill>
              </a:rPr>
              <a:t>أبرز القضايا المرتبطة بالتدريس:</a:t>
            </a:r>
            <a:endParaRPr lang="en-US" sz="2400" b="1" dirty="0">
              <a:solidFill>
                <a:srgbClr val="C00000"/>
              </a:solidFill>
            </a:endParaRPr>
          </a:p>
          <a:p>
            <a:pPr marL="457200" lvl="0" indent="-457200" algn="r" rtl="1">
              <a:buFont typeface="+mj-lt"/>
              <a:buAutoNum type="arabicParenR"/>
            </a:pPr>
            <a:r>
              <a:rPr lang="ar-SA" sz="2000" b="1" dirty="0"/>
              <a:t>تفعيل استراتيجيات التعلم النشط الفعال</a:t>
            </a:r>
            <a:endParaRPr lang="en-US" sz="2000" b="1" dirty="0"/>
          </a:p>
          <a:p>
            <a:pPr marL="457200" lvl="0" indent="-457200" algn="r" rtl="1">
              <a:buFont typeface="+mj-lt"/>
              <a:buAutoNum type="arabicParenR"/>
            </a:pPr>
            <a:r>
              <a:rPr lang="ar-SA" sz="2000" b="1" dirty="0"/>
              <a:t>تطوير مهارات التقويم وتنويعها</a:t>
            </a:r>
            <a:endParaRPr lang="en-US" sz="2000" b="1" dirty="0"/>
          </a:p>
          <a:p>
            <a:pPr marL="457200" lvl="0" indent="-457200" algn="r" rtl="1">
              <a:buFont typeface="+mj-lt"/>
              <a:buAutoNum type="arabicParenR"/>
            </a:pPr>
            <a:r>
              <a:rPr lang="ar-SA" sz="2000" b="1" dirty="0"/>
              <a:t>ضعف قياس مهارات التفكير العليا</a:t>
            </a:r>
            <a:endParaRPr lang="en-US" sz="2000" b="1" dirty="0"/>
          </a:p>
          <a:p>
            <a:pPr marL="457200" lvl="0" indent="-457200" algn="r" rtl="1">
              <a:buFont typeface="+mj-lt"/>
              <a:buAutoNum type="arabicParenR"/>
            </a:pPr>
            <a:r>
              <a:rPr lang="ar-SA" sz="2000" b="1" dirty="0"/>
              <a:t>ضعف توظيف المنصات التعليمية بفعالية  </a:t>
            </a:r>
            <a:endParaRPr lang="en-US" sz="2000" b="1" dirty="0"/>
          </a:p>
          <a:p>
            <a:pPr marL="457200" lvl="0" indent="-457200" algn="r" rtl="1">
              <a:buFont typeface="+mj-lt"/>
              <a:buAutoNum type="arabicParenR"/>
            </a:pPr>
            <a:r>
              <a:rPr lang="ar-SA" sz="2000" b="1" dirty="0"/>
              <a:t>ضعف تقديم برامج علاجية واثرائية فعالة</a:t>
            </a:r>
            <a:endParaRPr lang="en-US" sz="2000" b="1" dirty="0"/>
          </a:p>
          <a:p>
            <a:pPr marL="457200" lvl="0" indent="-457200" algn="r" rtl="1">
              <a:buFont typeface="+mj-lt"/>
              <a:buAutoNum type="arabicParenR"/>
            </a:pPr>
            <a:r>
              <a:rPr lang="ar-SA" sz="2000" b="1" dirty="0"/>
              <a:t>وجود سلوكيات مشتتة داخل الصف</a:t>
            </a:r>
            <a:endParaRPr lang="en-US" sz="2000" b="1" dirty="0"/>
          </a:p>
          <a:p>
            <a:pPr marL="457200" lvl="0" indent="-457200" algn="r" rtl="1">
              <a:buFont typeface="+mj-lt"/>
              <a:buAutoNum type="arabicParenR"/>
            </a:pPr>
            <a:r>
              <a:rPr lang="ar-SA" sz="2000" b="1" dirty="0"/>
              <a:t>ضعف تطبيق ما يتم تعلمه في البرامج والدورات</a:t>
            </a:r>
            <a:endParaRPr lang="en-US" sz="2000" b="1" dirty="0"/>
          </a:p>
          <a:p>
            <a:pPr marL="457200" lvl="0" indent="-457200" algn="r" rtl="1">
              <a:buFont typeface="+mj-lt"/>
              <a:buAutoNum type="arabicParenR"/>
            </a:pPr>
            <a:r>
              <a:rPr lang="ar-SA" sz="2000" b="1" dirty="0"/>
              <a:t>مراعاة الفروق الفردية</a:t>
            </a:r>
            <a:endParaRPr lang="en-US" sz="2000" b="1" dirty="0"/>
          </a:p>
          <a:p>
            <a:pPr marL="457200" lvl="0" indent="-457200" algn="r" rtl="1">
              <a:buFont typeface="+mj-lt"/>
              <a:buAutoNum type="arabicParenR"/>
            </a:pPr>
            <a:r>
              <a:rPr lang="ar-SA" sz="2000" b="1" dirty="0"/>
              <a:t>ضعف التخطيط الجيد للدرس</a:t>
            </a:r>
            <a:endParaRPr lang="en-US" sz="2000" b="1" dirty="0"/>
          </a:p>
          <a:p>
            <a:pPr marL="457200" lvl="0" indent="-457200" algn="r" rtl="1">
              <a:buFont typeface="+mj-lt"/>
              <a:buAutoNum type="arabicParenR"/>
            </a:pPr>
            <a:r>
              <a:rPr lang="ar-SA" sz="2000" b="1" dirty="0"/>
              <a:t>تحليل نتائج التقويم وتقديم التغذية الراجعة للمتعلمين</a:t>
            </a:r>
            <a:endParaRPr lang="en-US" sz="2000" b="1" dirty="0"/>
          </a:p>
          <a:p>
            <a:pPr marL="457200" lvl="0" indent="-457200" algn="r" rtl="1">
              <a:buFont typeface="+mj-lt"/>
              <a:buAutoNum type="arabicParenR"/>
            </a:pPr>
            <a:r>
              <a:rPr lang="ar-SA" sz="2000" b="1" dirty="0"/>
              <a:t>ضعف مهارة تنفيذ أنشطة التدريس والأنشطة العملية</a:t>
            </a:r>
            <a:endParaRPr lang="en-US" sz="2000" b="1" dirty="0"/>
          </a:p>
        </p:txBody>
      </p:sp>
      <p:sp>
        <p:nvSpPr>
          <p:cNvPr id="3" name="مربع نص 2">
            <a:extLst>
              <a:ext uri="{FF2B5EF4-FFF2-40B4-BE49-F238E27FC236}">
                <a16:creationId xmlns:a16="http://schemas.microsoft.com/office/drawing/2014/main" id="{B85382CD-87D0-EA60-6A9B-CF5E7A7B5A02}"/>
              </a:ext>
            </a:extLst>
          </p:cNvPr>
          <p:cNvSpPr txBox="1"/>
          <p:nvPr/>
        </p:nvSpPr>
        <p:spPr>
          <a:xfrm>
            <a:off x="229684" y="6480612"/>
            <a:ext cx="7097131" cy="3231654"/>
          </a:xfrm>
          <a:prstGeom prst="rect">
            <a:avLst/>
          </a:prstGeom>
          <a:noFill/>
        </p:spPr>
        <p:txBody>
          <a:bodyPr wrap="square" rtlCol="1">
            <a:spAutoFit/>
          </a:bodyPr>
          <a:lstStyle/>
          <a:p>
            <a:pPr algn="r" rtl="1"/>
            <a:r>
              <a:rPr lang="ar-SA" sz="2400" b="1" dirty="0">
                <a:solidFill>
                  <a:srgbClr val="C00000"/>
                </a:solidFill>
              </a:rPr>
              <a:t>أبرز القضايا المرتبطة بالتخصص:</a:t>
            </a:r>
            <a:endParaRPr lang="en-US" sz="2400" b="1" dirty="0">
              <a:solidFill>
                <a:srgbClr val="C00000"/>
              </a:solidFill>
            </a:endParaRPr>
          </a:p>
          <a:p>
            <a:pPr marL="457200" lvl="0" indent="-457200" algn="r" rtl="1">
              <a:buFont typeface="+mj-lt"/>
              <a:buAutoNum type="arabicParenR"/>
            </a:pPr>
            <a:r>
              <a:rPr lang="ar-SA" sz="2000" b="1" dirty="0"/>
              <a:t>ضعف التمكن من بعض مفاهيم التخصص وصعوبة شرح المفاهيم المجردة</a:t>
            </a:r>
            <a:endParaRPr lang="en-US" sz="2000" b="1" dirty="0"/>
          </a:p>
          <a:p>
            <a:pPr marL="457200" lvl="0" indent="-457200" algn="r" rtl="1">
              <a:buFont typeface="+mj-lt"/>
              <a:buAutoNum type="arabicParenR"/>
            </a:pPr>
            <a:r>
              <a:rPr lang="ar-SA" sz="2000" b="1" dirty="0"/>
              <a:t>عدم الربط بين أجزاء المنهج</a:t>
            </a:r>
            <a:endParaRPr lang="en-US" sz="2000" b="1" dirty="0"/>
          </a:p>
          <a:p>
            <a:pPr marL="457200" lvl="0" indent="-457200" algn="r" rtl="1">
              <a:buFont typeface="+mj-lt"/>
              <a:buAutoNum type="arabicParenR"/>
            </a:pPr>
            <a:r>
              <a:rPr lang="ar-SA" sz="2000" b="1" dirty="0"/>
              <a:t>صعوبة تحويل بعض المفاهيم الى امثلة حياتية</a:t>
            </a:r>
            <a:endParaRPr lang="en-US" sz="2000" b="1" dirty="0"/>
          </a:p>
          <a:p>
            <a:pPr marL="457200" lvl="0" indent="-457200" algn="r" rtl="1">
              <a:buFont typeface="+mj-lt"/>
              <a:buAutoNum type="arabicParenR"/>
            </a:pPr>
            <a:r>
              <a:rPr lang="ar-SA" sz="2000" b="1" dirty="0"/>
              <a:t>ضعف توظيف استراتيجيات تناسب طبيعة المادة والمرحلة</a:t>
            </a:r>
            <a:endParaRPr lang="en-US" sz="2000" b="1" dirty="0"/>
          </a:p>
          <a:p>
            <a:pPr marL="457200" lvl="0" indent="-457200" algn="r" rtl="1">
              <a:buFont typeface="+mj-lt"/>
              <a:buAutoNum type="arabicParenR"/>
            </a:pPr>
            <a:r>
              <a:rPr lang="ar-SA" sz="2000" b="1" dirty="0"/>
              <a:t>ضعف التوازن بين الجانب النظري والتطبيقي</a:t>
            </a:r>
            <a:endParaRPr lang="en-US" sz="2000" b="1" dirty="0"/>
          </a:p>
          <a:p>
            <a:pPr marL="457200" lvl="0" indent="-457200" algn="r" rtl="1">
              <a:buFont typeface="+mj-lt"/>
              <a:buAutoNum type="arabicParenR"/>
            </a:pPr>
            <a:r>
              <a:rPr lang="ar-SA" sz="2000" b="1" dirty="0"/>
              <a:t>قلة الاطلاع على مستجدات التخصص</a:t>
            </a:r>
            <a:endParaRPr lang="en-US" sz="2000" b="1" dirty="0"/>
          </a:p>
          <a:p>
            <a:pPr marL="457200" lvl="0" indent="-457200" algn="r" rtl="1">
              <a:buFont typeface="+mj-lt"/>
              <a:buAutoNum type="arabicParenR"/>
            </a:pPr>
            <a:r>
              <a:rPr lang="ar-SA" sz="2000" b="1" dirty="0"/>
              <a:t>التركيز على صياغة أسئلة مهارات التفكير الدنيا (المعرفة) واهمال أسئلة مهارات التفكير العليا (التطبيق والاستدلال).</a:t>
            </a:r>
            <a:endParaRPr lang="en-US" sz="2000" b="1" dirty="0"/>
          </a:p>
          <a:p>
            <a:pPr marL="457200" lvl="0" indent="-457200" algn="r" rtl="1">
              <a:buFont typeface="+mj-lt"/>
              <a:buAutoNum type="arabicParenR"/>
            </a:pPr>
            <a:r>
              <a:rPr lang="ar-SA" sz="2000" b="1" dirty="0"/>
              <a:t>ضعف الربط بين التخصصات (تكامل المواد)</a:t>
            </a:r>
            <a:endParaRPr lang="en-US" sz="2000" b="1" dirty="0"/>
          </a:p>
        </p:txBody>
      </p:sp>
    </p:spTree>
    <p:extLst>
      <p:ext uri="{BB962C8B-B14F-4D97-AF65-F5344CB8AC3E}">
        <p14:creationId xmlns:p14="http://schemas.microsoft.com/office/powerpoint/2010/main" val="41115767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A50F8275-74C3-4B3A-AB5D-7598D446F4F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9992F8E-EAF4-309E-ED19-238199201342}"/>
              </a:ext>
            </a:extLst>
          </p:cNvPr>
          <p:cNvSpPr/>
          <p:nvPr/>
        </p:nvSpPr>
        <p:spPr>
          <a:xfrm>
            <a:off x="-251375" y="39592"/>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ACC5462E-CA53-51E1-DEE3-F1847296309B}"/>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6" name="Rectangle 1">
            <a:extLst>
              <a:ext uri="{FF2B5EF4-FFF2-40B4-BE49-F238E27FC236}">
                <a16:creationId xmlns:a16="http://schemas.microsoft.com/office/drawing/2014/main" id="{F39284D3-B2F4-3ECC-3677-579D410E4C83}"/>
              </a:ext>
            </a:extLst>
          </p:cNvPr>
          <p:cNvSpPr>
            <a:spLocks noChangeArrowheads="1"/>
          </p:cNvSpPr>
          <p:nvPr/>
        </p:nvSpPr>
        <p:spPr bwMode="auto">
          <a:xfrm>
            <a:off x="1263650" y="1362908"/>
            <a:ext cx="4191000" cy="9283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228528" rIns="91440" bIns="5078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1" eaLnBrk="0" fontAlgn="base" latinLnBrk="0" hangingPunct="0">
              <a:lnSpc>
                <a:spcPct val="100000"/>
              </a:lnSpc>
              <a:spcBef>
                <a:spcPct val="0"/>
              </a:spcBef>
              <a:spcAft>
                <a:spcPct val="0"/>
              </a:spcAft>
              <a:buClrTx/>
              <a:buSzTx/>
              <a:buFontTx/>
              <a:buNone/>
              <a:tabLst/>
            </a:pPr>
            <a:r>
              <a:rPr kumimoji="0" lang="ar-SA" altLang="ar-SA" sz="2400" b="1" i="0" u="none" strike="noStrike" cap="none" normalizeH="0" baseline="0" dirty="0">
                <a:ln>
                  <a:noFill/>
                </a:ln>
                <a:solidFill>
                  <a:srgbClr val="EE0000"/>
                </a:solidFill>
                <a:effectLst/>
                <a:latin typeface="Aptos Display" panose="020B0004020202020204" pitchFamily="34" charset="0"/>
                <a:ea typeface="Times New Roman" panose="02020603050405020304" pitchFamily="18" charset="0"/>
                <a:cs typeface="Times New Roman" panose="02020603050405020304" pitchFamily="18" charset="0"/>
              </a:rPr>
              <a:t>خطة التطوير المهني لمنسوبات المدرسة</a:t>
            </a:r>
            <a:endParaRPr kumimoji="0" lang="en-US" altLang="ar-SA" sz="2400" b="0" i="0" u="none" strike="noStrike" cap="none" normalizeH="0" baseline="0" dirty="0">
              <a:ln>
                <a:noFill/>
              </a:ln>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ar-SA" sz="1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11" name="مربع نص 10">
            <a:extLst>
              <a:ext uri="{FF2B5EF4-FFF2-40B4-BE49-F238E27FC236}">
                <a16:creationId xmlns:a16="http://schemas.microsoft.com/office/drawing/2014/main" id="{0002F6FD-B616-315B-45D7-421E23ACE4E4}"/>
              </a:ext>
            </a:extLst>
          </p:cNvPr>
          <p:cNvSpPr txBox="1"/>
          <p:nvPr/>
        </p:nvSpPr>
        <p:spPr>
          <a:xfrm>
            <a:off x="4616450" y="1993900"/>
            <a:ext cx="457200" cy="457200"/>
          </a:xfrm>
          <a:prstGeom prst="rect">
            <a:avLst/>
          </a:prstGeom>
          <a:noFill/>
        </p:spPr>
        <p:txBody>
          <a:bodyPr wrap="square" rtlCol="1">
            <a:spAutoFit/>
          </a:bodyPr>
          <a:lstStyle/>
          <a:p>
            <a:endParaRPr lang="ar-SA" dirty="0"/>
          </a:p>
        </p:txBody>
      </p:sp>
      <p:graphicFrame>
        <p:nvGraphicFramePr>
          <p:cNvPr id="13" name="جدول 12">
            <a:extLst>
              <a:ext uri="{FF2B5EF4-FFF2-40B4-BE49-F238E27FC236}">
                <a16:creationId xmlns:a16="http://schemas.microsoft.com/office/drawing/2014/main" id="{DB88AB0A-48FB-7439-FCCC-2D4876873407}"/>
              </a:ext>
            </a:extLst>
          </p:cNvPr>
          <p:cNvGraphicFramePr>
            <a:graphicFrameLocks noGrp="1"/>
          </p:cNvGraphicFramePr>
          <p:nvPr>
            <p:extLst>
              <p:ext uri="{D42A27DB-BD31-4B8C-83A1-F6EECF244321}">
                <p14:modId xmlns:p14="http://schemas.microsoft.com/office/powerpoint/2010/main" val="165268710"/>
              </p:ext>
            </p:extLst>
          </p:nvPr>
        </p:nvGraphicFramePr>
        <p:xfrm>
          <a:off x="501649" y="2777786"/>
          <a:ext cx="6707857" cy="6683713"/>
        </p:xfrm>
        <a:graphic>
          <a:graphicData uri="http://schemas.openxmlformats.org/drawingml/2006/table">
            <a:tbl>
              <a:tblPr rtl="1" firstRow="1" firstCol="1" bandRow="1">
                <a:tableStyleId>{5940675A-B579-460E-94D1-54222C63F5DA}</a:tableStyleId>
              </a:tblPr>
              <a:tblGrid>
                <a:gridCol w="952383">
                  <a:extLst>
                    <a:ext uri="{9D8B030D-6E8A-4147-A177-3AD203B41FA5}">
                      <a16:colId xmlns:a16="http://schemas.microsoft.com/office/drawing/2014/main" val="2522509743"/>
                    </a:ext>
                  </a:extLst>
                </a:gridCol>
                <a:gridCol w="952383">
                  <a:extLst>
                    <a:ext uri="{9D8B030D-6E8A-4147-A177-3AD203B41FA5}">
                      <a16:colId xmlns:a16="http://schemas.microsoft.com/office/drawing/2014/main" val="3328900283"/>
                    </a:ext>
                  </a:extLst>
                </a:gridCol>
                <a:gridCol w="1251942">
                  <a:extLst>
                    <a:ext uri="{9D8B030D-6E8A-4147-A177-3AD203B41FA5}">
                      <a16:colId xmlns:a16="http://schemas.microsoft.com/office/drawing/2014/main" val="3062004807"/>
                    </a:ext>
                  </a:extLst>
                </a:gridCol>
                <a:gridCol w="1066956">
                  <a:extLst>
                    <a:ext uri="{9D8B030D-6E8A-4147-A177-3AD203B41FA5}">
                      <a16:colId xmlns:a16="http://schemas.microsoft.com/office/drawing/2014/main" val="811098008"/>
                    </a:ext>
                  </a:extLst>
                </a:gridCol>
                <a:gridCol w="2484193">
                  <a:extLst>
                    <a:ext uri="{9D8B030D-6E8A-4147-A177-3AD203B41FA5}">
                      <a16:colId xmlns:a16="http://schemas.microsoft.com/office/drawing/2014/main" val="2271637804"/>
                    </a:ext>
                  </a:extLst>
                </a:gridCol>
              </a:tblGrid>
              <a:tr h="235543">
                <a:tc>
                  <a:txBody>
                    <a:bodyPr/>
                    <a:lstStyle/>
                    <a:p>
                      <a:pPr algn="ctr" rtl="1">
                        <a:lnSpc>
                          <a:spcPct val="107000"/>
                        </a:lnSpc>
                        <a:spcAft>
                          <a:spcPts val="800"/>
                        </a:spcAft>
                        <a:buNone/>
                      </a:pPr>
                      <a:r>
                        <a:rPr lang="ar-SA" sz="1200" b="1" kern="100" dirty="0">
                          <a:effectLst/>
                        </a:rPr>
                        <a:t>المستوى</a:t>
                      </a:r>
                      <a:endParaRPr lang="en-US" sz="1200" b="1" kern="100" dirty="0">
                        <a:effectLst/>
                        <a:latin typeface="Aptos" panose="020B0004020202020204" pitchFamily="34" charset="0"/>
                        <a:ea typeface="Aptos" panose="020B0004020202020204" pitchFamily="34" charset="0"/>
                        <a:cs typeface="+mn-cs"/>
                      </a:endParaRPr>
                    </a:p>
                  </a:txBody>
                  <a:tcPr marL="32466" marR="32466"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الوصف</a:t>
                      </a:r>
                      <a:endParaRPr lang="en-US" sz="1200" b="1" kern="100" dirty="0">
                        <a:effectLst/>
                        <a:latin typeface="Aptos" panose="020B0004020202020204" pitchFamily="34" charset="0"/>
                        <a:ea typeface="Aptos" panose="020B0004020202020204" pitchFamily="34" charset="0"/>
                        <a:cs typeface="+mn-cs"/>
                      </a:endParaRPr>
                    </a:p>
                  </a:txBody>
                  <a:tcPr marL="32466" marR="32466"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الاجراءات</a:t>
                      </a:r>
                      <a:endParaRPr lang="en-US" sz="1200" b="1" kern="100" dirty="0">
                        <a:effectLst/>
                        <a:latin typeface="Aptos" panose="020B0004020202020204" pitchFamily="34" charset="0"/>
                        <a:ea typeface="Aptos" panose="020B0004020202020204" pitchFamily="34" charset="0"/>
                        <a:cs typeface="+mn-cs"/>
                      </a:endParaRPr>
                    </a:p>
                  </a:txBody>
                  <a:tcPr marL="32466" marR="32466"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الشواهد</a:t>
                      </a:r>
                      <a:endParaRPr lang="en-US" sz="1200" b="1" kern="100" dirty="0">
                        <a:effectLst/>
                        <a:latin typeface="Aptos" panose="020B0004020202020204" pitchFamily="34" charset="0"/>
                        <a:ea typeface="Aptos" panose="020B0004020202020204" pitchFamily="34" charset="0"/>
                        <a:cs typeface="+mn-cs"/>
                      </a:endParaRPr>
                    </a:p>
                  </a:txBody>
                  <a:tcPr marL="32466" marR="32466"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قياس الأثر</a:t>
                      </a:r>
                      <a:endParaRPr lang="en-US" sz="1200" b="1" kern="100" dirty="0">
                        <a:effectLst/>
                        <a:latin typeface="Aptos" panose="020B0004020202020204" pitchFamily="34" charset="0"/>
                        <a:ea typeface="Aptos" panose="020B0004020202020204" pitchFamily="34" charset="0"/>
                        <a:cs typeface="+mn-cs"/>
                      </a:endParaRPr>
                    </a:p>
                  </a:txBody>
                  <a:tcPr marL="32466" marR="32466" marT="0" marB="0" anchor="ctr">
                    <a:solidFill>
                      <a:schemeClr val="bg2">
                        <a:lumMod val="90000"/>
                      </a:schemeClr>
                    </a:solidFill>
                  </a:tcPr>
                </a:tc>
                <a:extLst>
                  <a:ext uri="{0D108BD9-81ED-4DB2-BD59-A6C34878D82A}">
                    <a16:rowId xmlns:a16="http://schemas.microsoft.com/office/drawing/2014/main" val="3290092532"/>
                  </a:ext>
                </a:extLst>
              </a:tr>
              <a:tr h="1304987">
                <a:tc>
                  <a:txBody>
                    <a:bodyPr/>
                    <a:lstStyle/>
                    <a:p>
                      <a:pPr algn="ctr" rtl="1">
                        <a:lnSpc>
                          <a:spcPct val="107000"/>
                        </a:lnSpc>
                        <a:spcAft>
                          <a:spcPts val="800"/>
                        </a:spcAft>
                        <a:buNone/>
                      </a:pPr>
                      <a:r>
                        <a:rPr lang="ar-SA" sz="800" b="1" kern="100">
                          <a:effectLst/>
                        </a:rPr>
                        <a:t>ذاتي</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ctr" rtl="1">
                        <a:lnSpc>
                          <a:spcPct val="107000"/>
                        </a:lnSpc>
                        <a:spcAft>
                          <a:spcPts val="800"/>
                        </a:spcAft>
                        <a:buNone/>
                      </a:pPr>
                      <a:r>
                        <a:rPr lang="ar-SA" sz="800" b="1" kern="100">
                          <a:effectLst/>
                        </a:rPr>
                        <a:t>تطوير مهارات ومعارف الموظفة بشكل مستمر وبمبادرة شخصية بهدف تحسين أداءها المهني وجودة عملها</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342900" lvl="0" indent="-342900" algn="r" rtl="1">
                        <a:lnSpc>
                          <a:spcPct val="107000"/>
                        </a:lnSpc>
                        <a:buFont typeface="Courier New" panose="02070309020205020404" pitchFamily="49" charset="0"/>
                        <a:buChar char="o"/>
                      </a:pPr>
                      <a:r>
                        <a:rPr lang="ar-SA" sz="800" b="1" kern="100">
                          <a:effectLst/>
                        </a:rPr>
                        <a:t>التأمل الذاتي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تحديد الاحتياج الذاتي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شهادات حضور ورش وبرامج</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342900" lvl="0" indent="-342900" algn="r" rtl="1">
                        <a:lnSpc>
                          <a:spcPct val="107000"/>
                        </a:lnSpc>
                        <a:buFont typeface="Courier New" panose="02070309020205020404" pitchFamily="49" charset="0"/>
                        <a:buChar char="o"/>
                      </a:pPr>
                      <a:r>
                        <a:rPr lang="ar-SA" sz="800" b="1" kern="100">
                          <a:effectLst/>
                        </a:rPr>
                        <a:t>استمارة التأمل الذاتي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حصر الاحتياجات التدريبية الذاتية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بيان بالبرامج والورش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شهادات حضور معتمدة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342900" lvl="0" indent="-342900" algn="r" rtl="1">
                        <a:lnSpc>
                          <a:spcPct val="107000"/>
                        </a:lnSpc>
                        <a:buFont typeface="Courier New" panose="02070309020205020404" pitchFamily="49" charset="0"/>
                        <a:buChar char="o"/>
                      </a:pPr>
                      <a:r>
                        <a:rPr lang="ar-SA" sz="800" b="1" kern="100" dirty="0">
                          <a:effectLst/>
                        </a:rPr>
                        <a:t>تطبيق ونقل الخبرة</a:t>
                      </a:r>
                      <a:endParaRPr lang="en-US" sz="800" b="1" kern="100" dirty="0">
                        <a:effectLst/>
                      </a:endParaRPr>
                    </a:p>
                    <a:p>
                      <a:pPr marL="342900" lvl="0" indent="-342900" algn="r" rtl="1">
                        <a:lnSpc>
                          <a:spcPct val="107000"/>
                        </a:lnSpc>
                        <a:spcAft>
                          <a:spcPts val="800"/>
                        </a:spcAft>
                        <a:buFont typeface="Courier New" panose="02070309020205020404" pitchFamily="49" charset="0"/>
                        <a:buChar char="o"/>
                      </a:pPr>
                      <a:r>
                        <a:rPr lang="ar-SA" sz="800" b="1" kern="100" dirty="0">
                          <a:effectLst/>
                        </a:rPr>
                        <a:t>تحسن في الأداء</a:t>
                      </a:r>
                      <a:endParaRPr lang="en-US" sz="800" b="1" kern="100" dirty="0">
                        <a:effectLst/>
                        <a:latin typeface="Aptos" panose="020B0004020202020204" pitchFamily="34" charset="0"/>
                        <a:ea typeface="Aptos" panose="020B0004020202020204" pitchFamily="34" charset="0"/>
                        <a:cs typeface="+mn-cs"/>
                      </a:endParaRPr>
                    </a:p>
                  </a:txBody>
                  <a:tcPr marL="32466" marR="32466" marT="0" marB="0" anchor="ctr"/>
                </a:tc>
                <a:extLst>
                  <a:ext uri="{0D108BD9-81ED-4DB2-BD59-A6C34878D82A}">
                    <a16:rowId xmlns:a16="http://schemas.microsoft.com/office/drawing/2014/main" val="4165240223"/>
                  </a:ext>
                </a:extLst>
              </a:tr>
              <a:tr h="926984">
                <a:tc rowSpan="3">
                  <a:txBody>
                    <a:bodyPr/>
                    <a:lstStyle/>
                    <a:p>
                      <a:pPr algn="ctr" rtl="1">
                        <a:lnSpc>
                          <a:spcPct val="107000"/>
                        </a:lnSpc>
                        <a:spcAft>
                          <a:spcPts val="800"/>
                        </a:spcAft>
                        <a:buNone/>
                      </a:pPr>
                      <a:r>
                        <a:rPr lang="ar-SA" sz="800" b="1" kern="100">
                          <a:effectLst/>
                        </a:rPr>
                        <a:t>الفريق</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125730" algn="r" rtl="1">
                        <a:lnSpc>
                          <a:spcPct val="107000"/>
                        </a:lnSpc>
                        <a:spcAft>
                          <a:spcPts val="800"/>
                        </a:spcAft>
                        <a:buNone/>
                      </a:pPr>
                      <a:r>
                        <a:rPr lang="ar-SA" sz="800" b="1" kern="100">
                          <a:effectLst/>
                        </a:rPr>
                        <a:t>التخصص (مادة علمية، قضية متعلقة بالتخصص، تحليل نتائج، تقديم تغذية راجعة تخصصية)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rowSpan="3">
                  <a:txBody>
                    <a:bodyPr/>
                    <a:lstStyle/>
                    <a:p>
                      <a:pPr algn="ctr" rtl="1">
                        <a:lnSpc>
                          <a:spcPct val="107000"/>
                        </a:lnSpc>
                        <a:spcAft>
                          <a:spcPts val="800"/>
                        </a:spcAft>
                        <a:buNone/>
                      </a:pPr>
                      <a:r>
                        <a:rPr lang="ar-SA" sz="800" b="1" kern="100">
                          <a:effectLst/>
                        </a:rPr>
                        <a:t>مجتمعات تعلم مهنية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بحث درس</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اجتماعات</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قراءة موجهة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حلقات نقاش</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تدريب بالأقران</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نشرة تربوية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زيارات متبادلة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حضور الدرس التطبيقي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ورش عمل مصغرة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التفعيل الالكتروني كمشاركة درس او ملفات</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تبادل الموارد التعليمية كإنشاء بنك دروس او أنشطة مشتركة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تنفيذ مبادرات تعليمية مشتركة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rowSpan="3">
                  <a:txBody>
                    <a:bodyPr/>
                    <a:lstStyle/>
                    <a:p>
                      <a:pPr marL="342900" lvl="0" indent="-342900" algn="r" rtl="1">
                        <a:lnSpc>
                          <a:spcPct val="107000"/>
                        </a:lnSpc>
                        <a:buFont typeface="Courier New" panose="02070309020205020404" pitchFamily="49" charset="0"/>
                        <a:buChar char="o"/>
                      </a:pPr>
                      <a:r>
                        <a:rPr lang="ar-SA" sz="800" b="1" kern="100">
                          <a:effectLst/>
                        </a:rPr>
                        <a:t>تقرير تنفيذ مجتمع تعلم</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استمارات حضور الدرس التطبيقي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ملخصات علمية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استمارات ملاحظة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خطط اعداد دروس وتنفيذها</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عروض تقديمية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أوراق عمل وأنشطة منفذة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تحليل نتائج استبانة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rowSpan="3">
                  <a:txBody>
                    <a:bodyPr/>
                    <a:lstStyle/>
                    <a:p>
                      <a:pPr marL="342900" lvl="0" indent="-342900" algn="r" rtl="1">
                        <a:lnSpc>
                          <a:spcPct val="107000"/>
                        </a:lnSpc>
                        <a:buFont typeface="Courier New" panose="02070309020205020404" pitchFamily="49" charset="0"/>
                        <a:buChar char="o"/>
                      </a:pPr>
                      <a:r>
                        <a:rPr lang="ar-SA" sz="800" b="1" kern="100">
                          <a:effectLst/>
                        </a:rPr>
                        <a:t>اختبار قبلي وبعدي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استبانة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تحليل نتائج</a:t>
                      </a:r>
                      <a:endParaRPr lang="en-US" sz="800" b="1" kern="100">
                        <a:effectLst/>
                      </a:endParaRPr>
                    </a:p>
                    <a:p>
                      <a:pPr marL="342900" lvl="0" indent="-342900" algn="r" rtl="1">
                        <a:lnSpc>
                          <a:spcPct val="107000"/>
                        </a:lnSpc>
                        <a:spcAft>
                          <a:spcPts val="800"/>
                        </a:spcAft>
                        <a:buFont typeface="Courier New" panose="02070309020205020404" pitchFamily="49" charset="0"/>
                        <a:buChar char="o"/>
                      </a:pPr>
                      <a:r>
                        <a:rPr lang="ar-SA" sz="800" b="1" kern="100">
                          <a:effectLst/>
                        </a:rPr>
                        <a:t>جداول مقارنة الأداء</a:t>
                      </a:r>
                      <a:endParaRPr lang="en-US" sz="800" b="1" kern="100">
                        <a:effectLst/>
                      </a:endParaRPr>
                    </a:p>
                    <a:p>
                      <a:pPr marL="228600" algn="r" rtl="1">
                        <a:lnSpc>
                          <a:spcPct val="107000"/>
                        </a:lnSpc>
                        <a:spcAft>
                          <a:spcPts val="800"/>
                        </a:spcAft>
                        <a:buNone/>
                      </a:pPr>
                      <a:r>
                        <a:rPr lang="ar-SA" sz="800" b="1" kern="100">
                          <a:effectLst/>
                        </a:rPr>
                        <a:t>توثيق التحسن في الأداء كما ونوعا</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extLst>
                  <a:ext uri="{0D108BD9-81ED-4DB2-BD59-A6C34878D82A}">
                    <a16:rowId xmlns:a16="http://schemas.microsoft.com/office/drawing/2014/main" val="2270683933"/>
                  </a:ext>
                </a:extLst>
              </a:tr>
              <a:tr h="810489">
                <a:tc vMerge="1">
                  <a:txBody>
                    <a:bodyPr/>
                    <a:lstStyle/>
                    <a:p>
                      <a:pPr rtl="1"/>
                      <a:endParaRPr lang="ar-SA"/>
                    </a:p>
                  </a:txBody>
                  <a:tcPr/>
                </a:tc>
                <a:tc>
                  <a:txBody>
                    <a:bodyPr/>
                    <a:lstStyle/>
                    <a:p>
                      <a:pPr marL="125730" algn="r" rtl="1">
                        <a:lnSpc>
                          <a:spcPct val="107000"/>
                        </a:lnSpc>
                        <a:buNone/>
                      </a:pPr>
                      <a:r>
                        <a:rPr lang="ar-SA" sz="800" b="1" kern="100">
                          <a:effectLst/>
                        </a:rPr>
                        <a:t>القضية (تربوية، سلوكية، مهارية، تعليمية مرتبطة بالمجتمع المدرسي)</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vMerge="1">
                  <a:txBody>
                    <a:bodyPr/>
                    <a:lstStyle/>
                    <a:p>
                      <a:pPr rtl="1"/>
                      <a:endParaRPr lang="ar-SA"/>
                    </a:p>
                  </a:txBody>
                  <a:tcPr/>
                </a:tc>
                <a:tc vMerge="1">
                  <a:txBody>
                    <a:bodyPr/>
                    <a:lstStyle/>
                    <a:p>
                      <a:pPr rtl="1"/>
                      <a:endParaRPr lang="ar-SA"/>
                    </a:p>
                  </a:txBody>
                  <a:tcPr/>
                </a:tc>
                <a:tc vMerge="1">
                  <a:txBody>
                    <a:bodyPr/>
                    <a:lstStyle/>
                    <a:p>
                      <a:pPr rtl="1"/>
                      <a:endParaRPr lang="ar-SA"/>
                    </a:p>
                  </a:txBody>
                  <a:tcPr/>
                </a:tc>
                <a:extLst>
                  <a:ext uri="{0D108BD9-81ED-4DB2-BD59-A6C34878D82A}">
                    <a16:rowId xmlns:a16="http://schemas.microsoft.com/office/drawing/2014/main" val="2679152205"/>
                  </a:ext>
                </a:extLst>
              </a:tr>
              <a:tr h="1524242">
                <a:tc vMerge="1">
                  <a:txBody>
                    <a:bodyPr/>
                    <a:lstStyle/>
                    <a:p>
                      <a:pPr rtl="1"/>
                      <a:endParaRPr lang="ar-SA"/>
                    </a:p>
                  </a:txBody>
                  <a:tcPr/>
                </a:tc>
                <a:tc>
                  <a:txBody>
                    <a:bodyPr/>
                    <a:lstStyle/>
                    <a:p>
                      <a:pPr algn="r" rtl="1">
                        <a:lnSpc>
                          <a:spcPct val="107000"/>
                        </a:lnSpc>
                        <a:spcAft>
                          <a:spcPts val="800"/>
                        </a:spcAft>
                        <a:buNone/>
                      </a:pPr>
                      <a:r>
                        <a:rPr lang="ar-SA" sz="800" b="1" kern="100">
                          <a:effectLst/>
                        </a:rPr>
                        <a:t>المرحلة (تربوية، سلوكية، مهارية، تعليمية مرتبطة بالمرحلة الدراسية)</a:t>
                      </a:r>
                      <a:endParaRPr lang="en-US" sz="800" b="1" kern="100">
                        <a:effectLst/>
                      </a:endParaRPr>
                    </a:p>
                    <a:p>
                      <a:pPr algn="r" rtl="1">
                        <a:lnSpc>
                          <a:spcPct val="107000"/>
                        </a:lnSpc>
                        <a:spcAft>
                          <a:spcPts val="800"/>
                        </a:spcAft>
                        <a:buNone/>
                      </a:pPr>
                      <a:r>
                        <a:rPr lang="ar-SA" sz="800" b="1" kern="100">
                          <a:effectLst/>
                        </a:rPr>
                        <a:t>1/ث</a:t>
                      </a:r>
                      <a:endParaRPr lang="en-US" sz="800" b="1" kern="100">
                        <a:effectLst/>
                      </a:endParaRPr>
                    </a:p>
                    <a:p>
                      <a:pPr algn="r" rtl="1">
                        <a:lnSpc>
                          <a:spcPct val="107000"/>
                        </a:lnSpc>
                        <a:spcAft>
                          <a:spcPts val="800"/>
                        </a:spcAft>
                        <a:buNone/>
                      </a:pPr>
                      <a:r>
                        <a:rPr lang="ar-SA" sz="800" b="1" kern="100">
                          <a:effectLst/>
                        </a:rPr>
                        <a:t>2/ث</a:t>
                      </a:r>
                      <a:endParaRPr lang="en-US" sz="800" b="1" kern="100">
                        <a:effectLst/>
                      </a:endParaRPr>
                    </a:p>
                    <a:p>
                      <a:pPr algn="r" rtl="1">
                        <a:lnSpc>
                          <a:spcPct val="107000"/>
                        </a:lnSpc>
                        <a:spcAft>
                          <a:spcPts val="800"/>
                        </a:spcAft>
                        <a:buNone/>
                      </a:pPr>
                      <a:r>
                        <a:rPr lang="ar-SA" sz="800" b="1" kern="100">
                          <a:effectLst/>
                        </a:rPr>
                        <a:t>3/ث</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vMerge="1">
                  <a:txBody>
                    <a:bodyPr/>
                    <a:lstStyle/>
                    <a:p>
                      <a:pPr rtl="1"/>
                      <a:endParaRPr lang="ar-SA"/>
                    </a:p>
                  </a:txBody>
                  <a:tcPr/>
                </a:tc>
                <a:tc vMerge="1">
                  <a:txBody>
                    <a:bodyPr/>
                    <a:lstStyle/>
                    <a:p>
                      <a:pPr rtl="1"/>
                      <a:endParaRPr lang="ar-SA"/>
                    </a:p>
                  </a:txBody>
                  <a:tcPr/>
                </a:tc>
                <a:tc vMerge="1">
                  <a:txBody>
                    <a:bodyPr/>
                    <a:lstStyle/>
                    <a:p>
                      <a:pPr rtl="1"/>
                      <a:endParaRPr lang="ar-SA"/>
                    </a:p>
                  </a:txBody>
                  <a:tcPr/>
                </a:tc>
                <a:extLst>
                  <a:ext uri="{0D108BD9-81ED-4DB2-BD59-A6C34878D82A}">
                    <a16:rowId xmlns:a16="http://schemas.microsoft.com/office/drawing/2014/main" val="1674186221"/>
                  </a:ext>
                </a:extLst>
              </a:tr>
              <a:tr h="1104736">
                <a:tc>
                  <a:txBody>
                    <a:bodyPr/>
                    <a:lstStyle/>
                    <a:p>
                      <a:pPr algn="ctr" rtl="1">
                        <a:lnSpc>
                          <a:spcPct val="107000"/>
                        </a:lnSpc>
                        <a:spcAft>
                          <a:spcPts val="800"/>
                        </a:spcAft>
                        <a:buNone/>
                      </a:pPr>
                      <a:r>
                        <a:rPr lang="ar-SA" sz="800" b="1" kern="100">
                          <a:effectLst/>
                        </a:rPr>
                        <a:t>المدرسة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ctr" rtl="1">
                        <a:lnSpc>
                          <a:spcPct val="107000"/>
                        </a:lnSpc>
                        <a:spcAft>
                          <a:spcPts val="800"/>
                        </a:spcAft>
                        <a:buNone/>
                      </a:pPr>
                      <a:r>
                        <a:rPr lang="ar-SA" sz="800" b="1" kern="100">
                          <a:effectLst/>
                        </a:rPr>
                        <a:t>تطوير أداء المدرسة كفريق واحد وبشكل جماعي ومنظم</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r" rtl="1">
                        <a:lnSpc>
                          <a:spcPct val="107000"/>
                        </a:lnSpc>
                        <a:spcAft>
                          <a:spcPts val="800"/>
                        </a:spcAft>
                        <a:buNone/>
                      </a:pPr>
                      <a:r>
                        <a:rPr lang="ar-SA" sz="800" b="1" kern="100">
                          <a:effectLst/>
                        </a:rPr>
                        <a:t>تنفيذ لجميع منسوبات المدرسة: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 اجتماعات</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حلقات نقاش</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درس تطبيقي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بحث اجرائي</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مبادرات نوعية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342900" lvl="0" indent="-342900" algn="r" rtl="1">
                        <a:lnSpc>
                          <a:spcPct val="107000"/>
                        </a:lnSpc>
                        <a:buFont typeface="Courier New" panose="02070309020205020404" pitchFamily="49" charset="0"/>
                        <a:buChar char="o"/>
                      </a:pPr>
                      <a:r>
                        <a:rPr lang="ar-SA" sz="800" b="1" kern="100">
                          <a:effectLst/>
                        </a:rPr>
                        <a:t>تقرير تنفيذ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ورشة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شهادة تنفيذ</a:t>
                      </a:r>
                      <a:endParaRPr lang="en-US" sz="800" b="1" kern="100">
                        <a:effectLst/>
                      </a:endParaRPr>
                    </a:p>
                    <a:p>
                      <a:pPr marL="342900" lvl="0" indent="-342900" algn="r" rtl="1">
                        <a:lnSpc>
                          <a:spcPct val="107000"/>
                        </a:lnSpc>
                        <a:spcAft>
                          <a:spcPts val="800"/>
                        </a:spcAft>
                        <a:buFont typeface="Courier New" panose="02070309020205020404" pitchFamily="49" charset="0"/>
                        <a:buChar char="o"/>
                      </a:pPr>
                      <a:r>
                        <a:rPr lang="ar-SA" sz="800" b="1" kern="100">
                          <a:effectLst/>
                        </a:rPr>
                        <a:t>بيان توقيع حضور</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ctr" rtl="1">
                        <a:lnSpc>
                          <a:spcPct val="107000"/>
                        </a:lnSpc>
                        <a:spcAft>
                          <a:spcPts val="800"/>
                        </a:spcAft>
                        <a:buNone/>
                      </a:pPr>
                      <a:r>
                        <a:rPr lang="ar-SA" sz="800" b="1" kern="100">
                          <a:effectLst/>
                        </a:rPr>
                        <a:t>يحدد كماً ونوعاً حسب نوع وهدف البرنامج</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extLst>
                  <a:ext uri="{0D108BD9-81ED-4DB2-BD59-A6C34878D82A}">
                    <a16:rowId xmlns:a16="http://schemas.microsoft.com/office/drawing/2014/main" val="2096011619"/>
                  </a:ext>
                </a:extLst>
              </a:tr>
              <a:tr h="776732">
                <a:tc>
                  <a:txBody>
                    <a:bodyPr/>
                    <a:lstStyle/>
                    <a:p>
                      <a:pPr algn="ctr" rtl="1">
                        <a:lnSpc>
                          <a:spcPct val="107000"/>
                        </a:lnSpc>
                        <a:spcAft>
                          <a:spcPts val="800"/>
                        </a:spcAft>
                        <a:buNone/>
                      </a:pPr>
                      <a:r>
                        <a:rPr lang="ar-SA" sz="800" b="1" kern="100" dirty="0">
                          <a:effectLst/>
                        </a:rPr>
                        <a:t>المبادرات النوعية </a:t>
                      </a:r>
                      <a:r>
                        <a:rPr lang="ar-SA" sz="800" b="1" kern="100" dirty="0">
                          <a:solidFill>
                            <a:srgbClr val="C00000"/>
                          </a:solidFill>
                          <a:effectLst/>
                        </a:rPr>
                        <a:t>*</a:t>
                      </a:r>
                      <a:endParaRPr lang="en-US" sz="800" b="1" kern="100" dirty="0">
                        <a:solidFill>
                          <a:srgbClr val="C00000"/>
                        </a:solidFill>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ctr" rtl="1">
                        <a:lnSpc>
                          <a:spcPct val="107000"/>
                        </a:lnSpc>
                        <a:spcAft>
                          <a:spcPts val="800"/>
                        </a:spcAft>
                        <a:buNone/>
                      </a:pPr>
                      <a:r>
                        <a:rPr lang="ar-SA" sz="800" b="1" kern="100">
                          <a:effectLst/>
                        </a:rPr>
                        <a:t>عرض التجارب الناجحة خارج نطاق المجتمع المدرسي</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r" rtl="1">
                        <a:lnSpc>
                          <a:spcPct val="107000"/>
                        </a:lnSpc>
                        <a:spcAft>
                          <a:spcPts val="800"/>
                        </a:spcAft>
                        <a:buNone/>
                      </a:pPr>
                      <a:r>
                        <a:rPr lang="ar-SA" sz="800" b="1" kern="100">
                          <a:effectLst/>
                        </a:rPr>
                        <a:t>اعداد وتنفيذ:</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ورشة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موارد تعليمية</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مبادرات تعليمية</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marL="342900" lvl="0" indent="-342900" algn="r" rtl="1">
                        <a:lnSpc>
                          <a:spcPct val="107000"/>
                        </a:lnSpc>
                        <a:buFont typeface="Courier New" panose="02070309020205020404" pitchFamily="49" charset="0"/>
                        <a:buChar char="o"/>
                      </a:pPr>
                      <a:r>
                        <a:rPr lang="ar-SA" sz="800" b="1" kern="100">
                          <a:effectLst/>
                        </a:rPr>
                        <a:t>تقرير تنفيذ </a:t>
                      </a:r>
                      <a:endParaRPr lang="en-US" sz="800" b="1" kern="100">
                        <a:effectLst/>
                      </a:endParaRPr>
                    </a:p>
                    <a:p>
                      <a:pPr marL="342900" lvl="0" indent="-342900" algn="r" rtl="1">
                        <a:lnSpc>
                          <a:spcPct val="107000"/>
                        </a:lnSpc>
                        <a:buFont typeface="Courier New" panose="02070309020205020404" pitchFamily="49" charset="0"/>
                        <a:buChar char="o"/>
                      </a:pPr>
                      <a:r>
                        <a:rPr lang="ar-SA" sz="800" b="1" kern="100">
                          <a:effectLst/>
                        </a:rPr>
                        <a:t>ورشة </a:t>
                      </a:r>
                      <a:endParaRPr lang="en-US" sz="800" b="1" kern="100">
                        <a:effectLst/>
                      </a:endParaRPr>
                    </a:p>
                    <a:p>
                      <a:pPr marL="342900" lvl="0" indent="-342900" algn="r" rtl="1">
                        <a:lnSpc>
                          <a:spcPct val="107000"/>
                        </a:lnSpc>
                        <a:spcAft>
                          <a:spcPts val="800"/>
                        </a:spcAft>
                        <a:buFont typeface="Courier New" panose="02070309020205020404" pitchFamily="49" charset="0"/>
                        <a:buChar char="o"/>
                      </a:pPr>
                      <a:r>
                        <a:rPr lang="ar-SA" sz="800" b="1" kern="100">
                          <a:effectLst/>
                        </a:rPr>
                        <a:t>شهادة تنفيذ </a:t>
                      </a:r>
                      <a:endParaRPr lang="en-US" sz="800" b="1" kern="100">
                        <a:effectLst/>
                        <a:latin typeface="Aptos" panose="020B0004020202020204" pitchFamily="34" charset="0"/>
                        <a:ea typeface="Aptos" panose="020B0004020202020204" pitchFamily="34" charset="0"/>
                        <a:cs typeface="+mn-cs"/>
                      </a:endParaRPr>
                    </a:p>
                  </a:txBody>
                  <a:tcPr marL="32466" marR="32466" marT="0" marB="0" anchor="ctr"/>
                </a:tc>
                <a:tc>
                  <a:txBody>
                    <a:bodyPr/>
                    <a:lstStyle/>
                    <a:p>
                      <a:pPr algn="ctr" rtl="1">
                        <a:lnSpc>
                          <a:spcPct val="107000"/>
                        </a:lnSpc>
                        <a:spcAft>
                          <a:spcPts val="800"/>
                        </a:spcAft>
                        <a:buNone/>
                      </a:pPr>
                      <a:r>
                        <a:rPr lang="ar-SA" sz="800" b="1" kern="100" dirty="0">
                          <a:effectLst/>
                        </a:rPr>
                        <a:t>لا يوجد</a:t>
                      </a:r>
                      <a:endParaRPr lang="en-US" sz="800" b="1" kern="100" dirty="0">
                        <a:effectLst/>
                        <a:latin typeface="Aptos" panose="020B0004020202020204" pitchFamily="34" charset="0"/>
                        <a:ea typeface="Aptos" panose="020B0004020202020204" pitchFamily="34" charset="0"/>
                        <a:cs typeface="+mn-cs"/>
                      </a:endParaRPr>
                    </a:p>
                  </a:txBody>
                  <a:tcPr marL="32466" marR="32466" marT="0" marB="0" anchor="ctr"/>
                </a:tc>
                <a:extLst>
                  <a:ext uri="{0D108BD9-81ED-4DB2-BD59-A6C34878D82A}">
                    <a16:rowId xmlns:a16="http://schemas.microsoft.com/office/drawing/2014/main" val="3540850244"/>
                  </a:ext>
                </a:extLst>
              </a:tr>
            </a:tbl>
          </a:graphicData>
        </a:graphic>
      </p:graphicFrame>
      <p:sp>
        <p:nvSpPr>
          <p:cNvPr id="14" name="مربع نص 13">
            <a:extLst>
              <a:ext uri="{FF2B5EF4-FFF2-40B4-BE49-F238E27FC236}">
                <a16:creationId xmlns:a16="http://schemas.microsoft.com/office/drawing/2014/main" id="{FFD2D76E-6A8B-47FC-4AEF-EE30430AC6B6}"/>
              </a:ext>
            </a:extLst>
          </p:cNvPr>
          <p:cNvSpPr txBox="1"/>
          <p:nvPr/>
        </p:nvSpPr>
        <p:spPr>
          <a:xfrm>
            <a:off x="958850" y="9568122"/>
            <a:ext cx="6172200" cy="369332"/>
          </a:xfrm>
          <a:prstGeom prst="rect">
            <a:avLst/>
          </a:prstGeom>
          <a:noFill/>
        </p:spPr>
        <p:txBody>
          <a:bodyPr wrap="square" rtlCol="1">
            <a:spAutoFit/>
          </a:bodyPr>
          <a:lstStyle/>
          <a:p>
            <a:pPr algn="r" rtl="1"/>
            <a:r>
              <a:rPr lang="ar-SA" b="1" dirty="0">
                <a:solidFill>
                  <a:srgbClr val="C00000"/>
                </a:solidFill>
              </a:rPr>
              <a:t>*</a:t>
            </a:r>
            <a:r>
              <a:rPr lang="ar-SA" sz="1200" b="1" dirty="0"/>
              <a:t>تنفيذ مجتمع تعلم مهني على مستوى منطقة الرياض أو نشر انتاج معرفي</a:t>
            </a:r>
            <a:endParaRPr lang="en-US" sz="1200" b="1" dirty="0"/>
          </a:p>
        </p:txBody>
      </p:sp>
    </p:spTree>
    <p:extLst>
      <p:ext uri="{BB962C8B-B14F-4D97-AF65-F5344CB8AC3E}">
        <p14:creationId xmlns:p14="http://schemas.microsoft.com/office/powerpoint/2010/main" val="8396956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E4B5C9BC-45BF-4208-4AA8-06404A3E661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4D3FF7A-A19C-27DA-76EC-389E6B7ED09E}"/>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252D90D-A6E6-480C-7EF9-998979905E4F}"/>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BC0795A2-0275-28BC-4CB5-CDDBD0C11CF2}"/>
              </a:ext>
            </a:extLst>
          </p:cNvPr>
          <p:cNvSpPr/>
          <p:nvPr/>
        </p:nvSpPr>
        <p:spPr>
          <a:xfrm>
            <a:off x="2482849" y="9872363"/>
            <a:ext cx="2404213" cy="401273"/>
          </a:xfrm>
          <a:custGeom>
            <a:avLst/>
            <a:gdLst/>
            <a:ahLst/>
            <a:cxnLst/>
            <a:rect l="l" t="t" r="r" b="b"/>
            <a:pathLst>
              <a:path w="1973530" h="742765">
                <a:moveTo>
                  <a:pt x="0" y="0"/>
                </a:moveTo>
                <a:lnTo>
                  <a:pt x="1973530" y="0"/>
                </a:lnTo>
                <a:lnTo>
                  <a:pt x="1973530" y="742765"/>
                </a:lnTo>
                <a:lnTo>
                  <a:pt x="0" y="7427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C11A956D-B58D-6D0A-1083-CA64F1F5D6EE}"/>
              </a:ext>
            </a:extLst>
          </p:cNvPr>
          <p:cNvSpPr txBox="1"/>
          <p:nvPr/>
        </p:nvSpPr>
        <p:spPr>
          <a:xfrm>
            <a:off x="1187450" y="2755900"/>
            <a:ext cx="5943600" cy="4678204"/>
          </a:xfrm>
          <a:prstGeom prst="rect">
            <a:avLst/>
          </a:prstGeom>
          <a:noFill/>
        </p:spPr>
        <p:txBody>
          <a:bodyPr wrap="square" rtlCol="1">
            <a:spAutoFit/>
          </a:bodyPr>
          <a:lstStyle/>
          <a:p>
            <a:pPr algn="r" rtl="1"/>
            <a:r>
              <a:rPr lang="ar-SA" sz="2400" b="1" dirty="0">
                <a:solidFill>
                  <a:srgbClr val="C00000"/>
                </a:solidFill>
              </a:rPr>
              <a:t>مؤشرات تحقق الهدف من مجتمعات التعلم المهنية</a:t>
            </a:r>
            <a:r>
              <a:rPr lang="ar-SA" b="1" dirty="0"/>
              <a:t>:</a:t>
            </a:r>
            <a:endParaRPr lang="en-US" dirty="0"/>
          </a:p>
          <a:p>
            <a:pPr marL="457200" lvl="0" indent="-457200" algn="r" rtl="1">
              <a:buFont typeface="+mj-lt"/>
              <a:buAutoNum type="arabicParenR"/>
            </a:pPr>
            <a:r>
              <a:rPr lang="ar-SA" sz="2000" b="1" dirty="0"/>
              <a:t>تحسن نواتج التعلم (مرتفع، متوسط، منخفض)</a:t>
            </a:r>
            <a:endParaRPr lang="en-US" sz="2000" b="1" dirty="0"/>
          </a:p>
          <a:p>
            <a:pPr marL="457200" lvl="0" indent="-457200" algn="r" rtl="1">
              <a:buFont typeface="+mj-lt"/>
              <a:buAutoNum type="arabicParenR"/>
            </a:pPr>
            <a:r>
              <a:rPr lang="ar-SA" sz="2000" b="1" dirty="0"/>
              <a:t>تحسن الممارسات التدريسية وتطبيق استراتيجيات جديدة </a:t>
            </a:r>
            <a:endParaRPr lang="en-US" sz="2000" b="1" dirty="0"/>
          </a:p>
          <a:p>
            <a:pPr marL="457200" lvl="0" indent="-457200" algn="r" rtl="1">
              <a:buFont typeface="+mj-lt"/>
              <a:buAutoNum type="arabicParenR"/>
            </a:pPr>
            <a:r>
              <a:rPr lang="ar-SA" sz="2000" b="1" dirty="0"/>
              <a:t>تحسن البيئة التعليمية (مرتفع، متوسط، منخفض)</a:t>
            </a:r>
            <a:endParaRPr lang="en-US" sz="2000" b="1" dirty="0"/>
          </a:p>
          <a:p>
            <a:pPr marL="457200" lvl="0" indent="-457200" algn="r" rtl="1">
              <a:buFont typeface="+mj-lt"/>
              <a:buAutoNum type="arabicParenR"/>
            </a:pPr>
            <a:r>
              <a:rPr lang="ar-SA" sz="2000" b="1" dirty="0"/>
              <a:t>المبادرات النوعية (متوفرة، غير متوفرة)</a:t>
            </a:r>
            <a:endParaRPr lang="en-US" sz="2000" b="1" dirty="0"/>
          </a:p>
          <a:p>
            <a:pPr marL="457200" lvl="0" indent="-457200" algn="r" rtl="1">
              <a:buFont typeface="+mj-lt"/>
              <a:buAutoNum type="arabicParenR"/>
            </a:pPr>
            <a:r>
              <a:rPr lang="ar-SA" sz="2000" b="1" dirty="0"/>
              <a:t>ارتفاع نسبة رضا المستفيد (معلمات، طالبات، أولياء أمور)</a:t>
            </a:r>
          </a:p>
          <a:p>
            <a:pPr marL="457200" lvl="0" indent="-457200" algn="r" rtl="1">
              <a:buFont typeface="+mj-lt"/>
              <a:buAutoNum type="arabicParenR"/>
            </a:pPr>
            <a:endParaRPr lang="ar-SA" sz="2000" b="1" dirty="0"/>
          </a:p>
          <a:p>
            <a:pPr marL="457200" lvl="0" indent="-457200" algn="r" rtl="1">
              <a:buFont typeface="+mj-lt"/>
              <a:buAutoNum type="arabicParenR"/>
            </a:pPr>
            <a:endParaRPr lang="ar-SA" sz="2000" b="1" dirty="0"/>
          </a:p>
          <a:p>
            <a:pPr lvl="0" algn="r" rtl="1"/>
            <a:endParaRPr lang="en-US" sz="2000" b="1" dirty="0"/>
          </a:p>
          <a:p>
            <a:pPr algn="r" rtl="1"/>
            <a:r>
              <a:rPr lang="ar-SA" sz="2400" b="1" dirty="0">
                <a:solidFill>
                  <a:srgbClr val="C00000"/>
                </a:solidFill>
              </a:rPr>
              <a:t>مستويات تحقق الهدف من مجتمعات التعلم المهنية:</a:t>
            </a:r>
            <a:endParaRPr lang="en-US" sz="2400" dirty="0">
              <a:solidFill>
                <a:srgbClr val="C00000"/>
              </a:solidFill>
            </a:endParaRPr>
          </a:p>
          <a:p>
            <a:pPr lvl="0" algn="r" rtl="1"/>
            <a:r>
              <a:rPr lang="ar-SA" b="1" dirty="0">
                <a:solidFill>
                  <a:srgbClr val="698335"/>
                </a:solidFill>
              </a:rPr>
              <a:t>مرتفع</a:t>
            </a:r>
            <a:r>
              <a:rPr lang="ar-SA" b="1" dirty="0"/>
              <a:t>: تحقق بنسبة 80% فاكثر </a:t>
            </a:r>
            <a:endParaRPr lang="en-US" b="1" dirty="0"/>
          </a:p>
          <a:p>
            <a:pPr lvl="0" algn="r" rtl="1"/>
            <a:r>
              <a:rPr lang="ar-SA" b="1" dirty="0">
                <a:solidFill>
                  <a:schemeClr val="accent1"/>
                </a:solidFill>
              </a:rPr>
              <a:t>متوسط</a:t>
            </a:r>
            <a:r>
              <a:rPr lang="ar-SA" b="1" dirty="0"/>
              <a:t>: تحقق بنسبة بين 50%  -  79%</a:t>
            </a:r>
            <a:endParaRPr lang="en-US" b="1" dirty="0"/>
          </a:p>
          <a:p>
            <a:pPr lvl="0" algn="r" rtl="1"/>
            <a:r>
              <a:rPr lang="ar-SA" b="1" dirty="0">
                <a:solidFill>
                  <a:srgbClr val="C00000"/>
                </a:solidFill>
              </a:rPr>
              <a:t>منخفض</a:t>
            </a:r>
            <a:r>
              <a:rPr lang="ar-SA" b="1" dirty="0"/>
              <a:t>: تحقق أقل من 50%</a:t>
            </a:r>
            <a:endParaRPr lang="en-US" b="1" dirty="0"/>
          </a:p>
          <a:p>
            <a:pPr rtl="1"/>
            <a:r>
              <a:rPr lang="ar-SA" b="1" dirty="0"/>
              <a:t> </a:t>
            </a:r>
            <a:endParaRPr lang="en-US" dirty="0"/>
          </a:p>
          <a:p>
            <a:pPr algn="r" rtl="1"/>
            <a:endParaRPr lang="ar-SA" dirty="0"/>
          </a:p>
        </p:txBody>
      </p:sp>
      <p:pic>
        <p:nvPicPr>
          <p:cNvPr id="9" name="صورة 8">
            <a:extLst>
              <a:ext uri="{FF2B5EF4-FFF2-40B4-BE49-F238E27FC236}">
                <a16:creationId xmlns:a16="http://schemas.microsoft.com/office/drawing/2014/main" id="{D42A33F9-6B8D-8C95-DD6B-79323A1C377C}"/>
              </a:ext>
            </a:extLst>
          </p:cNvPr>
          <p:cNvPicPr>
            <a:picLocks noChangeAspect="1"/>
          </p:cNvPicPr>
          <p:nvPr/>
        </p:nvPicPr>
        <p:blipFill>
          <a:blip r:embed="rId6"/>
          <a:stretch>
            <a:fillRect/>
          </a:stretch>
        </p:blipFill>
        <p:spPr>
          <a:xfrm>
            <a:off x="1187450" y="6261100"/>
            <a:ext cx="1057329" cy="933498"/>
          </a:xfrm>
          <a:prstGeom prst="rect">
            <a:avLst/>
          </a:prstGeom>
        </p:spPr>
      </p:pic>
    </p:spTree>
    <p:extLst>
      <p:ext uri="{BB962C8B-B14F-4D97-AF65-F5344CB8AC3E}">
        <p14:creationId xmlns:p14="http://schemas.microsoft.com/office/powerpoint/2010/main" val="3448831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26A19BF6-EC63-CD10-FCA2-9E995579C6FE}"/>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4B214466-755C-5D75-842D-AAD7F54F2264}"/>
              </a:ext>
            </a:extLst>
          </p:cNvPr>
          <p:cNvSpPr/>
          <p:nvPr/>
        </p:nvSpPr>
        <p:spPr>
          <a:xfrm>
            <a:off x="6356098" y="9511291"/>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A8DE2C82-18D2-D730-8578-E4F808F012CD}"/>
              </a:ext>
            </a:extLst>
          </p:cNvPr>
          <p:cNvSpPr/>
          <p:nvPr/>
        </p:nvSpPr>
        <p:spPr>
          <a:xfrm flipH="1">
            <a:off x="33964" y="949299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pic>
        <p:nvPicPr>
          <p:cNvPr id="8" name="صورة 7">
            <a:extLst>
              <a:ext uri="{FF2B5EF4-FFF2-40B4-BE49-F238E27FC236}">
                <a16:creationId xmlns:a16="http://schemas.microsoft.com/office/drawing/2014/main" id="{127B6A31-9C1B-3773-A6ED-0E77A8EC55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080" y="176133"/>
            <a:ext cx="2011680" cy="146480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2" name="مربع نص 11">
            <a:extLst>
              <a:ext uri="{FF2B5EF4-FFF2-40B4-BE49-F238E27FC236}">
                <a16:creationId xmlns:a16="http://schemas.microsoft.com/office/drawing/2014/main" id="{08AEBA29-7104-4484-DF8A-04CA608A6C9A}"/>
              </a:ext>
            </a:extLst>
          </p:cNvPr>
          <p:cNvSpPr txBox="1"/>
          <p:nvPr/>
        </p:nvSpPr>
        <p:spPr>
          <a:xfrm>
            <a:off x="5251198" y="317500"/>
            <a:ext cx="2209800" cy="1323439"/>
          </a:xfrm>
          <a:prstGeom prst="rect">
            <a:avLst/>
          </a:prstGeom>
          <a:noFill/>
        </p:spPr>
        <p:txBody>
          <a:bodyPr wrap="square" rtlCol="1">
            <a:spAutoFit/>
          </a:bodyPr>
          <a:lstStyle/>
          <a:p>
            <a:pPr algn="ctr" rtl="1"/>
            <a:r>
              <a:rPr lang="ar-EG" sz="1600" b="1" dirty="0"/>
              <a:t>المملكة العربية السعودية</a:t>
            </a:r>
            <a:endParaRPr lang="en-US" sz="1600" b="1" dirty="0"/>
          </a:p>
          <a:p>
            <a:pPr algn="ctr" rtl="1"/>
            <a:r>
              <a:rPr lang="ar-EG" sz="1600" b="1" dirty="0"/>
              <a:t>وزارة التعليم</a:t>
            </a:r>
            <a:endParaRPr lang="en-US" sz="1600" b="1" dirty="0"/>
          </a:p>
          <a:p>
            <a:pPr algn="ctr" rtl="1"/>
            <a:r>
              <a:rPr lang="ar-EG" sz="1600" b="1" dirty="0"/>
              <a:t>الإدارة العامة للتعليم بمنطقة الرياض</a:t>
            </a:r>
            <a:endParaRPr lang="en-US" sz="1600" b="1" dirty="0"/>
          </a:p>
          <a:p>
            <a:pPr algn="ctr" rtl="1"/>
            <a:r>
              <a:rPr lang="ar-EG" sz="1600" b="1" dirty="0"/>
              <a:t>الثانوية  76  بالرياض</a:t>
            </a:r>
            <a:endParaRPr lang="ar-SA" sz="1600" b="1" dirty="0"/>
          </a:p>
        </p:txBody>
      </p:sp>
      <p:sp>
        <p:nvSpPr>
          <p:cNvPr id="13" name="مستطيل 12">
            <a:extLst>
              <a:ext uri="{FF2B5EF4-FFF2-40B4-BE49-F238E27FC236}">
                <a16:creationId xmlns:a16="http://schemas.microsoft.com/office/drawing/2014/main" id="{8491F7E0-FAA8-4201-8344-DBBDD55C4C1F}"/>
              </a:ext>
            </a:extLst>
          </p:cNvPr>
          <p:cNvSpPr/>
          <p:nvPr/>
        </p:nvSpPr>
        <p:spPr>
          <a:xfrm>
            <a:off x="495817" y="4203700"/>
            <a:ext cx="6357830" cy="1754326"/>
          </a:xfrm>
          <a:prstGeom prst="rect">
            <a:avLst/>
          </a:prstGeom>
          <a:noFill/>
        </p:spPr>
        <p:txBody>
          <a:bodyPr wrap="none" lIns="91440" tIns="45720" rIns="91440" bIns="45720">
            <a:spAutoFit/>
          </a:bodyPr>
          <a:lstStyle/>
          <a:p>
            <a:pPr algn="ctr"/>
            <a:r>
              <a:rPr lang="ar-SA" sz="5400" b="1" dirty="0">
                <a:ln w="0"/>
                <a:solidFill>
                  <a:schemeClr val="bg1">
                    <a:lumMod val="95000"/>
                  </a:schemeClr>
                </a:solidFill>
                <a:effectLst>
                  <a:outerShdw blurRad="38100" dist="19050" dir="2700000" algn="tl" rotWithShape="0">
                    <a:schemeClr val="dk1">
                      <a:alpha val="40000"/>
                    </a:schemeClr>
                  </a:outerShdw>
                </a:effectLst>
              </a:rPr>
              <a:t>نماذج تفعيل التطوير المهني</a:t>
            </a:r>
          </a:p>
          <a:p>
            <a:pPr algn="ctr"/>
            <a:r>
              <a:rPr lang="ar-SA" sz="5400" b="1" dirty="0">
                <a:ln w="0"/>
                <a:solidFill>
                  <a:schemeClr val="bg1">
                    <a:lumMod val="95000"/>
                  </a:schemeClr>
                </a:solidFill>
                <a:effectLst>
                  <a:outerShdw blurRad="38100" dist="19050" dir="2700000" algn="tl" rotWithShape="0">
                    <a:schemeClr val="dk1">
                      <a:alpha val="40000"/>
                    </a:schemeClr>
                  </a:outerShdw>
                </a:effectLst>
              </a:rPr>
              <a:t>(مستوى الفريق) </a:t>
            </a:r>
            <a:endParaRPr lang="ar-SA" sz="5400" b="1"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7087340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D3C49964-363A-CAFB-AECA-D0044805556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D088480-8D80-15CC-82F7-86160CB1BBBC}"/>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DC3FF32-3E28-A245-6ABB-36FC7A16B1A3}"/>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8" name="مربع نص 7">
            <a:extLst>
              <a:ext uri="{FF2B5EF4-FFF2-40B4-BE49-F238E27FC236}">
                <a16:creationId xmlns:a16="http://schemas.microsoft.com/office/drawing/2014/main" id="{59F70D3E-AE49-5485-06D4-CC08B048B94C}"/>
              </a:ext>
            </a:extLst>
          </p:cNvPr>
          <p:cNvSpPr txBox="1"/>
          <p:nvPr/>
        </p:nvSpPr>
        <p:spPr>
          <a:xfrm>
            <a:off x="882650" y="1819502"/>
            <a:ext cx="4648200" cy="369332"/>
          </a:xfrm>
          <a:prstGeom prst="rect">
            <a:avLst/>
          </a:prstGeom>
          <a:noFill/>
        </p:spPr>
        <p:txBody>
          <a:bodyPr wrap="square" rtlCol="1">
            <a:spAutoFit/>
          </a:bodyPr>
          <a:lstStyle/>
          <a:p>
            <a:pPr algn="r" rtl="1"/>
            <a:r>
              <a:rPr lang="ar-SA" b="1" dirty="0">
                <a:solidFill>
                  <a:srgbClr val="C00000"/>
                </a:solidFill>
              </a:rPr>
              <a:t>بيانات معلمات الفريق      (                              )                       </a:t>
            </a:r>
            <a:endParaRPr lang="en-US" dirty="0">
              <a:solidFill>
                <a:srgbClr val="C00000"/>
              </a:solidFill>
            </a:endParaRPr>
          </a:p>
        </p:txBody>
      </p:sp>
      <p:graphicFrame>
        <p:nvGraphicFramePr>
          <p:cNvPr id="11" name="جدول 10">
            <a:extLst>
              <a:ext uri="{FF2B5EF4-FFF2-40B4-BE49-F238E27FC236}">
                <a16:creationId xmlns:a16="http://schemas.microsoft.com/office/drawing/2014/main" id="{AC49AA44-331F-B779-3C7A-FB9815F94FDA}"/>
              </a:ext>
            </a:extLst>
          </p:cNvPr>
          <p:cNvGraphicFramePr>
            <a:graphicFrameLocks noGrp="1"/>
          </p:cNvGraphicFramePr>
          <p:nvPr>
            <p:extLst>
              <p:ext uri="{D42A27DB-BD31-4B8C-83A1-F6EECF244321}">
                <p14:modId xmlns:p14="http://schemas.microsoft.com/office/powerpoint/2010/main" val="4053966780"/>
              </p:ext>
            </p:extLst>
          </p:nvPr>
        </p:nvGraphicFramePr>
        <p:xfrm>
          <a:off x="806450" y="2666474"/>
          <a:ext cx="6081395" cy="5562602"/>
        </p:xfrm>
        <a:graphic>
          <a:graphicData uri="http://schemas.openxmlformats.org/drawingml/2006/table">
            <a:tbl>
              <a:tblPr rtl="1" firstRow="1" firstCol="1" bandRow="1">
                <a:tableStyleId>{5940675A-B579-460E-94D1-54222C63F5DA}</a:tableStyleId>
              </a:tblPr>
              <a:tblGrid>
                <a:gridCol w="1398381">
                  <a:extLst>
                    <a:ext uri="{9D8B030D-6E8A-4147-A177-3AD203B41FA5}">
                      <a16:colId xmlns:a16="http://schemas.microsoft.com/office/drawing/2014/main" val="881458115"/>
                    </a:ext>
                  </a:extLst>
                </a:gridCol>
                <a:gridCol w="1195558">
                  <a:extLst>
                    <a:ext uri="{9D8B030D-6E8A-4147-A177-3AD203B41FA5}">
                      <a16:colId xmlns:a16="http://schemas.microsoft.com/office/drawing/2014/main" val="2169718008"/>
                    </a:ext>
                  </a:extLst>
                </a:gridCol>
                <a:gridCol w="1162668">
                  <a:extLst>
                    <a:ext uri="{9D8B030D-6E8A-4147-A177-3AD203B41FA5}">
                      <a16:colId xmlns:a16="http://schemas.microsoft.com/office/drawing/2014/main" val="4243664491"/>
                    </a:ext>
                  </a:extLst>
                </a:gridCol>
                <a:gridCol w="1162120">
                  <a:extLst>
                    <a:ext uri="{9D8B030D-6E8A-4147-A177-3AD203B41FA5}">
                      <a16:colId xmlns:a16="http://schemas.microsoft.com/office/drawing/2014/main" val="3439716852"/>
                    </a:ext>
                  </a:extLst>
                </a:gridCol>
                <a:gridCol w="1162668">
                  <a:extLst>
                    <a:ext uri="{9D8B030D-6E8A-4147-A177-3AD203B41FA5}">
                      <a16:colId xmlns:a16="http://schemas.microsoft.com/office/drawing/2014/main" val="407204049"/>
                    </a:ext>
                  </a:extLst>
                </a:gridCol>
              </a:tblGrid>
              <a:tr h="253588">
                <a:tc>
                  <a:txBody>
                    <a:bodyPr/>
                    <a:lstStyle/>
                    <a:p>
                      <a:pPr algn="ctr" rtl="1">
                        <a:lnSpc>
                          <a:spcPct val="107000"/>
                        </a:lnSpc>
                        <a:spcAft>
                          <a:spcPts val="800"/>
                        </a:spcAft>
                        <a:buNone/>
                      </a:pPr>
                      <a:r>
                        <a:rPr lang="ar-SA" sz="1200" b="1" kern="100" dirty="0">
                          <a:effectLst/>
                          <a:cs typeface="+mn-cs"/>
                        </a:rPr>
                        <a:t>م</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( 1 )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( 2 )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( 3 )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( 4 )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2050890583"/>
                  </a:ext>
                </a:extLst>
              </a:tr>
              <a:tr h="253588">
                <a:tc>
                  <a:txBody>
                    <a:bodyPr/>
                    <a:lstStyle/>
                    <a:p>
                      <a:pPr algn="ctr" rtl="1">
                        <a:lnSpc>
                          <a:spcPct val="107000"/>
                        </a:lnSpc>
                        <a:spcAft>
                          <a:spcPts val="800"/>
                        </a:spcAft>
                        <a:buNone/>
                      </a:pPr>
                      <a:r>
                        <a:rPr lang="ar-SA" sz="1200" b="1" kern="100">
                          <a:effectLst/>
                          <a:cs typeface="+mn-cs"/>
                        </a:rPr>
                        <a:t>اسم المعلمة</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475065529"/>
                  </a:ext>
                </a:extLst>
              </a:tr>
              <a:tr h="253588">
                <a:tc>
                  <a:txBody>
                    <a:bodyPr/>
                    <a:lstStyle/>
                    <a:p>
                      <a:pPr algn="ctr" rtl="1">
                        <a:lnSpc>
                          <a:spcPct val="107000"/>
                        </a:lnSpc>
                        <a:spcAft>
                          <a:spcPts val="800"/>
                        </a:spcAft>
                        <a:buNone/>
                      </a:pPr>
                      <a:r>
                        <a:rPr lang="ar-SA" sz="1200" b="1" kern="100">
                          <a:effectLst/>
                          <a:cs typeface="+mn-cs"/>
                        </a:rPr>
                        <a:t>المؤهل الدراسي</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3334178740"/>
                  </a:ext>
                </a:extLst>
              </a:tr>
              <a:tr h="253588">
                <a:tc>
                  <a:txBody>
                    <a:bodyPr/>
                    <a:lstStyle/>
                    <a:p>
                      <a:pPr algn="ctr" rtl="1">
                        <a:lnSpc>
                          <a:spcPct val="107000"/>
                        </a:lnSpc>
                        <a:spcAft>
                          <a:spcPts val="800"/>
                        </a:spcAft>
                        <a:buNone/>
                      </a:pPr>
                      <a:r>
                        <a:rPr lang="ar-SA" sz="1200" b="1" kern="100">
                          <a:effectLst/>
                          <a:cs typeface="+mn-cs"/>
                        </a:rPr>
                        <a:t>التخصص</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1494359354"/>
                  </a:ext>
                </a:extLst>
              </a:tr>
              <a:tr h="253588">
                <a:tc>
                  <a:txBody>
                    <a:bodyPr/>
                    <a:lstStyle/>
                    <a:p>
                      <a:pPr algn="ctr" rtl="1">
                        <a:lnSpc>
                          <a:spcPct val="107000"/>
                        </a:lnSpc>
                        <a:spcAft>
                          <a:spcPts val="800"/>
                        </a:spcAft>
                        <a:buNone/>
                      </a:pPr>
                      <a:r>
                        <a:rPr lang="ar-SA" sz="1200" b="1" kern="100">
                          <a:effectLst/>
                          <a:cs typeface="+mn-cs"/>
                        </a:rPr>
                        <a:t>عدد سنوات الخبرة</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1841952613"/>
                  </a:ext>
                </a:extLst>
              </a:tr>
              <a:tr h="253588">
                <a:tc>
                  <a:txBody>
                    <a:bodyPr/>
                    <a:lstStyle/>
                    <a:p>
                      <a:pPr algn="ctr" rtl="1">
                        <a:lnSpc>
                          <a:spcPct val="107000"/>
                        </a:lnSpc>
                        <a:spcAft>
                          <a:spcPts val="800"/>
                        </a:spcAft>
                        <a:buNone/>
                      </a:pPr>
                      <a:r>
                        <a:rPr lang="ar-SA" sz="1200" b="1" kern="100">
                          <a:effectLst/>
                          <a:cs typeface="+mn-cs"/>
                        </a:rPr>
                        <a:t>البريد الالكتروني</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2202527675"/>
                  </a:ext>
                </a:extLst>
              </a:tr>
              <a:tr h="253588">
                <a:tc>
                  <a:txBody>
                    <a:bodyPr/>
                    <a:lstStyle/>
                    <a:p>
                      <a:pPr algn="ctr" rtl="1">
                        <a:lnSpc>
                          <a:spcPct val="107000"/>
                        </a:lnSpc>
                        <a:spcAft>
                          <a:spcPts val="800"/>
                        </a:spcAft>
                        <a:buNone/>
                      </a:pPr>
                      <a:r>
                        <a:rPr lang="ar-SA" sz="1200" b="1" kern="100">
                          <a:effectLst/>
                          <a:cs typeface="+mn-cs"/>
                        </a:rPr>
                        <a:t>رقم الهاتف</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338444615"/>
                  </a:ext>
                </a:extLst>
              </a:tr>
              <a:tr h="253588">
                <a:tc>
                  <a:txBody>
                    <a:bodyPr/>
                    <a:lstStyle/>
                    <a:p>
                      <a:pPr algn="ctr" rtl="1">
                        <a:lnSpc>
                          <a:spcPct val="107000"/>
                        </a:lnSpc>
                        <a:spcAft>
                          <a:spcPts val="800"/>
                        </a:spcAft>
                        <a:buNone/>
                      </a:pPr>
                      <a:r>
                        <a:rPr lang="ar-SA" sz="1200" b="1" kern="100">
                          <a:effectLst/>
                          <a:cs typeface="+mn-cs"/>
                        </a:rPr>
                        <a:t>المواد التي تدرسها</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557383308"/>
                  </a:ext>
                </a:extLst>
              </a:tr>
              <a:tr h="253588">
                <a:tc>
                  <a:txBody>
                    <a:bodyPr/>
                    <a:lstStyle/>
                    <a:p>
                      <a:pPr algn="ctr" rtl="1">
                        <a:lnSpc>
                          <a:spcPct val="107000"/>
                        </a:lnSpc>
                        <a:spcAft>
                          <a:spcPts val="800"/>
                        </a:spcAft>
                        <a:buNone/>
                      </a:pPr>
                      <a:r>
                        <a:rPr lang="ar-SA" sz="1200" b="1" kern="100">
                          <a:effectLst/>
                          <a:cs typeface="+mn-cs"/>
                        </a:rPr>
                        <a:t>الصفوف التي تدرسها</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680560299"/>
                  </a:ext>
                </a:extLst>
              </a:tr>
              <a:tr h="253588">
                <a:tc>
                  <a:txBody>
                    <a:bodyPr/>
                    <a:lstStyle/>
                    <a:p>
                      <a:pPr algn="ctr" rtl="1">
                        <a:lnSpc>
                          <a:spcPct val="107000"/>
                        </a:lnSpc>
                        <a:spcAft>
                          <a:spcPts val="800"/>
                        </a:spcAft>
                        <a:buNone/>
                      </a:pPr>
                      <a:r>
                        <a:rPr lang="ar-SA" sz="1200" b="1" kern="100">
                          <a:effectLst/>
                          <a:cs typeface="+mn-cs"/>
                        </a:rPr>
                        <a:t>عدد الحصص</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2664242928"/>
                  </a:ext>
                </a:extLst>
              </a:tr>
              <a:tr h="253588">
                <a:tc>
                  <a:txBody>
                    <a:bodyPr/>
                    <a:lstStyle/>
                    <a:p>
                      <a:pPr algn="ctr" rtl="1">
                        <a:lnSpc>
                          <a:spcPct val="107000"/>
                        </a:lnSpc>
                        <a:spcAft>
                          <a:spcPts val="800"/>
                        </a:spcAft>
                        <a:buNone/>
                      </a:pPr>
                      <a:r>
                        <a:rPr lang="ar-SA" sz="1200" b="1" kern="100">
                          <a:effectLst/>
                          <a:cs typeface="+mn-cs"/>
                        </a:rPr>
                        <a:t>أهم الدورات لدي</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2022918715"/>
                  </a:ext>
                </a:extLst>
              </a:tr>
              <a:tr h="656062">
                <a:tc>
                  <a:txBody>
                    <a:bodyPr/>
                    <a:lstStyle/>
                    <a:p>
                      <a:pPr algn="ctr" rtl="1">
                        <a:lnSpc>
                          <a:spcPct val="107000"/>
                        </a:lnSpc>
                        <a:spcAft>
                          <a:spcPts val="800"/>
                        </a:spcAft>
                        <a:buNone/>
                      </a:pPr>
                      <a:r>
                        <a:rPr lang="ar-SA" sz="1200" b="1" kern="100">
                          <a:effectLst/>
                          <a:cs typeface="+mn-cs"/>
                        </a:rPr>
                        <a:t>المهارات التي أجيدها</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r" rtl="1">
                        <a:lnSpc>
                          <a:spcPct val="107000"/>
                        </a:lnSpc>
                        <a:spcAft>
                          <a:spcPts val="800"/>
                        </a:spcAft>
                        <a:buNone/>
                      </a:pPr>
                      <a:r>
                        <a:rPr lang="ar-SA" sz="1200" b="1" kern="100">
                          <a:effectLst/>
                          <a:cs typeface="+mn-cs"/>
                        </a:rPr>
                        <a:t> </a:t>
                      </a:r>
                      <a:endParaRPr lang="en-US" sz="1200" b="1" kern="100">
                        <a:effectLst/>
                        <a:cs typeface="+mn-cs"/>
                      </a:endParaRPr>
                    </a:p>
                    <a:p>
                      <a:pPr algn="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3167939045"/>
                  </a:ext>
                </a:extLst>
              </a:tr>
              <a:tr h="1058536">
                <a:tc>
                  <a:txBody>
                    <a:bodyPr/>
                    <a:lstStyle/>
                    <a:p>
                      <a:pPr algn="ctr" rtl="1">
                        <a:lnSpc>
                          <a:spcPct val="107000"/>
                        </a:lnSpc>
                        <a:spcAft>
                          <a:spcPts val="800"/>
                        </a:spcAft>
                        <a:buNone/>
                      </a:pPr>
                      <a:r>
                        <a:rPr lang="ar-SA" sz="1200" b="1" kern="100">
                          <a:effectLst/>
                          <a:cs typeface="+mn-cs"/>
                        </a:rPr>
                        <a:t>المهارات التي أستهدفها</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marL="228600" algn="r" rtl="1">
                        <a:lnSpc>
                          <a:spcPct val="107000"/>
                        </a:lnSpc>
                        <a:spcAft>
                          <a:spcPts val="800"/>
                        </a:spcAft>
                        <a:buNone/>
                      </a:pPr>
                      <a:r>
                        <a:rPr lang="ar-SA" sz="1200" b="1" kern="100">
                          <a:effectLst/>
                          <a:cs typeface="+mn-cs"/>
                        </a:rPr>
                        <a:t> </a:t>
                      </a:r>
                      <a:endParaRPr lang="en-US" sz="1200" b="1" kern="100">
                        <a:effectLst/>
                        <a:cs typeface="+mn-cs"/>
                      </a:endParaRPr>
                    </a:p>
                    <a:p>
                      <a:pPr algn="ctr" rtl="1">
                        <a:lnSpc>
                          <a:spcPct val="107000"/>
                        </a:lnSpc>
                        <a:spcAft>
                          <a:spcPts val="800"/>
                        </a:spcAft>
                        <a:buNone/>
                      </a:pPr>
                      <a:r>
                        <a:rPr lang="ar-SA" sz="1200" b="1" kern="100">
                          <a:effectLst/>
                          <a:cs typeface="+mn-cs"/>
                        </a:rPr>
                        <a:t> </a:t>
                      </a:r>
                      <a:endParaRPr lang="en-US" sz="1200" b="1" kern="100">
                        <a:effectLst/>
                        <a:cs typeface="+mn-cs"/>
                      </a:endParaRPr>
                    </a:p>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3925743285"/>
                  </a:ext>
                </a:extLst>
              </a:tr>
              <a:tr h="1058536">
                <a:tc>
                  <a:txBody>
                    <a:bodyPr/>
                    <a:lstStyle/>
                    <a:p>
                      <a:pPr algn="ctr" rtl="1">
                        <a:lnSpc>
                          <a:spcPct val="107000"/>
                        </a:lnSpc>
                        <a:spcAft>
                          <a:spcPts val="800"/>
                        </a:spcAft>
                        <a:buNone/>
                      </a:pPr>
                      <a:r>
                        <a:rPr lang="ar-SA" sz="1200" b="1" kern="100">
                          <a:effectLst/>
                          <a:cs typeface="+mn-cs"/>
                        </a:rPr>
                        <a:t>انشطة أشرف عليها </a:t>
                      </a:r>
                      <a:endParaRPr lang="en-US" sz="1200" b="1" kern="100">
                        <a:effectLst/>
                        <a:cs typeface="+mn-cs"/>
                      </a:endParaRPr>
                    </a:p>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marL="228600" algn="r" rtl="1">
                        <a:lnSpc>
                          <a:spcPct val="107000"/>
                        </a:lnSpc>
                        <a:spcAft>
                          <a:spcPts val="800"/>
                        </a:spcAft>
                        <a:buNone/>
                      </a:pPr>
                      <a:r>
                        <a:rPr lang="ar-SA" sz="1200" b="1" kern="100">
                          <a:effectLst/>
                          <a:cs typeface="+mn-cs"/>
                        </a:rPr>
                        <a:t> </a:t>
                      </a:r>
                      <a:endParaRPr lang="en-US" sz="1200" b="1" kern="100">
                        <a:effectLst/>
                        <a:cs typeface="+mn-cs"/>
                      </a:endParaRPr>
                    </a:p>
                    <a:p>
                      <a:pPr marL="228600" algn="ctr" rtl="1">
                        <a:lnSpc>
                          <a:spcPct val="107000"/>
                        </a:lnSpc>
                        <a:spcAft>
                          <a:spcPts val="800"/>
                        </a:spcAft>
                        <a:buNone/>
                      </a:pPr>
                      <a:r>
                        <a:rPr lang="ar-SA" sz="1200" b="1" kern="100">
                          <a:effectLst/>
                          <a:cs typeface="+mn-cs"/>
                        </a:rPr>
                        <a:t> </a:t>
                      </a:r>
                      <a:endParaRPr lang="en-US" sz="1200" b="1" kern="100">
                        <a:effectLst/>
                        <a:cs typeface="+mn-cs"/>
                      </a:endParaRPr>
                    </a:p>
                    <a:p>
                      <a:pPr marL="228600"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cs typeface="+mn-cs"/>
                      </a:endParaRPr>
                    </a:p>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ctr" rtl="1">
                        <a:lnSpc>
                          <a:spcPct val="107000"/>
                        </a:lnSpc>
                        <a:spcAft>
                          <a:spcPts val="800"/>
                        </a:spcAft>
                        <a:buNone/>
                      </a:pPr>
                      <a:r>
                        <a:rPr lang="ar-SA" sz="1200" b="1" kern="100">
                          <a:effectLst/>
                          <a:cs typeface="+mn-cs"/>
                        </a:rPr>
                        <a:t> </a:t>
                      </a:r>
                      <a:endParaRPr lang="en-US" sz="1200" b="1" kern="100">
                        <a:effectLst/>
                        <a:latin typeface="Aptos" panose="020B0004020202020204" pitchFamily="34" charset="0"/>
                        <a:ea typeface="Aptos" panose="020B0004020202020204" pitchFamily="34" charset="0"/>
                        <a:cs typeface="+mn-cs"/>
                      </a:endParaRPr>
                    </a:p>
                  </a:txBody>
                  <a:tcPr marL="68580" marR="68580" marT="0" marB="0"/>
                </a:tc>
                <a:tc>
                  <a:txBody>
                    <a:bodyPr/>
                    <a:lstStyle/>
                    <a:p>
                      <a:pPr algn="r" rtl="1">
                        <a:lnSpc>
                          <a:spcPct val="107000"/>
                        </a:lnSpc>
                        <a:spcAft>
                          <a:spcPts val="800"/>
                        </a:spcAft>
                        <a:buNone/>
                      </a:pPr>
                      <a:r>
                        <a:rPr lang="ar-SA" sz="1200" b="1" kern="100" dirty="0">
                          <a:effectLst/>
                          <a:cs typeface="+mn-cs"/>
                        </a:rPr>
                        <a:t> </a:t>
                      </a:r>
                      <a:endParaRPr lang="en-US" sz="1200" b="1" kern="100" dirty="0">
                        <a:effectLst/>
                        <a:latin typeface="Aptos" panose="020B0004020202020204" pitchFamily="34" charset="0"/>
                        <a:ea typeface="Aptos" panose="020B0004020202020204" pitchFamily="34" charset="0"/>
                        <a:cs typeface="+mn-cs"/>
                      </a:endParaRPr>
                    </a:p>
                  </a:txBody>
                  <a:tcPr marL="68580" marR="68580" marT="0" marB="0"/>
                </a:tc>
                <a:extLst>
                  <a:ext uri="{0D108BD9-81ED-4DB2-BD59-A6C34878D82A}">
                    <a16:rowId xmlns:a16="http://schemas.microsoft.com/office/drawing/2014/main" val="191832965"/>
                  </a:ext>
                </a:extLst>
              </a:tr>
            </a:tbl>
          </a:graphicData>
        </a:graphic>
      </p:graphicFrame>
      <p:sp>
        <p:nvSpPr>
          <p:cNvPr id="13" name="مربع نص 12">
            <a:extLst>
              <a:ext uri="{FF2B5EF4-FFF2-40B4-BE49-F238E27FC236}">
                <a16:creationId xmlns:a16="http://schemas.microsoft.com/office/drawing/2014/main" id="{FDDF3F1C-06CA-7E8A-4E26-1FC08A16BFCF}"/>
              </a:ext>
            </a:extLst>
          </p:cNvPr>
          <p:cNvSpPr txBox="1"/>
          <p:nvPr/>
        </p:nvSpPr>
        <p:spPr>
          <a:xfrm>
            <a:off x="539750" y="8382681"/>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Tree>
    <p:extLst>
      <p:ext uri="{BB962C8B-B14F-4D97-AF65-F5344CB8AC3E}">
        <p14:creationId xmlns:p14="http://schemas.microsoft.com/office/powerpoint/2010/main" val="2261005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471AC142-3E6C-DC50-680F-B945DE3305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C61F5F9-902A-13C1-F907-A6EBD6E6CD41}"/>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AD7A6E96-379E-E69F-D641-2AF0C2511440}"/>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D5142309-71A2-F8D1-B122-2A53E0C0DED6}"/>
              </a:ext>
            </a:extLst>
          </p:cNvPr>
          <p:cNvSpPr txBox="1"/>
          <p:nvPr/>
        </p:nvSpPr>
        <p:spPr>
          <a:xfrm>
            <a:off x="882650" y="1819502"/>
            <a:ext cx="4648200" cy="369332"/>
          </a:xfrm>
          <a:prstGeom prst="rect">
            <a:avLst/>
          </a:prstGeom>
          <a:noFill/>
        </p:spPr>
        <p:txBody>
          <a:bodyPr wrap="square" rtlCol="1">
            <a:spAutoFit/>
          </a:bodyPr>
          <a:lstStyle/>
          <a:p>
            <a:pPr algn="r" rtl="1"/>
            <a:r>
              <a:rPr lang="ar-SA" b="1" dirty="0">
                <a:solidFill>
                  <a:srgbClr val="C00000"/>
                </a:solidFill>
              </a:rPr>
              <a:t>خطة الفريق      (           )     لعام 1447 هـ                  </a:t>
            </a:r>
            <a:endParaRPr lang="en-US" dirty="0">
              <a:solidFill>
                <a:srgbClr val="C00000"/>
              </a:solidFill>
            </a:endParaRPr>
          </a:p>
        </p:txBody>
      </p:sp>
      <p:graphicFrame>
        <p:nvGraphicFramePr>
          <p:cNvPr id="8" name="جدول 7">
            <a:extLst>
              <a:ext uri="{FF2B5EF4-FFF2-40B4-BE49-F238E27FC236}">
                <a16:creationId xmlns:a16="http://schemas.microsoft.com/office/drawing/2014/main" id="{64FF22C5-BAC3-4C95-061E-E4316F984692}"/>
              </a:ext>
            </a:extLst>
          </p:cNvPr>
          <p:cNvGraphicFramePr>
            <a:graphicFrameLocks noGrp="1"/>
          </p:cNvGraphicFramePr>
          <p:nvPr>
            <p:extLst>
              <p:ext uri="{D42A27DB-BD31-4B8C-83A1-F6EECF244321}">
                <p14:modId xmlns:p14="http://schemas.microsoft.com/office/powerpoint/2010/main" val="2922672582"/>
              </p:ext>
            </p:extLst>
          </p:nvPr>
        </p:nvGraphicFramePr>
        <p:xfrm>
          <a:off x="349248" y="2832100"/>
          <a:ext cx="6864009" cy="4525964"/>
        </p:xfrm>
        <a:graphic>
          <a:graphicData uri="http://schemas.openxmlformats.org/drawingml/2006/table">
            <a:tbl>
              <a:tblPr rtl="1" firstRow="1" firstCol="1" bandRow="1">
                <a:tableStyleId>{5940675A-B579-460E-94D1-54222C63F5DA}</a:tableStyleId>
              </a:tblPr>
              <a:tblGrid>
                <a:gridCol w="600982">
                  <a:extLst>
                    <a:ext uri="{9D8B030D-6E8A-4147-A177-3AD203B41FA5}">
                      <a16:colId xmlns:a16="http://schemas.microsoft.com/office/drawing/2014/main" val="3532707044"/>
                    </a:ext>
                  </a:extLst>
                </a:gridCol>
                <a:gridCol w="955474">
                  <a:extLst>
                    <a:ext uri="{9D8B030D-6E8A-4147-A177-3AD203B41FA5}">
                      <a16:colId xmlns:a16="http://schemas.microsoft.com/office/drawing/2014/main" val="2695940664"/>
                    </a:ext>
                  </a:extLst>
                </a:gridCol>
                <a:gridCol w="955474">
                  <a:extLst>
                    <a:ext uri="{9D8B030D-6E8A-4147-A177-3AD203B41FA5}">
                      <a16:colId xmlns:a16="http://schemas.microsoft.com/office/drawing/2014/main" val="888332570"/>
                    </a:ext>
                  </a:extLst>
                </a:gridCol>
                <a:gridCol w="783912">
                  <a:extLst>
                    <a:ext uri="{9D8B030D-6E8A-4147-A177-3AD203B41FA5}">
                      <a16:colId xmlns:a16="http://schemas.microsoft.com/office/drawing/2014/main" val="3123329212"/>
                    </a:ext>
                  </a:extLst>
                </a:gridCol>
                <a:gridCol w="783912">
                  <a:extLst>
                    <a:ext uri="{9D8B030D-6E8A-4147-A177-3AD203B41FA5}">
                      <a16:colId xmlns:a16="http://schemas.microsoft.com/office/drawing/2014/main" val="3243599115"/>
                    </a:ext>
                  </a:extLst>
                </a:gridCol>
                <a:gridCol w="661441">
                  <a:extLst>
                    <a:ext uri="{9D8B030D-6E8A-4147-A177-3AD203B41FA5}">
                      <a16:colId xmlns:a16="http://schemas.microsoft.com/office/drawing/2014/main" val="703880296"/>
                    </a:ext>
                  </a:extLst>
                </a:gridCol>
                <a:gridCol w="1061407">
                  <a:extLst>
                    <a:ext uri="{9D8B030D-6E8A-4147-A177-3AD203B41FA5}">
                      <a16:colId xmlns:a16="http://schemas.microsoft.com/office/drawing/2014/main" val="3257868447"/>
                    </a:ext>
                  </a:extLst>
                </a:gridCol>
                <a:gridCol w="1061407">
                  <a:extLst>
                    <a:ext uri="{9D8B030D-6E8A-4147-A177-3AD203B41FA5}">
                      <a16:colId xmlns:a16="http://schemas.microsoft.com/office/drawing/2014/main" val="3920394899"/>
                    </a:ext>
                  </a:extLst>
                </a:gridCol>
              </a:tblGrid>
              <a:tr h="485480">
                <a:tc>
                  <a:txBody>
                    <a:bodyPr/>
                    <a:lstStyle/>
                    <a:p>
                      <a:pPr algn="ctr" rtl="1">
                        <a:lnSpc>
                          <a:spcPct val="107000"/>
                        </a:lnSpc>
                        <a:spcAft>
                          <a:spcPts val="800"/>
                        </a:spcAft>
                        <a:buNone/>
                      </a:pPr>
                      <a:r>
                        <a:rPr lang="ar-SA" sz="1200" b="1" kern="100" dirty="0">
                          <a:effectLst/>
                        </a:rPr>
                        <a:t>الشهر</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الأسبوع والتاريخ</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العنوان</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نوعه</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الهدف منه</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اسم المنفذة</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أسماء الحاضرات</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tc>
                  <a:txBody>
                    <a:bodyPr/>
                    <a:lstStyle/>
                    <a:p>
                      <a:pPr algn="ctr" rtl="1">
                        <a:lnSpc>
                          <a:spcPct val="107000"/>
                        </a:lnSpc>
                        <a:spcAft>
                          <a:spcPts val="800"/>
                        </a:spcAft>
                        <a:buNone/>
                      </a:pPr>
                      <a:r>
                        <a:rPr lang="ar-SA" sz="1200" b="1" kern="100" dirty="0">
                          <a:effectLst/>
                        </a:rPr>
                        <a:t>القرارات</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solidFill>
                      <a:schemeClr val="bg2">
                        <a:lumMod val="90000"/>
                      </a:schemeClr>
                    </a:solidFill>
                  </a:tcPr>
                </a:tc>
                <a:extLst>
                  <a:ext uri="{0D108BD9-81ED-4DB2-BD59-A6C34878D82A}">
                    <a16:rowId xmlns:a16="http://schemas.microsoft.com/office/drawing/2014/main" val="1085480835"/>
                  </a:ext>
                </a:extLst>
              </a:tr>
              <a:tr h="1010121">
                <a:tc rowSpan="4">
                  <a:txBody>
                    <a:bodyPr/>
                    <a:lstStyle/>
                    <a:p>
                      <a:pPr marL="71755" marR="71755" algn="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vert="vert270" anchor="ctr"/>
                </a:tc>
                <a:tc>
                  <a:txBody>
                    <a:bodyPr/>
                    <a:lstStyle/>
                    <a:p>
                      <a:pPr algn="ctr" rtl="1">
                        <a:lnSpc>
                          <a:spcPct val="107000"/>
                        </a:lnSpc>
                        <a:spcAft>
                          <a:spcPts val="800"/>
                        </a:spcAft>
                        <a:buNone/>
                      </a:pPr>
                      <a:r>
                        <a:rPr lang="ar-SA" sz="1200" b="1" kern="100">
                          <a:effectLst/>
                        </a:rPr>
                        <a:t>الأول</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dirty="0">
                          <a:effectLst/>
                        </a:rPr>
                        <a:t> </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extLst>
                  <a:ext uri="{0D108BD9-81ED-4DB2-BD59-A6C34878D82A}">
                    <a16:rowId xmlns:a16="http://schemas.microsoft.com/office/drawing/2014/main" val="4087812933"/>
                  </a:ext>
                </a:extLst>
              </a:tr>
              <a:tr h="1010121">
                <a:tc vMerge="1">
                  <a:txBody>
                    <a:bodyPr/>
                    <a:lstStyle/>
                    <a:p>
                      <a:pPr rtl="1"/>
                      <a:endParaRPr lang="ar-SA"/>
                    </a:p>
                  </a:txBody>
                  <a:tcPr/>
                </a:tc>
                <a:tc>
                  <a:txBody>
                    <a:bodyPr/>
                    <a:lstStyle/>
                    <a:p>
                      <a:pPr algn="ctr" rtl="1">
                        <a:lnSpc>
                          <a:spcPct val="107000"/>
                        </a:lnSpc>
                        <a:spcAft>
                          <a:spcPts val="800"/>
                        </a:spcAft>
                        <a:buNone/>
                      </a:pPr>
                      <a:r>
                        <a:rPr lang="ar-SA" sz="1200" b="1" kern="100">
                          <a:effectLst/>
                        </a:rPr>
                        <a:t>الثاني</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extLst>
                  <a:ext uri="{0D108BD9-81ED-4DB2-BD59-A6C34878D82A}">
                    <a16:rowId xmlns:a16="http://schemas.microsoft.com/office/drawing/2014/main" val="142185714"/>
                  </a:ext>
                </a:extLst>
              </a:tr>
              <a:tr h="1010121">
                <a:tc vMerge="1">
                  <a:txBody>
                    <a:bodyPr/>
                    <a:lstStyle/>
                    <a:p>
                      <a:pPr rtl="1"/>
                      <a:endParaRPr lang="ar-SA"/>
                    </a:p>
                  </a:txBody>
                  <a:tcPr/>
                </a:tc>
                <a:tc>
                  <a:txBody>
                    <a:bodyPr/>
                    <a:lstStyle/>
                    <a:p>
                      <a:pPr algn="ctr" rtl="1">
                        <a:lnSpc>
                          <a:spcPct val="107000"/>
                        </a:lnSpc>
                        <a:spcAft>
                          <a:spcPts val="800"/>
                        </a:spcAft>
                        <a:buNone/>
                      </a:pPr>
                      <a:r>
                        <a:rPr lang="ar-SA" sz="1200" b="1" kern="100">
                          <a:effectLst/>
                        </a:rPr>
                        <a:t>الثالث</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extLst>
                  <a:ext uri="{0D108BD9-81ED-4DB2-BD59-A6C34878D82A}">
                    <a16:rowId xmlns:a16="http://schemas.microsoft.com/office/drawing/2014/main" val="1382188062"/>
                  </a:ext>
                </a:extLst>
              </a:tr>
              <a:tr h="1010121">
                <a:tc vMerge="1">
                  <a:txBody>
                    <a:bodyPr/>
                    <a:lstStyle/>
                    <a:p>
                      <a:pPr rtl="1"/>
                      <a:endParaRPr lang="ar-SA"/>
                    </a:p>
                  </a:txBody>
                  <a:tcPr/>
                </a:tc>
                <a:tc>
                  <a:txBody>
                    <a:bodyPr/>
                    <a:lstStyle/>
                    <a:p>
                      <a:pPr algn="ctr" rtl="1">
                        <a:lnSpc>
                          <a:spcPct val="107000"/>
                        </a:lnSpc>
                        <a:spcAft>
                          <a:spcPts val="800"/>
                        </a:spcAft>
                        <a:buNone/>
                      </a:pPr>
                      <a:r>
                        <a:rPr lang="ar-SA" sz="1200" b="1" kern="100">
                          <a:effectLst/>
                        </a:rPr>
                        <a:t>الرابع</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a:effectLst/>
                        </a:rPr>
                        <a:t> </a:t>
                      </a:r>
                      <a:endParaRPr lang="en-US" sz="1200" b="1" kern="10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tc>
                  <a:txBody>
                    <a:bodyPr/>
                    <a:lstStyle/>
                    <a:p>
                      <a:pPr algn="ctr" rtl="1">
                        <a:lnSpc>
                          <a:spcPct val="107000"/>
                        </a:lnSpc>
                        <a:spcAft>
                          <a:spcPts val="800"/>
                        </a:spcAft>
                        <a:buNone/>
                      </a:pPr>
                      <a:r>
                        <a:rPr lang="ar-SA" sz="1200" b="1" kern="100" dirty="0">
                          <a:effectLst/>
                        </a:rPr>
                        <a:t> </a:t>
                      </a:r>
                      <a:endParaRPr lang="en-US" sz="1200" b="1" kern="100" dirty="0">
                        <a:effectLst/>
                        <a:latin typeface="Aptos" panose="020B0004020202020204" pitchFamily="34" charset="0"/>
                        <a:ea typeface="Aptos" panose="020B0004020202020204" pitchFamily="34" charset="0"/>
                        <a:cs typeface="Arial" panose="020B0604020202020204" pitchFamily="34" charset="0"/>
                      </a:endParaRPr>
                    </a:p>
                  </a:txBody>
                  <a:tcPr marL="62197" marR="62197" marT="0" marB="0" anchor="ctr"/>
                </a:tc>
                <a:extLst>
                  <a:ext uri="{0D108BD9-81ED-4DB2-BD59-A6C34878D82A}">
                    <a16:rowId xmlns:a16="http://schemas.microsoft.com/office/drawing/2014/main" val="1426905031"/>
                  </a:ext>
                </a:extLst>
              </a:tr>
            </a:tbl>
          </a:graphicData>
        </a:graphic>
      </p:graphicFrame>
      <p:sp>
        <p:nvSpPr>
          <p:cNvPr id="9" name="مربع نص 8">
            <a:extLst>
              <a:ext uri="{FF2B5EF4-FFF2-40B4-BE49-F238E27FC236}">
                <a16:creationId xmlns:a16="http://schemas.microsoft.com/office/drawing/2014/main" id="{4E76DC89-8AF6-3977-CF65-FA5F8855BC12}"/>
              </a:ext>
            </a:extLst>
          </p:cNvPr>
          <p:cNvSpPr txBox="1"/>
          <p:nvPr/>
        </p:nvSpPr>
        <p:spPr>
          <a:xfrm>
            <a:off x="736257" y="9592934"/>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
        <p:nvSpPr>
          <p:cNvPr id="11" name="مربع نص 10">
            <a:extLst>
              <a:ext uri="{FF2B5EF4-FFF2-40B4-BE49-F238E27FC236}">
                <a16:creationId xmlns:a16="http://schemas.microsoft.com/office/drawing/2014/main" id="{4F2C5B7F-B380-919D-F79D-FB047B15FB30}"/>
              </a:ext>
            </a:extLst>
          </p:cNvPr>
          <p:cNvSpPr txBox="1"/>
          <p:nvPr/>
        </p:nvSpPr>
        <p:spPr>
          <a:xfrm>
            <a:off x="349248" y="7404100"/>
            <a:ext cx="6934202" cy="1384995"/>
          </a:xfrm>
          <a:prstGeom prst="rect">
            <a:avLst/>
          </a:prstGeom>
          <a:noFill/>
        </p:spPr>
        <p:txBody>
          <a:bodyPr wrap="square" rtlCol="1">
            <a:spAutoFit/>
          </a:bodyPr>
          <a:lstStyle/>
          <a:p>
            <a:pPr algn="r" rtl="1"/>
            <a:r>
              <a:rPr lang="ar-SA" sz="1200" b="1" dirty="0"/>
              <a:t> </a:t>
            </a:r>
            <a:r>
              <a:rPr lang="ar-SA" sz="1200" b="1" dirty="0">
                <a:solidFill>
                  <a:srgbClr val="C00000"/>
                </a:solidFill>
              </a:rPr>
              <a:t>أنواع مجتمعات التعلم المهنية</a:t>
            </a:r>
            <a:endParaRPr lang="en-US" sz="1200" b="1" dirty="0">
              <a:solidFill>
                <a:srgbClr val="C00000"/>
              </a:solidFill>
            </a:endParaRPr>
          </a:p>
          <a:p>
            <a:pPr algn="r" rtl="1"/>
            <a:r>
              <a:rPr lang="ar-SA" sz="1200" b="1" dirty="0"/>
              <a:t>ورش عمل – بحث الدرس – اجتماعات – قراءات موجهة – كتابة تقرير – بحوث اجرائية – حلقة نقاش – كتابة نشرة تربوية - تدريب اقران – ورش عمل مصغرة – تبادل موارد تعليمية – تفعيل الكتروني، ... الخ </a:t>
            </a:r>
            <a:endParaRPr lang="en-US" sz="1200" b="1" dirty="0"/>
          </a:p>
          <a:p>
            <a:pPr algn="r" rtl="1"/>
            <a:r>
              <a:rPr lang="ar-SA" sz="1200" b="1" dirty="0"/>
              <a:t> </a:t>
            </a:r>
            <a:endParaRPr lang="en-US" sz="1200" b="1" dirty="0"/>
          </a:p>
          <a:p>
            <a:pPr algn="r" rtl="1"/>
            <a:r>
              <a:rPr lang="ar-SA" sz="1200" b="1" dirty="0">
                <a:solidFill>
                  <a:srgbClr val="C00000"/>
                </a:solidFill>
              </a:rPr>
              <a:t>   تعليمات هامة:   </a:t>
            </a:r>
            <a:endParaRPr lang="en-US" sz="1200" b="1" dirty="0">
              <a:solidFill>
                <a:srgbClr val="C00000"/>
              </a:solidFill>
            </a:endParaRPr>
          </a:p>
          <a:p>
            <a:pPr algn="r" rtl="1"/>
            <a:r>
              <a:rPr lang="ar-SA" sz="1200" b="1" dirty="0"/>
              <a:t>الحد الأدنى لتفعيل مجتمعات التعلم مرتين شهريا مع ضرورة تنويع الموضوعات لتشمل التخصص وقضية تربوية او اجتماعية او سلوكية مرتبطة بالمرحلة الدراسية ومرتبطة بالمجتمع المدرسي</a:t>
            </a:r>
            <a:endParaRPr lang="en-US" sz="1200" b="1" dirty="0"/>
          </a:p>
        </p:txBody>
      </p:sp>
    </p:spTree>
    <p:extLst>
      <p:ext uri="{BB962C8B-B14F-4D97-AF65-F5344CB8AC3E}">
        <p14:creationId xmlns:p14="http://schemas.microsoft.com/office/powerpoint/2010/main" val="2941217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36C03D60-BA97-6F07-9754-3190D17B5D9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51BEF93-9783-8DA4-7000-22B8995C82EB}"/>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5F11F455-341C-E803-D54C-14B089B0985F}"/>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10" name="مربع نص 9">
            <a:extLst>
              <a:ext uri="{FF2B5EF4-FFF2-40B4-BE49-F238E27FC236}">
                <a16:creationId xmlns:a16="http://schemas.microsoft.com/office/drawing/2014/main" id="{ED222E50-39FD-5A46-FD5D-5A1841CBD8C2}"/>
              </a:ext>
            </a:extLst>
          </p:cNvPr>
          <p:cNvSpPr txBox="1"/>
          <p:nvPr/>
        </p:nvSpPr>
        <p:spPr>
          <a:xfrm>
            <a:off x="1797050" y="1536347"/>
            <a:ext cx="3733800" cy="369332"/>
          </a:xfrm>
          <a:prstGeom prst="rect">
            <a:avLst/>
          </a:prstGeom>
          <a:noFill/>
        </p:spPr>
        <p:txBody>
          <a:bodyPr wrap="square" rtlCol="1">
            <a:spAutoFit/>
          </a:bodyPr>
          <a:lstStyle/>
          <a:p>
            <a:pPr algn="ctr" rtl="1"/>
            <a:r>
              <a:rPr lang="ar-SA" b="1" dirty="0">
                <a:solidFill>
                  <a:srgbClr val="C00000"/>
                </a:solidFill>
              </a:rPr>
              <a:t>تقرير تنفيذ مجتمع تعلم مهني</a:t>
            </a:r>
            <a:endParaRPr lang="en-US" dirty="0">
              <a:solidFill>
                <a:srgbClr val="C00000"/>
              </a:solidFill>
            </a:endParaRPr>
          </a:p>
        </p:txBody>
      </p:sp>
      <p:sp>
        <p:nvSpPr>
          <p:cNvPr id="3" name="مربع نص 2">
            <a:extLst>
              <a:ext uri="{FF2B5EF4-FFF2-40B4-BE49-F238E27FC236}">
                <a16:creationId xmlns:a16="http://schemas.microsoft.com/office/drawing/2014/main" id="{ABB13DD8-3741-5040-6360-CBFE5EFE15B1}"/>
              </a:ext>
            </a:extLst>
          </p:cNvPr>
          <p:cNvSpPr txBox="1"/>
          <p:nvPr/>
        </p:nvSpPr>
        <p:spPr>
          <a:xfrm>
            <a:off x="2559050" y="2387644"/>
            <a:ext cx="4724400" cy="523220"/>
          </a:xfrm>
          <a:prstGeom prst="rect">
            <a:avLst/>
          </a:prstGeom>
          <a:noFill/>
        </p:spPr>
        <p:txBody>
          <a:bodyPr wrap="square" rtlCol="1">
            <a:spAutoFit/>
          </a:bodyPr>
          <a:lstStyle/>
          <a:p>
            <a:pPr algn="r" rtl="1"/>
            <a:r>
              <a:rPr lang="ar-SA" sz="1400" b="1" dirty="0"/>
              <a:t>البيانات الأساسية للمجتمع المهني  ( يعبأ من قبل المنفذين)</a:t>
            </a:r>
            <a:endParaRPr lang="en-US" sz="1400" dirty="0"/>
          </a:p>
          <a:p>
            <a:pPr algn="r" rtl="1"/>
            <a:endParaRPr lang="ar-SA" sz="1400" dirty="0"/>
          </a:p>
        </p:txBody>
      </p:sp>
      <p:graphicFrame>
        <p:nvGraphicFramePr>
          <p:cNvPr id="8" name="جدول 7">
            <a:extLst>
              <a:ext uri="{FF2B5EF4-FFF2-40B4-BE49-F238E27FC236}">
                <a16:creationId xmlns:a16="http://schemas.microsoft.com/office/drawing/2014/main" id="{CF546995-6714-BB08-EDF0-D31216CFBC73}"/>
              </a:ext>
            </a:extLst>
          </p:cNvPr>
          <p:cNvGraphicFramePr>
            <a:graphicFrameLocks noGrp="1"/>
          </p:cNvGraphicFramePr>
          <p:nvPr>
            <p:extLst>
              <p:ext uri="{D42A27DB-BD31-4B8C-83A1-F6EECF244321}">
                <p14:modId xmlns:p14="http://schemas.microsoft.com/office/powerpoint/2010/main" val="4257386823"/>
              </p:ext>
            </p:extLst>
          </p:nvPr>
        </p:nvGraphicFramePr>
        <p:xfrm>
          <a:off x="806450" y="2755900"/>
          <a:ext cx="6473825" cy="1800734"/>
        </p:xfrm>
        <a:graphic>
          <a:graphicData uri="http://schemas.openxmlformats.org/drawingml/2006/table">
            <a:tbl>
              <a:tblPr rtl="1" firstRow="1" firstCol="1" bandRow="1">
                <a:tableStyleId>{5940675A-B579-460E-94D1-54222C63F5DA}</a:tableStyleId>
              </a:tblPr>
              <a:tblGrid>
                <a:gridCol w="1193371">
                  <a:extLst>
                    <a:ext uri="{9D8B030D-6E8A-4147-A177-3AD203B41FA5}">
                      <a16:colId xmlns:a16="http://schemas.microsoft.com/office/drawing/2014/main" val="169193020"/>
                    </a:ext>
                  </a:extLst>
                </a:gridCol>
                <a:gridCol w="1193371">
                  <a:extLst>
                    <a:ext uri="{9D8B030D-6E8A-4147-A177-3AD203B41FA5}">
                      <a16:colId xmlns:a16="http://schemas.microsoft.com/office/drawing/2014/main" val="1080763411"/>
                    </a:ext>
                  </a:extLst>
                </a:gridCol>
                <a:gridCol w="1193371">
                  <a:extLst>
                    <a:ext uri="{9D8B030D-6E8A-4147-A177-3AD203B41FA5}">
                      <a16:colId xmlns:a16="http://schemas.microsoft.com/office/drawing/2014/main" val="226529993"/>
                    </a:ext>
                  </a:extLst>
                </a:gridCol>
                <a:gridCol w="1018158">
                  <a:extLst>
                    <a:ext uri="{9D8B030D-6E8A-4147-A177-3AD203B41FA5}">
                      <a16:colId xmlns:a16="http://schemas.microsoft.com/office/drawing/2014/main" val="3007160302"/>
                    </a:ext>
                  </a:extLst>
                </a:gridCol>
                <a:gridCol w="857396">
                  <a:extLst>
                    <a:ext uri="{9D8B030D-6E8A-4147-A177-3AD203B41FA5}">
                      <a16:colId xmlns:a16="http://schemas.microsoft.com/office/drawing/2014/main" val="256348785"/>
                    </a:ext>
                  </a:extLst>
                </a:gridCol>
                <a:gridCol w="1018158">
                  <a:extLst>
                    <a:ext uri="{9D8B030D-6E8A-4147-A177-3AD203B41FA5}">
                      <a16:colId xmlns:a16="http://schemas.microsoft.com/office/drawing/2014/main" val="3646016874"/>
                    </a:ext>
                  </a:extLst>
                </a:gridCol>
              </a:tblGrid>
              <a:tr h="212725">
                <a:tc>
                  <a:txBody>
                    <a:bodyPr/>
                    <a:lstStyle/>
                    <a:p>
                      <a:pPr algn="ctr" rtl="1">
                        <a:lnSpc>
                          <a:spcPct val="107000"/>
                        </a:lnSpc>
                        <a:spcAft>
                          <a:spcPts val="800"/>
                        </a:spcAft>
                        <a:buNone/>
                      </a:pPr>
                      <a:r>
                        <a:rPr lang="ar-SA" sz="1100" b="1" kern="100" dirty="0">
                          <a:effectLst/>
                        </a:rPr>
                        <a:t>عنوان المجتمع (الموضوع أو المهمة)</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5">
                  <a:txBody>
                    <a:bodyPr/>
                    <a:lstStyle/>
                    <a:p>
                      <a:pPr algn="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158894704"/>
                  </a:ext>
                </a:extLst>
              </a:tr>
              <a:tr h="108585">
                <a:tc>
                  <a:txBody>
                    <a:bodyPr/>
                    <a:lstStyle/>
                    <a:p>
                      <a:pPr algn="ctr" rtl="1">
                        <a:lnSpc>
                          <a:spcPct val="107000"/>
                        </a:lnSpc>
                        <a:spcAft>
                          <a:spcPts val="800"/>
                        </a:spcAft>
                        <a:buNone/>
                      </a:pPr>
                      <a:r>
                        <a:rPr lang="ar-SA" sz="1100" b="1" kern="100">
                          <a:effectLst/>
                        </a:rPr>
                        <a:t>يوم التنفيذ</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2">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tc>
                  <a:txBody>
                    <a:bodyPr/>
                    <a:lstStyle/>
                    <a:p>
                      <a:pPr algn="ctr" rtl="1">
                        <a:lnSpc>
                          <a:spcPct val="107000"/>
                        </a:lnSpc>
                        <a:spcAft>
                          <a:spcPts val="800"/>
                        </a:spcAft>
                        <a:buNone/>
                      </a:pPr>
                      <a:r>
                        <a:rPr lang="ar-SA" sz="1100" b="1" kern="100">
                          <a:effectLst/>
                        </a:rPr>
                        <a:t>التاريخ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2">
                  <a:txBody>
                    <a:bodyPr/>
                    <a:lstStyle/>
                    <a:p>
                      <a:pPr algn="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extLst>
                  <a:ext uri="{0D108BD9-81ED-4DB2-BD59-A6C34878D82A}">
                    <a16:rowId xmlns:a16="http://schemas.microsoft.com/office/drawing/2014/main" val="2354640664"/>
                  </a:ext>
                </a:extLst>
              </a:tr>
              <a:tr h="212725">
                <a:tc>
                  <a:txBody>
                    <a:bodyPr/>
                    <a:lstStyle/>
                    <a:p>
                      <a:pPr algn="ctr" rtl="1">
                        <a:lnSpc>
                          <a:spcPct val="107000"/>
                        </a:lnSpc>
                        <a:spcAft>
                          <a:spcPts val="800"/>
                        </a:spcAft>
                        <a:buNone/>
                      </a:pPr>
                      <a:r>
                        <a:rPr lang="ar-SA" sz="1100" b="1" kern="100">
                          <a:effectLst/>
                        </a:rPr>
                        <a:t>مقر التنفيذ</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dirty="0">
                          <a:effectLst/>
                        </a:rPr>
                        <a:t> </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مدة التنفيذ</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عدد المستفيدين</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34575444"/>
                  </a:ext>
                </a:extLst>
              </a:tr>
              <a:tr h="212725">
                <a:tc rowSpan="2">
                  <a:txBody>
                    <a:bodyPr/>
                    <a:lstStyle/>
                    <a:p>
                      <a:pPr algn="ctr" rtl="1">
                        <a:lnSpc>
                          <a:spcPct val="107000"/>
                        </a:lnSpc>
                        <a:spcAft>
                          <a:spcPts val="800"/>
                        </a:spcAft>
                        <a:buNone/>
                      </a:pPr>
                      <a:r>
                        <a:rPr lang="ar-SA" sz="1100" b="1" kern="100">
                          <a:effectLst/>
                        </a:rPr>
                        <a:t>الفئة المنفذة</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الاسم</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dirty="0">
                          <a:effectLst/>
                        </a:rPr>
                        <a:t>الوصف الوظيفي</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2">
                  <a:txBody>
                    <a:bodyPr/>
                    <a:lstStyle/>
                    <a:p>
                      <a:pPr algn="ctr" rtl="1">
                        <a:lnSpc>
                          <a:spcPct val="107000"/>
                        </a:lnSpc>
                        <a:spcAft>
                          <a:spcPts val="800"/>
                        </a:spcAft>
                        <a:buNone/>
                      </a:pPr>
                      <a:r>
                        <a:rPr lang="ar-SA" sz="1100" b="1" kern="100">
                          <a:effectLst/>
                        </a:rPr>
                        <a:t>الاسم</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tc>
                  <a:txBody>
                    <a:bodyPr/>
                    <a:lstStyle/>
                    <a:p>
                      <a:pPr algn="ctr" rtl="1">
                        <a:lnSpc>
                          <a:spcPct val="107000"/>
                        </a:lnSpc>
                        <a:spcAft>
                          <a:spcPts val="800"/>
                        </a:spcAft>
                        <a:buNone/>
                      </a:pPr>
                      <a:r>
                        <a:rPr lang="ar-SA" sz="1100" b="1" kern="100">
                          <a:effectLst/>
                        </a:rPr>
                        <a:t>الوصف الوظيفي</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807686882"/>
                  </a:ext>
                </a:extLst>
              </a:tr>
              <a:tr h="212725">
                <a:tc vMerge="1">
                  <a:txBody>
                    <a:bodyPr/>
                    <a:lstStyle/>
                    <a:p>
                      <a:pPr rtl="1"/>
                      <a:endParaRPr lang="ar-SA"/>
                    </a:p>
                  </a:txBody>
                  <a:tcPr/>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2">
                  <a:txBody>
                    <a:bodyPr/>
                    <a:lstStyle/>
                    <a:p>
                      <a:pPr algn="r" rtl="1">
                        <a:lnSpc>
                          <a:spcPct val="107000"/>
                        </a:lnSpc>
                        <a:spcAft>
                          <a:spcPts val="800"/>
                        </a:spcAft>
                        <a:buNone/>
                      </a:pPr>
                      <a:r>
                        <a:rPr lang="ar-SA" sz="1100" b="1" kern="100" dirty="0">
                          <a:effectLst/>
                        </a:rPr>
                        <a:t> </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818959438"/>
                  </a:ext>
                </a:extLst>
              </a:tr>
              <a:tr h="212725">
                <a:tc>
                  <a:txBody>
                    <a:bodyPr/>
                    <a:lstStyle/>
                    <a:p>
                      <a:pPr algn="ctr" rtl="1">
                        <a:lnSpc>
                          <a:spcPct val="107000"/>
                        </a:lnSpc>
                        <a:spcAft>
                          <a:spcPts val="800"/>
                        </a:spcAft>
                        <a:buNone/>
                      </a:pPr>
                      <a:r>
                        <a:rPr lang="ar-SA" sz="1100" b="1" kern="100">
                          <a:effectLst/>
                        </a:rPr>
                        <a:t>أوعية المجتمع المهني</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gridSpan="5">
                  <a:txBody>
                    <a:bodyPr/>
                    <a:lstStyle/>
                    <a:p>
                      <a:pPr algn="r" rtl="0">
                        <a:lnSpc>
                          <a:spcPct val="107000"/>
                        </a:lnSpc>
                        <a:spcAft>
                          <a:spcPts val="800"/>
                        </a:spcAft>
                        <a:buNone/>
                      </a:pPr>
                      <a:r>
                        <a:rPr lang="en-US" sz="1100" b="1" kern="100" dirty="0">
                          <a:effectLst/>
                          <a:sym typeface="AGA Arabesque Desktop" panose="05010101010101010101" pitchFamily="2" charset="2"/>
                        </a:rPr>
                        <a:t></a:t>
                      </a:r>
                      <a:r>
                        <a:rPr lang="ar-SA" sz="1100" b="1" kern="100" dirty="0">
                          <a:effectLst/>
                        </a:rPr>
                        <a:t> اجتماعات ولقاءات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ورش عمل وحلقات نقاش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التدريب بالأقران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زيارات متبادلة        </a:t>
                      </a:r>
                      <a:r>
                        <a:rPr lang="en-US" sz="1100" b="1" kern="100" dirty="0">
                          <a:effectLst/>
                          <a:sym typeface="AGA Arabesque Desktop" panose="05010101010101010101" pitchFamily="2" charset="2"/>
                        </a:rPr>
                        <a:t></a:t>
                      </a:r>
                      <a:r>
                        <a:rPr lang="ar-SA" sz="1100" b="1" kern="100" dirty="0">
                          <a:effectLst/>
                        </a:rPr>
                        <a:t> قراءة موجهة </a:t>
                      </a:r>
                      <a:endParaRPr lang="en-US" sz="1100" b="1" kern="100" dirty="0">
                        <a:effectLst/>
                      </a:endParaRPr>
                    </a:p>
                    <a:p>
                      <a:pPr algn="r" rtl="1">
                        <a:lnSpc>
                          <a:spcPct val="107000"/>
                        </a:lnSpc>
                        <a:spcAft>
                          <a:spcPts val="800"/>
                        </a:spcAft>
                        <a:buNone/>
                      </a:pP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درس تطبيقي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بحوث اجرائية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تدريب مصغر      </a:t>
                      </a:r>
                      <a:r>
                        <a:rPr lang="en-US" sz="1100" b="1" kern="100" dirty="0">
                          <a:effectLst/>
                          <a:sym typeface="AGA Arabesque Desktop" panose="05010101010101010101" pitchFamily="2" charset="2"/>
                        </a:rPr>
                        <a:t></a:t>
                      </a:r>
                      <a:r>
                        <a:rPr lang="en-US" sz="1100" b="1" kern="100" dirty="0">
                          <a:effectLst/>
                        </a:rPr>
                        <a:t> </a:t>
                      </a:r>
                      <a:r>
                        <a:rPr lang="ar-SA" sz="1100" b="1" kern="100" dirty="0">
                          <a:effectLst/>
                        </a:rPr>
                        <a:t>تبادل الموارد التعليمية     </a:t>
                      </a:r>
                      <a:r>
                        <a:rPr lang="en-US" sz="1100" b="1" kern="100" dirty="0">
                          <a:effectLst/>
                          <a:sym typeface="AGA Arabesque Desktop" panose="05010101010101010101" pitchFamily="2" charset="2"/>
                        </a:rPr>
                        <a:t></a:t>
                      </a:r>
                      <a:r>
                        <a:rPr lang="ar-SA" sz="1100" b="1" kern="100" dirty="0">
                          <a:effectLst/>
                        </a:rPr>
                        <a:t> التفعيل الالكتروني</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3654598892"/>
                  </a:ext>
                </a:extLst>
              </a:tr>
            </a:tbl>
          </a:graphicData>
        </a:graphic>
      </p:graphicFrame>
      <p:sp>
        <p:nvSpPr>
          <p:cNvPr id="9" name="مربع نص 8">
            <a:extLst>
              <a:ext uri="{FF2B5EF4-FFF2-40B4-BE49-F238E27FC236}">
                <a16:creationId xmlns:a16="http://schemas.microsoft.com/office/drawing/2014/main" id="{EBE23FC6-F66B-9C3F-AD45-8BB89B87D5FF}"/>
              </a:ext>
            </a:extLst>
          </p:cNvPr>
          <p:cNvSpPr txBox="1"/>
          <p:nvPr/>
        </p:nvSpPr>
        <p:spPr>
          <a:xfrm>
            <a:off x="2635250" y="4713716"/>
            <a:ext cx="4724400" cy="523220"/>
          </a:xfrm>
          <a:prstGeom prst="rect">
            <a:avLst/>
          </a:prstGeom>
          <a:noFill/>
        </p:spPr>
        <p:txBody>
          <a:bodyPr wrap="square" rtlCol="1">
            <a:spAutoFit/>
          </a:bodyPr>
          <a:lstStyle/>
          <a:p>
            <a:pPr algn="r" rtl="1"/>
            <a:r>
              <a:rPr lang="ar-SA" sz="1400" b="1" dirty="0"/>
              <a:t>منهجية التنفيذ ونواتج المجتمع المهني (يعبأ من قبل منفذ مجتمع التعلم المهني)</a:t>
            </a:r>
            <a:endParaRPr lang="en-US" sz="1400" dirty="0"/>
          </a:p>
          <a:p>
            <a:pPr algn="r" rtl="1"/>
            <a:endParaRPr lang="ar-SA" sz="1400" dirty="0"/>
          </a:p>
        </p:txBody>
      </p:sp>
      <p:graphicFrame>
        <p:nvGraphicFramePr>
          <p:cNvPr id="13" name="جدول 12">
            <a:extLst>
              <a:ext uri="{FF2B5EF4-FFF2-40B4-BE49-F238E27FC236}">
                <a16:creationId xmlns:a16="http://schemas.microsoft.com/office/drawing/2014/main" id="{2A512D9A-70E4-2E44-624F-B6F1303C66C8}"/>
              </a:ext>
            </a:extLst>
          </p:cNvPr>
          <p:cNvGraphicFramePr>
            <a:graphicFrameLocks noGrp="1"/>
          </p:cNvGraphicFramePr>
          <p:nvPr>
            <p:extLst>
              <p:ext uri="{D42A27DB-BD31-4B8C-83A1-F6EECF244321}">
                <p14:modId xmlns:p14="http://schemas.microsoft.com/office/powerpoint/2010/main" val="2120320702"/>
              </p:ext>
            </p:extLst>
          </p:nvPr>
        </p:nvGraphicFramePr>
        <p:xfrm>
          <a:off x="793115" y="5118100"/>
          <a:ext cx="6487160" cy="4019424"/>
        </p:xfrm>
        <a:graphic>
          <a:graphicData uri="http://schemas.openxmlformats.org/drawingml/2006/table">
            <a:tbl>
              <a:tblPr rtl="1" firstRow="1" firstCol="1" bandRow="1">
                <a:tableStyleId>{5940675A-B579-460E-94D1-54222C63F5DA}</a:tableStyleId>
              </a:tblPr>
              <a:tblGrid>
                <a:gridCol w="1270000">
                  <a:extLst>
                    <a:ext uri="{9D8B030D-6E8A-4147-A177-3AD203B41FA5}">
                      <a16:colId xmlns:a16="http://schemas.microsoft.com/office/drawing/2014/main" val="3214035735"/>
                    </a:ext>
                  </a:extLst>
                </a:gridCol>
                <a:gridCol w="5217160">
                  <a:extLst>
                    <a:ext uri="{9D8B030D-6E8A-4147-A177-3AD203B41FA5}">
                      <a16:colId xmlns:a16="http://schemas.microsoft.com/office/drawing/2014/main" val="386270407"/>
                    </a:ext>
                  </a:extLst>
                </a:gridCol>
              </a:tblGrid>
              <a:tr h="0">
                <a:tc>
                  <a:txBody>
                    <a:bodyPr/>
                    <a:lstStyle/>
                    <a:p>
                      <a:pPr algn="ctr" rtl="1">
                        <a:lnSpc>
                          <a:spcPct val="107000"/>
                        </a:lnSpc>
                        <a:spcAft>
                          <a:spcPts val="800"/>
                        </a:spcAft>
                        <a:buNone/>
                      </a:pPr>
                      <a:r>
                        <a:rPr lang="ar-SA" sz="1100" b="1" kern="100">
                          <a:effectLst/>
                          <a:cs typeface="+mn-cs"/>
                        </a:rPr>
                        <a:t>مجتمع تعلم مهني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1">
                        <a:lnSpc>
                          <a:spcPct val="107000"/>
                        </a:lnSpc>
                        <a:spcAft>
                          <a:spcPts val="800"/>
                        </a:spcAft>
                        <a:buNone/>
                      </a:pPr>
                      <a:r>
                        <a:rPr lang="ar-SA" sz="1100" b="1" kern="100">
                          <a:effectLst/>
                          <a:cs typeface="+mn-cs"/>
                        </a:rPr>
                        <a:t>مستوى الفريق ( </a:t>
                      </a:r>
                      <a:r>
                        <a:rPr lang="en-US" sz="1100" b="1" kern="100">
                          <a:effectLst/>
                          <a:cs typeface="+mn-cs"/>
                          <a:sym typeface="AGA Arabesque Desktop" panose="05010101010101010101" pitchFamily="2" charset="2"/>
                        </a:rPr>
                        <a:t></a:t>
                      </a:r>
                      <a:r>
                        <a:rPr lang="ar-SA" sz="1100" b="1" kern="100">
                          <a:effectLst/>
                          <a:cs typeface="+mn-cs"/>
                        </a:rPr>
                        <a:t>تخصصي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قضية مدرسية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قضية مرحلة دراسية)                         </a:t>
                      </a:r>
                      <a:r>
                        <a:rPr lang="en-US" sz="1100" b="1" kern="100">
                          <a:effectLst/>
                          <a:cs typeface="+mn-cs"/>
                          <a:sym typeface="AGA Arabesque Desktop" panose="05010101010101010101" pitchFamily="2" charset="2"/>
                        </a:rPr>
                        <a:t></a:t>
                      </a:r>
                      <a:r>
                        <a:rPr lang="ar-SA" sz="1100" b="1" kern="100">
                          <a:effectLst/>
                          <a:cs typeface="+mn-cs"/>
                        </a:rPr>
                        <a:t> مستوى المدرسة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2682220915"/>
                  </a:ext>
                </a:extLst>
              </a:tr>
              <a:tr h="361315">
                <a:tc>
                  <a:txBody>
                    <a:bodyPr/>
                    <a:lstStyle/>
                    <a:p>
                      <a:pPr algn="ctr" rtl="1">
                        <a:lnSpc>
                          <a:spcPct val="107000"/>
                        </a:lnSpc>
                        <a:spcAft>
                          <a:spcPts val="800"/>
                        </a:spcAft>
                        <a:buNone/>
                      </a:pPr>
                      <a:r>
                        <a:rPr lang="ar-SA" sz="1100" b="1" kern="100">
                          <a:effectLst/>
                          <a:cs typeface="+mn-cs"/>
                        </a:rPr>
                        <a:t>أسلوب تحديد الاحتياج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lnSpc>
                          <a:spcPct val="107000"/>
                        </a:lnSpc>
                        <a:spcAft>
                          <a:spcPts val="800"/>
                        </a:spcAft>
                        <a:buNone/>
                      </a:pPr>
                      <a:r>
                        <a:rPr lang="ar-SA" sz="1100" b="1" kern="100">
                          <a:effectLst/>
                          <a:cs typeface="+mn-cs"/>
                        </a:rPr>
                        <a:t> </a:t>
                      </a:r>
                      <a:r>
                        <a:rPr lang="en-US" sz="1100" b="1" kern="100">
                          <a:effectLst/>
                          <a:cs typeface="+mn-cs"/>
                          <a:sym typeface="AGA Arabesque Desktop" panose="05010101010101010101" pitchFamily="2" charset="2"/>
                        </a:rPr>
                        <a:t></a:t>
                      </a:r>
                      <a:r>
                        <a:rPr lang="ar-SA" sz="1100" b="1" kern="100">
                          <a:effectLst/>
                          <a:cs typeface="+mn-cs"/>
                        </a:rPr>
                        <a:t> الملاحظة          </a:t>
                      </a:r>
                      <a:r>
                        <a:rPr lang="en-US" sz="1100" b="1" kern="100">
                          <a:effectLst/>
                          <a:cs typeface="+mn-cs"/>
                          <a:sym typeface="AGA Arabesque Desktop" panose="05010101010101010101" pitchFamily="2" charset="2"/>
                        </a:rPr>
                        <a:t></a:t>
                      </a:r>
                      <a:r>
                        <a:rPr lang="ar-SA" sz="1100" b="1" kern="100">
                          <a:effectLst/>
                          <a:cs typeface="+mn-cs"/>
                        </a:rPr>
                        <a:t> مقابلات ومناقشات            </a:t>
                      </a:r>
                      <a:r>
                        <a:rPr lang="en-US" sz="1100" b="1" kern="100">
                          <a:effectLst/>
                          <a:cs typeface="+mn-cs"/>
                          <a:sym typeface="AGA Arabesque Desktop" panose="05010101010101010101" pitchFamily="2" charset="2"/>
                        </a:rPr>
                        <a:t></a:t>
                      </a:r>
                      <a:r>
                        <a:rPr lang="ar-SA" sz="1100" b="1" kern="100">
                          <a:effectLst/>
                          <a:cs typeface="+mn-cs"/>
                        </a:rPr>
                        <a:t> الاستبانة         </a:t>
                      </a:r>
                      <a:r>
                        <a:rPr lang="en-US" sz="1100" b="1" kern="100">
                          <a:effectLst/>
                          <a:cs typeface="+mn-cs"/>
                          <a:sym typeface="AGA Arabesque Desktop" panose="05010101010101010101" pitchFamily="2" charset="2"/>
                        </a:rPr>
                        <a:t></a:t>
                      </a:r>
                      <a:r>
                        <a:rPr lang="ar-SA" sz="1100" b="1" kern="100">
                          <a:effectLst/>
                          <a:cs typeface="+mn-cs"/>
                        </a:rPr>
                        <a:t>  تحليل نتائج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المداولات الإشرافية</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1814345697"/>
                  </a:ext>
                </a:extLst>
              </a:tr>
              <a:tr h="0">
                <a:tc>
                  <a:txBody>
                    <a:bodyPr/>
                    <a:lstStyle/>
                    <a:p>
                      <a:pPr algn="ctr" rtl="1">
                        <a:lnSpc>
                          <a:spcPct val="107000"/>
                        </a:lnSpc>
                        <a:spcAft>
                          <a:spcPts val="800"/>
                        </a:spcAft>
                        <a:buNone/>
                      </a:pPr>
                      <a:r>
                        <a:rPr lang="ar-SA" sz="1100" b="1" kern="100">
                          <a:effectLst/>
                          <a:cs typeface="+mn-cs"/>
                        </a:rPr>
                        <a:t>مجتمع التعلم المهني يركز على:</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lnSpc>
                          <a:spcPct val="107000"/>
                        </a:lnSpc>
                        <a:spcAft>
                          <a:spcPts val="800"/>
                        </a:spcAft>
                        <a:buNone/>
                      </a:pP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تجويد العمل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تحسين نواتج التعلم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تحسين البيئة التعليمية          </a:t>
                      </a:r>
                      <a:r>
                        <a:rPr lang="en-US" sz="1100" b="1" kern="100">
                          <a:effectLst/>
                          <a:cs typeface="+mn-cs"/>
                          <a:sym typeface="AGA Arabesque Desktop" panose="05010101010101010101" pitchFamily="2" charset="2"/>
                        </a:rPr>
                        <a:t></a:t>
                      </a:r>
                      <a:r>
                        <a:rPr lang="en-US" sz="1100" b="1" kern="100">
                          <a:effectLst/>
                          <a:cs typeface="+mn-cs"/>
                        </a:rPr>
                        <a:t> </a:t>
                      </a:r>
                      <a:r>
                        <a:rPr lang="ar-SA" sz="1100" b="1" kern="100">
                          <a:effectLst/>
                          <a:cs typeface="+mn-cs"/>
                        </a:rPr>
                        <a:t> قضايا تربوية أخرى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2324190920"/>
                  </a:ext>
                </a:extLst>
              </a:tr>
              <a:tr h="468630">
                <a:tc>
                  <a:txBody>
                    <a:bodyPr/>
                    <a:lstStyle/>
                    <a:p>
                      <a:pPr algn="ctr" rtl="1">
                        <a:lnSpc>
                          <a:spcPct val="107000"/>
                        </a:lnSpc>
                        <a:spcAft>
                          <a:spcPts val="800"/>
                        </a:spcAft>
                        <a:buNone/>
                      </a:pPr>
                      <a:r>
                        <a:rPr lang="ar-SA" sz="1100" b="1" kern="100">
                          <a:effectLst/>
                          <a:cs typeface="+mn-cs"/>
                        </a:rPr>
                        <a:t>الأهداف</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1">
                        <a:lnSpc>
                          <a:spcPct val="107000"/>
                        </a:lnSpc>
                        <a:spcAft>
                          <a:spcPts val="800"/>
                        </a:spcAft>
                        <a:buNone/>
                      </a:pPr>
                      <a:r>
                        <a:rPr lang="ar-SA" sz="1100" b="1" kern="100">
                          <a:effectLst/>
                          <a:cs typeface="+mn-cs"/>
                        </a:rPr>
                        <a:t>الهدف العام:</a:t>
                      </a:r>
                      <a:endParaRPr lang="en-US" sz="1100" b="1" kern="100">
                        <a:effectLst/>
                        <a:cs typeface="+mn-cs"/>
                      </a:endParaRPr>
                    </a:p>
                    <a:p>
                      <a:pPr algn="r" rtl="1">
                        <a:lnSpc>
                          <a:spcPct val="107000"/>
                        </a:lnSpc>
                        <a:spcAft>
                          <a:spcPts val="800"/>
                        </a:spcAft>
                        <a:buNone/>
                      </a:pPr>
                      <a:r>
                        <a:rPr lang="ar-SA" sz="1100" b="1" kern="100">
                          <a:effectLst/>
                          <a:cs typeface="+mn-cs"/>
                        </a:rPr>
                        <a:t>الأهداف التفصيلية:</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1372290861"/>
                  </a:ext>
                </a:extLst>
              </a:tr>
              <a:tr h="541020">
                <a:tc>
                  <a:txBody>
                    <a:bodyPr/>
                    <a:lstStyle/>
                    <a:p>
                      <a:pPr algn="ctr" rtl="1">
                        <a:lnSpc>
                          <a:spcPct val="107000"/>
                        </a:lnSpc>
                        <a:spcAft>
                          <a:spcPts val="800"/>
                        </a:spcAft>
                        <a:buNone/>
                      </a:pPr>
                      <a:r>
                        <a:rPr lang="ar-SA" sz="1100" b="1" kern="100">
                          <a:effectLst/>
                          <a:cs typeface="+mn-cs"/>
                        </a:rPr>
                        <a:t>إجراءات التنفيذ</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marL="457200" algn="r" rtl="1">
                        <a:lnSpc>
                          <a:spcPct val="107000"/>
                        </a:lnSpc>
                        <a:buNone/>
                      </a:pPr>
                      <a:r>
                        <a:rPr lang="ar-SA" sz="1100" b="1" kern="100">
                          <a:effectLst/>
                          <a:cs typeface="+mn-cs"/>
                        </a:rPr>
                        <a:t> </a:t>
                      </a:r>
                      <a:endParaRPr lang="en-US" sz="1100" b="1" kern="100">
                        <a:effectLst/>
                        <a:cs typeface="+mn-cs"/>
                      </a:endParaRPr>
                    </a:p>
                    <a:p>
                      <a:pPr marL="457200" algn="r" rtl="1">
                        <a:lnSpc>
                          <a:spcPct val="107000"/>
                        </a:lnSpc>
                        <a:buNone/>
                      </a:pPr>
                      <a:r>
                        <a:rPr lang="ar-SA" sz="1100" b="1" kern="100">
                          <a:effectLst/>
                          <a:cs typeface="+mn-cs"/>
                        </a:rPr>
                        <a:t> </a:t>
                      </a:r>
                      <a:endParaRPr lang="en-US" sz="1100" b="1" kern="100">
                        <a:effectLst/>
                        <a:cs typeface="+mn-cs"/>
                      </a:endParaRPr>
                    </a:p>
                    <a:p>
                      <a:pPr marL="457200" algn="r" rtl="1">
                        <a:lnSpc>
                          <a:spcPct val="107000"/>
                        </a:lnSpc>
                        <a:spcAft>
                          <a:spcPts val="800"/>
                        </a:spcAft>
                        <a:buNone/>
                      </a:pPr>
                      <a:r>
                        <a:rPr lang="ar-SA" sz="1100" b="1" kern="100">
                          <a:effectLst/>
                          <a:cs typeface="+mn-cs"/>
                        </a:rPr>
                        <a:t>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1434896851"/>
                  </a:ext>
                </a:extLst>
              </a:tr>
              <a:tr h="389255">
                <a:tc>
                  <a:txBody>
                    <a:bodyPr/>
                    <a:lstStyle/>
                    <a:p>
                      <a:pPr algn="ctr" rtl="1">
                        <a:lnSpc>
                          <a:spcPct val="107000"/>
                        </a:lnSpc>
                        <a:spcAft>
                          <a:spcPts val="800"/>
                        </a:spcAft>
                        <a:buNone/>
                      </a:pPr>
                      <a:r>
                        <a:rPr lang="ar-SA" sz="1100" b="1" kern="100">
                          <a:effectLst/>
                          <a:cs typeface="+mn-cs"/>
                        </a:rPr>
                        <a:t>أدوات القياس</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buNone/>
                      </a:pPr>
                      <a:r>
                        <a:rPr lang="ar-SA" sz="1100" b="1" kern="100">
                          <a:effectLst/>
                          <a:cs typeface="+mn-cs"/>
                        </a:rPr>
                        <a:t> </a:t>
                      </a:r>
                      <a:endParaRPr lang="en-US" sz="1100" b="1" kern="100">
                        <a:effectLst/>
                        <a:latin typeface="Aptos" panose="020B0004020202020204" pitchFamily="34" charset="0"/>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3287383592"/>
                  </a:ext>
                </a:extLst>
              </a:tr>
              <a:tr h="389255">
                <a:tc>
                  <a:txBody>
                    <a:bodyPr/>
                    <a:lstStyle/>
                    <a:p>
                      <a:pPr algn="ctr" rtl="1">
                        <a:lnSpc>
                          <a:spcPct val="107000"/>
                        </a:lnSpc>
                        <a:spcAft>
                          <a:spcPts val="800"/>
                        </a:spcAft>
                        <a:buNone/>
                      </a:pPr>
                      <a:r>
                        <a:rPr lang="ar-SA" sz="1100" b="1" kern="100">
                          <a:effectLst/>
                          <a:cs typeface="+mn-cs"/>
                        </a:rPr>
                        <a:t>قياس الأثر</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buNone/>
                      </a:pPr>
                      <a:r>
                        <a:rPr lang="ar-SA" sz="1100" b="1" kern="100">
                          <a:effectLst/>
                          <a:cs typeface="+mn-cs"/>
                        </a:rPr>
                        <a:t> </a:t>
                      </a:r>
                      <a:endParaRPr lang="en-US" sz="1100" b="1" kern="100">
                        <a:effectLst/>
                        <a:latin typeface="Aptos" panose="020B0004020202020204" pitchFamily="34" charset="0"/>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4124000212"/>
                  </a:ext>
                </a:extLst>
              </a:tr>
              <a:tr h="389255">
                <a:tc>
                  <a:txBody>
                    <a:bodyPr/>
                    <a:lstStyle/>
                    <a:p>
                      <a:pPr algn="ctr" rtl="1">
                        <a:lnSpc>
                          <a:spcPct val="107000"/>
                        </a:lnSpc>
                        <a:spcAft>
                          <a:spcPts val="800"/>
                        </a:spcAft>
                        <a:buNone/>
                      </a:pPr>
                      <a:r>
                        <a:rPr lang="ar-SA" sz="1100" b="1" kern="100">
                          <a:effectLst/>
                          <a:cs typeface="+mn-cs"/>
                        </a:rPr>
                        <a:t>التوصيات</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buNone/>
                      </a:pPr>
                      <a:r>
                        <a:rPr lang="ar-SA" sz="1100" b="1" kern="100">
                          <a:effectLst/>
                          <a:cs typeface="+mn-cs"/>
                        </a:rPr>
                        <a:t> </a:t>
                      </a:r>
                      <a:endParaRPr lang="en-US" sz="1100" b="1" kern="100">
                        <a:effectLst/>
                        <a:latin typeface="Aptos" panose="020B0004020202020204" pitchFamily="34" charset="0"/>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86659890"/>
                  </a:ext>
                </a:extLst>
              </a:tr>
              <a:tr h="389255">
                <a:tc>
                  <a:txBody>
                    <a:bodyPr/>
                    <a:lstStyle/>
                    <a:p>
                      <a:pPr algn="ctr" rtl="1">
                        <a:lnSpc>
                          <a:spcPct val="107000"/>
                        </a:lnSpc>
                        <a:spcAft>
                          <a:spcPts val="800"/>
                        </a:spcAft>
                        <a:buNone/>
                      </a:pPr>
                      <a:r>
                        <a:rPr lang="ar-SA" sz="1100" b="1" kern="100">
                          <a:effectLst/>
                          <a:cs typeface="+mn-cs"/>
                        </a:rPr>
                        <a:t>شواهد التنفيذ</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0">
                        <a:buNone/>
                      </a:pPr>
                      <a:r>
                        <a:rPr lang="ar-SA" sz="1100" b="1" kern="100">
                          <a:effectLst/>
                          <a:cs typeface="+mn-cs"/>
                        </a:rPr>
                        <a:t> </a:t>
                      </a:r>
                      <a:endParaRPr lang="en-US" sz="1100" b="1" kern="100">
                        <a:effectLst/>
                        <a:latin typeface="Aptos" panose="020B0004020202020204" pitchFamily="34" charset="0"/>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869415301"/>
                  </a:ext>
                </a:extLst>
              </a:tr>
              <a:tr h="389255">
                <a:tc>
                  <a:txBody>
                    <a:bodyPr/>
                    <a:lstStyle/>
                    <a:p>
                      <a:pPr algn="ctr" rtl="1">
                        <a:lnSpc>
                          <a:spcPct val="107000"/>
                        </a:lnSpc>
                        <a:spcAft>
                          <a:spcPts val="800"/>
                        </a:spcAft>
                        <a:buNone/>
                      </a:pPr>
                      <a:r>
                        <a:rPr lang="ar-SA" sz="1100" b="1" kern="100">
                          <a:effectLst/>
                          <a:cs typeface="+mn-cs"/>
                        </a:rPr>
                        <a:t>اسم وتوقيع المنفذين </a:t>
                      </a:r>
                      <a:endParaRPr lang="en-US" sz="1100" b="1" kern="100">
                        <a:effectLst/>
                        <a:latin typeface="Aptos" panose="020B0004020202020204" pitchFamily="34" charset="0"/>
                        <a:ea typeface="Aptos" panose="020B0004020202020204" pitchFamily="34" charset="0"/>
                        <a:cs typeface="+mn-cs"/>
                      </a:endParaRPr>
                    </a:p>
                  </a:txBody>
                  <a:tcPr marL="68580" marR="68580" marT="0" marB="0" anchor="ctr"/>
                </a:tc>
                <a:tc>
                  <a:txBody>
                    <a:bodyPr/>
                    <a:lstStyle/>
                    <a:p>
                      <a:pPr algn="r" rtl="1">
                        <a:lnSpc>
                          <a:spcPct val="107000"/>
                        </a:lnSpc>
                        <a:spcAft>
                          <a:spcPts val="800"/>
                        </a:spcAft>
                        <a:buNone/>
                      </a:pPr>
                      <a:r>
                        <a:rPr lang="ar-SA" sz="1100" b="1" kern="100" dirty="0">
                          <a:effectLst/>
                          <a:cs typeface="+mn-cs"/>
                        </a:rPr>
                        <a:t> </a:t>
                      </a:r>
                      <a:endParaRPr lang="en-US" sz="1100" b="1" kern="100" dirty="0">
                        <a:effectLst/>
                        <a:latin typeface="Aptos" panose="020B0004020202020204" pitchFamily="34" charset="0"/>
                        <a:ea typeface="Aptos" panose="020B0004020202020204" pitchFamily="34" charset="0"/>
                        <a:cs typeface="+mn-cs"/>
                      </a:endParaRPr>
                    </a:p>
                  </a:txBody>
                  <a:tcPr marL="68580" marR="68580" marT="0" marB="0" anchor="ctr"/>
                </a:tc>
                <a:extLst>
                  <a:ext uri="{0D108BD9-81ED-4DB2-BD59-A6C34878D82A}">
                    <a16:rowId xmlns:a16="http://schemas.microsoft.com/office/drawing/2014/main" val="1905081719"/>
                  </a:ext>
                </a:extLst>
              </a:tr>
            </a:tbl>
          </a:graphicData>
        </a:graphic>
      </p:graphicFrame>
      <p:sp>
        <p:nvSpPr>
          <p:cNvPr id="14" name="مربع نص 13">
            <a:extLst>
              <a:ext uri="{FF2B5EF4-FFF2-40B4-BE49-F238E27FC236}">
                <a16:creationId xmlns:a16="http://schemas.microsoft.com/office/drawing/2014/main" id="{841CD068-F735-5325-5D5F-F09D2E8F549E}"/>
              </a:ext>
            </a:extLst>
          </p:cNvPr>
          <p:cNvSpPr txBox="1"/>
          <p:nvPr/>
        </p:nvSpPr>
        <p:spPr>
          <a:xfrm>
            <a:off x="736257" y="9592934"/>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Tree>
    <p:extLst>
      <p:ext uri="{BB962C8B-B14F-4D97-AF65-F5344CB8AC3E}">
        <p14:creationId xmlns:p14="http://schemas.microsoft.com/office/powerpoint/2010/main" val="3438335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86460857-AC19-0421-27C7-C685E820EB64}"/>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65287778-61F6-D1A4-020B-3ED9508FC0CB}"/>
              </a:ext>
            </a:extLst>
          </p:cNvPr>
          <p:cNvSpPr/>
          <p:nvPr/>
        </p:nvSpPr>
        <p:spPr>
          <a:xfrm>
            <a:off x="6356098" y="9511291"/>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B1F5162A-A987-BF41-F9D9-D4FDE4660375}"/>
              </a:ext>
            </a:extLst>
          </p:cNvPr>
          <p:cNvSpPr/>
          <p:nvPr/>
        </p:nvSpPr>
        <p:spPr>
          <a:xfrm flipH="1">
            <a:off x="33964" y="949299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pic>
        <p:nvPicPr>
          <p:cNvPr id="8" name="صورة 7">
            <a:extLst>
              <a:ext uri="{FF2B5EF4-FFF2-40B4-BE49-F238E27FC236}">
                <a16:creationId xmlns:a16="http://schemas.microsoft.com/office/drawing/2014/main" id="{A19C4EC5-58A1-ED11-2015-783020E2A6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080" y="176133"/>
            <a:ext cx="2011680" cy="146480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2" name="مربع نص 11">
            <a:extLst>
              <a:ext uri="{FF2B5EF4-FFF2-40B4-BE49-F238E27FC236}">
                <a16:creationId xmlns:a16="http://schemas.microsoft.com/office/drawing/2014/main" id="{E33D718A-6298-62D7-3D79-1890E67DE63B}"/>
              </a:ext>
            </a:extLst>
          </p:cNvPr>
          <p:cNvSpPr txBox="1"/>
          <p:nvPr/>
        </p:nvSpPr>
        <p:spPr>
          <a:xfrm>
            <a:off x="5251198" y="317500"/>
            <a:ext cx="2209800" cy="1323439"/>
          </a:xfrm>
          <a:prstGeom prst="rect">
            <a:avLst/>
          </a:prstGeom>
          <a:noFill/>
        </p:spPr>
        <p:txBody>
          <a:bodyPr wrap="square" rtlCol="1">
            <a:spAutoFit/>
          </a:bodyPr>
          <a:lstStyle/>
          <a:p>
            <a:pPr algn="ctr" rtl="1"/>
            <a:r>
              <a:rPr lang="ar-EG" sz="1600" b="1" dirty="0"/>
              <a:t>المملكة العربية السعودية</a:t>
            </a:r>
            <a:endParaRPr lang="en-US" sz="1600" b="1" dirty="0"/>
          </a:p>
          <a:p>
            <a:pPr algn="ctr" rtl="1"/>
            <a:r>
              <a:rPr lang="ar-EG" sz="1600" b="1" dirty="0"/>
              <a:t>وزارة التعليم</a:t>
            </a:r>
            <a:endParaRPr lang="en-US" sz="1600" b="1" dirty="0"/>
          </a:p>
          <a:p>
            <a:pPr algn="ctr" rtl="1"/>
            <a:r>
              <a:rPr lang="ar-EG" sz="1600" b="1" dirty="0"/>
              <a:t>الإدارة العامة للتعليم بمنطقة الرياض</a:t>
            </a:r>
            <a:endParaRPr lang="en-US" sz="1600" b="1" dirty="0"/>
          </a:p>
          <a:p>
            <a:pPr algn="ctr" rtl="1"/>
            <a:r>
              <a:rPr lang="ar-EG" sz="1600" b="1" dirty="0"/>
              <a:t>الثانوية  76  بالرياض</a:t>
            </a:r>
            <a:endParaRPr lang="ar-SA" sz="1600" b="1" dirty="0"/>
          </a:p>
        </p:txBody>
      </p:sp>
      <p:sp>
        <p:nvSpPr>
          <p:cNvPr id="13" name="مستطيل 12">
            <a:extLst>
              <a:ext uri="{FF2B5EF4-FFF2-40B4-BE49-F238E27FC236}">
                <a16:creationId xmlns:a16="http://schemas.microsoft.com/office/drawing/2014/main" id="{1DC22DC4-8040-FC2A-5938-0ADE5799AA1A}"/>
              </a:ext>
            </a:extLst>
          </p:cNvPr>
          <p:cNvSpPr/>
          <p:nvPr/>
        </p:nvSpPr>
        <p:spPr>
          <a:xfrm>
            <a:off x="495817" y="4203700"/>
            <a:ext cx="6357830" cy="1754326"/>
          </a:xfrm>
          <a:prstGeom prst="rect">
            <a:avLst/>
          </a:prstGeom>
          <a:noFill/>
        </p:spPr>
        <p:txBody>
          <a:bodyPr wrap="none" lIns="91440" tIns="45720" rIns="91440" bIns="45720">
            <a:spAutoFit/>
          </a:bodyPr>
          <a:lstStyle/>
          <a:p>
            <a:pPr algn="ctr"/>
            <a:r>
              <a:rPr lang="ar-SA" sz="5400" b="1" dirty="0">
                <a:ln w="0"/>
                <a:solidFill>
                  <a:schemeClr val="bg1">
                    <a:lumMod val="95000"/>
                  </a:schemeClr>
                </a:solidFill>
                <a:effectLst>
                  <a:outerShdw blurRad="38100" dist="19050" dir="2700000" algn="tl" rotWithShape="0">
                    <a:schemeClr val="dk1">
                      <a:alpha val="40000"/>
                    </a:schemeClr>
                  </a:outerShdw>
                </a:effectLst>
              </a:rPr>
              <a:t>نماذج تفعيل التطوير المهني</a:t>
            </a:r>
          </a:p>
          <a:p>
            <a:pPr algn="ctr"/>
            <a:r>
              <a:rPr lang="ar-SA" sz="5400" b="1" dirty="0">
                <a:ln w="0"/>
                <a:solidFill>
                  <a:schemeClr val="bg1">
                    <a:lumMod val="95000"/>
                  </a:schemeClr>
                </a:solidFill>
                <a:effectLst>
                  <a:outerShdw blurRad="38100" dist="19050" dir="2700000" algn="tl" rotWithShape="0">
                    <a:schemeClr val="dk1">
                      <a:alpha val="40000"/>
                    </a:schemeClr>
                  </a:outerShdw>
                </a:effectLst>
              </a:rPr>
              <a:t>(الذاتي) </a:t>
            </a:r>
            <a:endParaRPr lang="ar-SA" sz="5400" b="1"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500340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47AFF4A9-776F-659A-A9B0-37911B937B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0031B22-E91A-B84F-F675-DC39D15474C4}"/>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313554E-A0D8-30C1-3B57-903BA012C96F}"/>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A1EEDA38-53B7-06DB-B56B-97CF13EFF569}"/>
              </a:ext>
            </a:extLst>
          </p:cNvPr>
          <p:cNvSpPr/>
          <p:nvPr/>
        </p:nvSpPr>
        <p:spPr>
          <a:xfrm>
            <a:off x="2482849" y="7785100"/>
            <a:ext cx="2404213" cy="401273"/>
          </a:xfrm>
          <a:custGeom>
            <a:avLst/>
            <a:gdLst/>
            <a:ahLst/>
            <a:cxnLst/>
            <a:rect l="l" t="t" r="r" b="b"/>
            <a:pathLst>
              <a:path w="1973530" h="742765">
                <a:moveTo>
                  <a:pt x="0" y="0"/>
                </a:moveTo>
                <a:lnTo>
                  <a:pt x="1973530" y="0"/>
                </a:lnTo>
                <a:lnTo>
                  <a:pt x="1973530" y="742765"/>
                </a:lnTo>
                <a:lnTo>
                  <a:pt x="0" y="74276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9E8F86F1-0C43-AB96-8E3E-9F5FEBC2D667}"/>
              </a:ext>
            </a:extLst>
          </p:cNvPr>
          <p:cNvSpPr txBox="1"/>
          <p:nvPr/>
        </p:nvSpPr>
        <p:spPr>
          <a:xfrm>
            <a:off x="1339850" y="1460500"/>
            <a:ext cx="3276600" cy="461665"/>
          </a:xfrm>
          <a:prstGeom prst="rect">
            <a:avLst/>
          </a:prstGeom>
          <a:noFill/>
        </p:spPr>
        <p:txBody>
          <a:bodyPr wrap="square" rtlCol="1">
            <a:spAutoFit/>
          </a:bodyPr>
          <a:lstStyle/>
          <a:p>
            <a:pPr algn="ctr" rtl="1"/>
            <a:r>
              <a:rPr lang="ar-SA" sz="2400" b="1" dirty="0">
                <a:solidFill>
                  <a:srgbClr val="C00000"/>
                </a:solidFill>
              </a:rPr>
              <a:t>التطوير الذاتي</a:t>
            </a:r>
          </a:p>
        </p:txBody>
      </p:sp>
      <p:sp>
        <p:nvSpPr>
          <p:cNvPr id="6" name="مربع نص 5">
            <a:extLst>
              <a:ext uri="{FF2B5EF4-FFF2-40B4-BE49-F238E27FC236}">
                <a16:creationId xmlns:a16="http://schemas.microsoft.com/office/drawing/2014/main" id="{C8BA1835-7881-F396-FC32-09488BFA50BE}"/>
              </a:ext>
            </a:extLst>
          </p:cNvPr>
          <p:cNvSpPr txBox="1"/>
          <p:nvPr/>
        </p:nvSpPr>
        <p:spPr>
          <a:xfrm>
            <a:off x="806450" y="3136900"/>
            <a:ext cx="6172200" cy="4401205"/>
          </a:xfrm>
          <a:prstGeom prst="rect">
            <a:avLst/>
          </a:prstGeom>
          <a:noFill/>
        </p:spPr>
        <p:txBody>
          <a:bodyPr wrap="square" rtlCol="1">
            <a:spAutoFit/>
          </a:bodyPr>
          <a:lstStyle/>
          <a:p>
            <a:pPr algn="ctr" rtl="1"/>
            <a:r>
              <a:rPr lang="ar-SA" sz="2000" b="1" dirty="0">
                <a:latin typeface="Arial" panose="020B0604020202020204" pitchFamily="34" charset="0"/>
                <a:cs typeface="Arial" panose="020B0604020202020204" pitchFamily="34" charset="0"/>
              </a:rPr>
              <a:t>يُعدّ التطوير الذاتي للمعلمة من الركائز الأساسية للارتقاء بجودة التعليم وتحسين نواتج التعلم، إذ إن المعلمة الناجحة هي التي تسعى باستمرار إلى تنمية معارفها ومهاراتها المهنية، ومواكبة المستجدات التربوية والتقنية، بما ينعكس إيجابًا على أدائها داخل الصف الدراسي. فالتطوير الذاتي يسهم في تعزيز الكفاءة المهنية، ورفع مستوى الثقة بالنفس، وتمكين المعلمة من التعامل بفاعلية مع التحديات التعليمية المتجددة</a:t>
            </a:r>
            <a:r>
              <a:rPr lang="en-US" sz="2000" b="1" dirty="0">
                <a:latin typeface="Arial" panose="020B0604020202020204" pitchFamily="34" charset="0"/>
                <a:cs typeface="Arial" panose="020B0604020202020204" pitchFamily="34" charset="0"/>
              </a:rPr>
              <a:t>.</a:t>
            </a:r>
          </a:p>
          <a:p>
            <a:pPr algn="ctr" rtl="1"/>
            <a:endParaRPr lang="en-US" sz="2000" b="1" dirty="0">
              <a:latin typeface="Arial" panose="020B0604020202020204" pitchFamily="34" charset="0"/>
              <a:cs typeface="Arial" panose="020B0604020202020204" pitchFamily="34" charset="0"/>
            </a:endParaRPr>
          </a:p>
          <a:p>
            <a:pPr algn="ctr" rtl="1"/>
            <a:endParaRPr lang="en-US" sz="2000" dirty="0">
              <a:latin typeface="Arial" panose="020B0604020202020204" pitchFamily="34" charset="0"/>
              <a:cs typeface="Arial" panose="020B0604020202020204" pitchFamily="34" charset="0"/>
            </a:endParaRPr>
          </a:p>
          <a:p>
            <a:pPr algn="ctr" rtl="1"/>
            <a:r>
              <a:rPr lang="ar-SA" sz="2000" b="1" dirty="0">
                <a:latin typeface="Arial" panose="020B0604020202020204" pitchFamily="34" charset="0"/>
                <a:cs typeface="Arial" panose="020B0604020202020204" pitchFamily="34" charset="0"/>
              </a:rPr>
              <a:t>كما يساعد التطوير الذاتي المعلمة على تنويع استراتيجيات التدريس، وتحسين أساليب التقويم، ومراعاة الفروق الفردية بين الطالبات، إضافة إلى بناء بيئة تعليمية محفزة وجاذبة للتعلم. ومن خلال الاستمرار في التعلم والتأمل في الممارسات المهنية، تصبح المعلمة أكثر قدرة على الإبداع والتميز، وأكثر استعدادًا لتحقيق أهداف العملية التعليمية بكفاءة واقتدار</a:t>
            </a:r>
            <a:r>
              <a:rPr lang="en-US" sz="2000" b="1" dirty="0">
                <a:latin typeface="Arial" panose="020B0604020202020204" pitchFamily="34" charset="0"/>
                <a:cs typeface="Arial" panose="020B0604020202020204" pitchFamily="34" charset="0"/>
              </a:rPr>
              <a:t>.</a:t>
            </a:r>
            <a:endParaRPr lang="en-US" sz="2000" dirty="0">
              <a:latin typeface="Arial" panose="020B0604020202020204" pitchFamily="34" charset="0"/>
              <a:cs typeface="Arial" panose="020B0604020202020204" pitchFamily="34" charset="0"/>
            </a:endParaRPr>
          </a:p>
          <a:p>
            <a:pPr algn="ctr" rtl="1"/>
            <a:endParaRPr lang="ar-SA"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6985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6FB09FBC-A852-BC77-74CA-A09D40FF9E8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DFA10F5-1FFB-D031-DB28-D2E9B868AB7A}"/>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A96B6E4-3995-18F7-8D83-EDD8965190B2}"/>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A3A2A396-7CC4-7B5E-5597-EDC084BD9CCF}"/>
              </a:ext>
            </a:extLst>
          </p:cNvPr>
          <p:cNvSpPr txBox="1"/>
          <p:nvPr/>
        </p:nvSpPr>
        <p:spPr>
          <a:xfrm>
            <a:off x="1187450" y="1689100"/>
            <a:ext cx="4267200" cy="369332"/>
          </a:xfrm>
          <a:prstGeom prst="rect">
            <a:avLst/>
          </a:prstGeom>
          <a:noFill/>
        </p:spPr>
        <p:txBody>
          <a:bodyPr wrap="square" rtlCol="1">
            <a:spAutoFit/>
          </a:bodyPr>
          <a:lstStyle/>
          <a:p>
            <a:pPr algn="ctr"/>
            <a:r>
              <a:rPr lang="ar-SA" b="1" dirty="0">
                <a:solidFill>
                  <a:srgbClr val="C00000"/>
                </a:solidFill>
              </a:rPr>
              <a:t>استمارة تأمل ذاتي للمعلم</a:t>
            </a:r>
            <a:endParaRPr lang="en-US" dirty="0">
              <a:solidFill>
                <a:srgbClr val="C00000"/>
              </a:solidFill>
            </a:endParaRPr>
          </a:p>
        </p:txBody>
      </p:sp>
      <p:graphicFrame>
        <p:nvGraphicFramePr>
          <p:cNvPr id="8" name="جدول 7">
            <a:extLst>
              <a:ext uri="{FF2B5EF4-FFF2-40B4-BE49-F238E27FC236}">
                <a16:creationId xmlns:a16="http://schemas.microsoft.com/office/drawing/2014/main" id="{3EC65409-022E-DEC7-1CEA-D42E849688BC}"/>
              </a:ext>
            </a:extLst>
          </p:cNvPr>
          <p:cNvGraphicFramePr>
            <a:graphicFrameLocks noGrp="1"/>
          </p:cNvGraphicFramePr>
          <p:nvPr>
            <p:extLst>
              <p:ext uri="{D42A27DB-BD31-4B8C-83A1-F6EECF244321}">
                <p14:modId xmlns:p14="http://schemas.microsoft.com/office/powerpoint/2010/main" val="336929867"/>
              </p:ext>
            </p:extLst>
          </p:nvPr>
        </p:nvGraphicFramePr>
        <p:xfrm>
          <a:off x="518390" y="2935672"/>
          <a:ext cx="6705601" cy="6684497"/>
        </p:xfrm>
        <a:graphic>
          <a:graphicData uri="http://schemas.openxmlformats.org/drawingml/2006/table">
            <a:tbl>
              <a:tblPr rtl="1" firstRow="1" firstCol="1" bandRow="1">
                <a:tableStyleId>{5940675A-B579-460E-94D1-54222C63F5DA}</a:tableStyleId>
              </a:tblPr>
              <a:tblGrid>
                <a:gridCol w="5163122">
                  <a:extLst>
                    <a:ext uri="{9D8B030D-6E8A-4147-A177-3AD203B41FA5}">
                      <a16:colId xmlns:a16="http://schemas.microsoft.com/office/drawing/2014/main" val="3354914627"/>
                    </a:ext>
                  </a:extLst>
                </a:gridCol>
                <a:gridCol w="481303">
                  <a:extLst>
                    <a:ext uri="{9D8B030D-6E8A-4147-A177-3AD203B41FA5}">
                      <a16:colId xmlns:a16="http://schemas.microsoft.com/office/drawing/2014/main" val="3298398855"/>
                    </a:ext>
                  </a:extLst>
                </a:gridCol>
                <a:gridCol w="578514">
                  <a:extLst>
                    <a:ext uri="{9D8B030D-6E8A-4147-A177-3AD203B41FA5}">
                      <a16:colId xmlns:a16="http://schemas.microsoft.com/office/drawing/2014/main" val="60888609"/>
                    </a:ext>
                  </a:extLst>
                </a:gridCol>
                <a:gridCol w="482662">
                  <a:extLst>
                    <a:ext uri="{9D8B030D-6E8A-4147-A177-3AD203B41FA5}">
                      <a16:colId xmlns:a16="http://schemas.microsoft.com/office/drawing/2014/main" val="1252950222"/>
                    </a:ext>
                  </a:extLst>
                </a:gridCol>
              </a:tblGrid>
              <a:tr h="273650">
                <a:tc>
                  <a:txBody>
                    <a:bodyPr/>
                    <a:lstStyle/>
                    <a:p>
                      <a:pPr algn="ctr" rtl="1">
                        <a:lnSpc>
                          <a:spcPct val="107000"/>
                        </a:lnSpc>
                        <a:spcAft>
                          <a:spcPts val="800"/>
                        </a:spcAft>
                        <a:buNone/>
                      </a:pPr>
                      <a:r>
                        <a:rPr lang="ar-SA" sz="1400" b="1" kern="100" dirty="0">
                          <a:effectLst/>
                        </a:rPr>
                        <a:t>البند</a:t>
                      </a:r>
                      <a:endParaRPr lang="en-US" sz="1400" b="1" kern="100" dirty="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solidFill>
                      <a:schemeClr val="bg2"/>
                    </a:solidFill>
                  </a:tcPr>
                </a:tc>
                <a:tc>
                  <a:txBody>
                    <a:bodyPr/>
                    <a:lstStyle/>
                    <a:p>
                      <a:pPr algn="ctr" rtl="1">
                        <a:lnSpc>
                          <a:spcPct val="107000"/>
                        </a:lnSpc>
                        <a:spcAft>
                          <a:spcPts val="800"/>
                        </a:spcAft>
                        <a:buNone/>
                      </a:pPr>
                      <a:r>
                        <a:rPr lang="ar-SA" sz="1400" b="1" kern="100" dirty="0">
                          <a:effectLst/>
                        </a:rPr>
                        <a:t>نعم </a:t>
                      </a:r>
                      <a:endParaRPr lang="en-US" sz="1400" b="1" kern="100" dirty="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solidFill>
                      <a:schemeClr val="bg2"/>
                    </a:solidFill>
                  </a:tcPr>
                </a:tc>
                <a:tc>
                  <a:txBody>
                    <a:bodyPr/>
                    <a:lstStyle/>
                    <a:p>
                      <a:pPr algn="ctr" rtl="1">
                        <a:lnSpc>
                          <a:spcPct val="107000"/>
                        </a:lnSpc>
                        <a:spcAft>
                          <a:spcPts val="800"/>
                        </a:spcAft>
                        <a:buNone/>
                      </a:pPr>
                      <a:r>
                        <a:rPr lang="ar-SA" sz="1400" b="1" kern="100" dirty="0">
                          <a:effectLst/>
                        </a:rPr>
                        <a:t>إلى حد ما</a:t>
                      </a:r>
                      <a:endParaRPr lang="en-US" sz="1400" b="1" kern="100" dirty="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solidFill>
                      <a:schemeClr val="bg2"/>
                    </a:solidFill>
                  </a:tcPr>
                </a:tc>
                <a:tc>
                  <a:txBody>
                    <a:bodyPr/>
                    <a:lstStyle/>
                    <a:p>
                      <a:pPr algn="ctr" rtl="1">
                        <a:lnSpc>
                          <a:spcPct val="107000"/>
                        </a:lnSpc>
                        <a:spcAft>
                          <a:spcPts val="800"/>
                        </a:spcAft>
                        <a:buNone/>
                      </a:pPr>
                      <a:r>
                        <a:rPr lang="ar-SA" sz="1400" b="1" kern="100" dirty="0">
                          <a:effectLst/>
                        </a:rPr>
                        <a:t>لا</a:t>
                      </a:r>
                      <a:endParaRPr lang="en-US" sz="1400" b="1" kern="100" dirty="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solidFill>
                      <a:schemeClr val="bg2"/>
                    </a:solidFill>
                  </a:tcPr>
                </a:tc>
                <a:extLst>
                  <a:ext uri="{0D108BD9-81ED-4DB2-BD59-A6C34878D82A}">
                    <a16:rowId xmlns:a16="http://schemas.microsoft.com/office/drawing/2014/main" val="2727420623"/>
                  </a:ext>
                </a:extLst>
              </a:tr>
              <a:tr h="130616">
                <a:tc>
                  <a:txBody>
                    <a:bodyPr/>
                    <a:lstStyle/>
                    <a:p>
                      <a:pPr marL="0" lvl="0" indent="0" algn="r" rtl="1">
                        <a:lnSpc>
                          <a:spcPct val="107000"/>
                        </a:lnSpc>
                        <a:spcAft>
                          <a:spcPts val="800"/>
                        </a:spcAft>
                        <a:buFont typeface="+mj-lt"/>
                        <a:buNone/>
                      </a:pPr>
                      <a:r>
                        <a:rPr lang="ar-SA" sz="1100" b="1" kern="100" dirty="0">
                          <a:effectLst/>
                        </a:rPr>
                        <a:t>امتلك المعرفة العلمية الكافية لمحتوى المادة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1996872251"/>
                  </a:ext>
                </a:extLst>
              </a:tr>
              <a:tr h="130616">
                <a:tc>
                  <a:txBody>
                    <a:bodyPr/>
                    <a:lstStyle/>
                    <a:p>
                      <a:pPr marL="0" lvl="0" indent="0" algn="r" rtl="1">
                        <a:lnSpc>
                          <a:spcPct val="107000"/>
                        </a:lnSpc>
                        <a:spcAft>
                          <a:spcPts val="800"/>
                        </a:spcAft>
                        <a:buFont typeface="+mj-lt"/>
                        <a:buNone/>
                      </a:pPr>
                      <a:r>
                        <a:rPr lang="ar-SA" sz="1100" b="1" kern="100" dirty="0">
                          <a:effectLst/>
                        </a:rPr>
                        <a:t>أخطط جيداً للدرس وفق أهداف تعليمية واضحة.</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794667787"/>
                  </a:ext>
                </a:extLst>
              </a:tr>
              <a:tr h="130616">
                <a:tc>
                  <a:txBody>
                    <a:bodyPr/>
                    <a:lstStyle/>
                    <a:p>
                      <a:pPr marL="0" lvl="0" indent="0" algn="r" rtl="1">
                        <a:lnSpc>
                          <a:spcPct val="107000"/>
                        </a:lnSpc>
                        <a:spcAft>
                          <a:spcPts val="800"/>
                        </a:spcAft>
                        <a:buFont typeface="+mj-lt"/>
                        <a:buNone/>
                      </a:pPr>
                      <a:r>
                        <a:rPr lang="ar-SA" sz="1100" b="1" kern="100" dirty="0">
                          <a:effectLst/>
                        </a:rPr>
                        <a:t>أتمكن من شرح الدروس بوضوح يضمن وصول المعلومة للطالبات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1133418158"/>
                  </a:ext>
                </a:extLst>
              </a:tr>
              <a:tr h="130616">
                <a:tc>
                  <a:txBody>
                    <a:bodyPr/>
                    <a:lstStyle/>
                    <a:p>
                      <a:pPr marL="0" lvl="0" indent="0" algn="r" rtl="1">
                        <a:lnSpc>
                          <a:spcPct val="107000"/>
                        </a:lnSpc>
                        <a:spcAft>
                          <a:spcPts val="800"/>
                        </a:spcAft>
                        <a:buFont typeface="+mj-lt"/>
                        <a:buNone/>
                      </a:pPr>
                      <a:r>
                        <a:rPr lang="ar-SA" sz="1100" b="1" kern="100" dirty="0">
                          <a:effectLst/>
                        </a:rPr>
                        <a:t>أخطط لزمن الحصة بكفاءة وأوزع أنشطتها على مراحل الدرس بفاعلية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415135937"/>
                  </a:ext>
                </a:extLst>
              </a:tr>
              <a:tr h="130616">
                <a:tc>
                  <a:txBody>
                    <a:bodyPr/>
                    <a:lstStyle/>
                    <a:p>
                      <a:pPr marL="0" lvl="0" indent="0" algn="r" rtl="1">
                        <a:lnSpc>
                          <a:spcPct val="107000"/>
                        </a:lnSpc>
                        <a:spcAft>
                          <a:spcPts val="800"/>
                        </a:spcAft>
                        <a:buFont typeface="+mj-lt"/>
                        <a:buNone/>
                      </a:pPr>
                      <a:r>
                        <a:rPr lang="ar-SA" sz="1100" b="1" kern="100" dirty="0">
                          <a:effectLst/>
                        </a:rPr>
                        <a:t>أصمم أنشطة تعليمية متنوعة ومحفزة على التعلم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4246329062"/>
                  </a:ext>
                </a:extLst>
              </a:tr>
              <a:tr h="130616">
                <a:tc>
                  <a:txBody>
                    <a:bodyPr/>
                    <a:lstStyle/>
                    <a:p>
                      <a:pPr marL="0" lvl="0" indent="0" algn="r" rtl="1">
                        <a:lnSpc>
                          <a:spcPct val="107000"/>
                        </a:lnSpc>
                        <a:spcAft>
                          <a:spcPts val="800"/>
                        </a:spcAft>
                        <a:buFont typeface="+mj-lt"/>
                        <a:buNone/>
                      </a:pPr>
                      <a:r>
                        <a:rPr lang="ar-SA" sz="1100" b="1" kern="100" dirty="0">
                          <a:effectLst/>
                        </a:rPr>
                        <a:t>امتلك مهارات إدارة صفية جيدة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703579592"/>
                  </a:ext>
                </a:extLst>
              </a:tr>
              <a:tr h="130616">
                <a:tc>
                  <a:txBody>
                    <a:bodyPr/>
                    <a:lstStyle/>
                    <a:p>
                      <a:pPr marL="0" lvl="0" indent="0" algn="r" rtl="1">
                        <a:lnSpc>
                          <a:spcPct val="107000"/>
                        </a:lnSpc>
                        <a:spcAft>
                          <a:spcPts val="800"/>
                        </a:spcAft>
                        <a:buFont typeface="+mj-lt"/>
                        <a:buNone/>
                      </a:pPr>
                      <a:r>
                        <a:rPr lang="ar-SA" sz="1100" b="1" kern="100" dirty="0">
                          <a:effectLst/>
                        </a:rPr>
                        <a:t>أوظف استراتيجيات تدريس بطريقة صحيحة ومتنوعة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664887240"/>
                  </a:ext>
                </a:extLst>
              </a:tr>
              <a:tr h="267078">
                <a:tc>
                  <a:txBody>
                    <a:bodyPr/>
                    <a:lstStyle/>
                    <a:p>
                      <a:pPr marL="0" lvl="0" indent="0" algn="r" rtl="1">
                        <a:lnSpc>
                          <a:spcPct val="107000"/>
                        </a:lnSpc>
                        <a:spcAft>
                          <a:spcPts val="800"/>
                        </a:spcAft>
                        <a:buFont typeface="+mj-lt"/>
                        <a:buNone/>
                      </a:pPr>
                      <a:r>
                        <a:rPr lang="ar-SA" sz="1100" b="1" kern="100" dirty="0">
                          <a:effectLst/>
                        </a:rPr>
                        <a:t>أوظف استراتيجيات تدريس جديدة ومبتكرة داعمة لمهارات التفكير  العليا وحل المشكلات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654818940"/>
                  </a:ext>
                </a:extLst>
              </a:tr>
              <a:tr h="267078">
                <a:tc>
                  <a:txBody>
                    <a:bodyPr/>
                    <a:lstStyle/>
                    <a:p>
                      <a:pPr marL="0" lvl="0" indent="0" algn="r" rtl="1">
                        <a:lnSpc>
                          <a:spcPct val="107000"/>
                        </a:lnSpc>
                        <a:spcAft>
                          <a:spcPts val="800"/>
                        </a:spcAft>
                        <a:buFont typeface="+mj-lt"/>
                        <a:buNone/>
                      </a:pPr>
                      <a:r>
                        <a:rPr lang="ar-SA" sz="1100" b="1" kern="100" dirty="0">
                          <a:effectLst/>
                        </a:rPr>
                        <a:t>أطوّر وأنوّع ممارساتي التدريسية بما يتلاءم مع طبيعة الدرس واحتياجات الطالبات، بما يسهم في تحسين نواتج التعلم</a:t>
                      </a:r>
                      <a:r>
                        <a:rPr lang="en-US" sz="1100" b="1" kern="100" dirty="0">
                          <a:effectLst/>
                        </a:rPr>
                        <a:t>.</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626001612"/>
                  </a:ext>
                </a:extLst>
              </a:tr>
              <a:tr h="130616">
                <a:tc>
                  <a:txBody>
                    <a:bodyPr/>
                    <a:lstStyle/>
                    <a:p>
                      <a:pPr marL="0" lvl="0" indent="0" algn="r" rtl="1">
                        <a:lnSpc>
                          <a:spcPct val="107000"/>
                        </a:lnSpc>
                        <a:spcAft>
                          <a:spcPts val="800"/>
                        </a:spcAft>
                        <a:buFont typeface="+mj-lt"/>
                        <a:buNone/>
                      </a:pPr>
                      <a:r>
                        <a:rPr lang="ar-SA" sz="1100" b="1" kern="100" dirty="0">
                          <a:effectLst/>
                        </a:rPr>
                        <a:t>استخدم أساليب تقويم متنوعة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669182492"/>
                  </a:ext>
                </a:extLst>
              </a:tr>
              <a:tr h="130616">
                <a:tc>
                  <a:txBody>
                    <a:bodyPr/>
                    <a:lstStyle/>
                    <a:p>
                      <a:pPr marL="0" lvl="0" indent="0" algn="r" rtl="1">
                        <a:lnSpc>
                          <a:spcPct val="107000"/>
                        </a:lnSpc>
                        <a:spcAft>
                          <a:spcPts val="800"/>
                        </a:spcAft>
                        <a:buFont typeface="+mj-lt"/>
                        <a:buNone/>
                      </a:pPr>
                      <a:r>
                        <a:rPr lang="ar-SA" sz="1100" b="1" kern="100" dirty="0">
                          <a:effectLst/>
                        </a:rPr>
                        <a:t>أراعي الفروق الفردية بين المتعلمين أثناء التدريس.</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170450763"/>
                  </a:ext>
                </a:extLst>
              </a:tr>
              <a:tr h="267078">
                <a:tc>
                  <a:txBody>
                    <a:bodyPr/>
                    <a:lstStyle/>
                    <a:p>
                      <a:pPr marL="0" lvl="0" indent="0" algn="r" rtl="1">
                        <a:lnSpc>
                          <a:spcPct val="107000"/>
                        </a:lnSpc>
                        <a:spcAft>
                          <a:spcPts val="800"/>
                        </a:spcAft>
                        <a:buFont typeface="+mj-lt"/>
                        <a:buNone/>
                      </a:pPr>
                      <a:r>
                        <a:rPr lang="ar-SA" sz="1100" b="1" kern="100" dirty="0">
                          <a:effectLst/>
                        </a:rPr>
                        <a:t>أحرص على تشجيع الطالبات على التفاعل الإيجابي والمشاركة الفاعلة داخل الصف.</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536700028"/>
                  </a:ext>
                </a:extLst>
              </a:tr>
              <a:tr h="267078">
                <a:tc>
                  <a:txBody>
                    <a:bodyPr/>
                    <a:lstStyle/>
                    <a:p>
                      <a:pPr marL="0" lvl="0" indent="0" algn="r" rtl="1">
                        <a:lnSpc>
                          <a:spcPct val="107000"/>
                        </a:lnSpc>
                        <a:spcAft>
                          <a:spcPts val="800"/>
                        </a:spcAft>
                        <a:buFont typeface="+mj-lt"/>
                        <a:buNone/>
                      </a:pPr>
                      <a:r>
                        <a:rPr lang="ar-SA" sz="1100" b="1" kern="100" dirty="0">
                          <a:effectLst/>
                        </a:rPr>
                        <a:t>أُشرك الطالبات في تقويم تعلمهن من خلال أساليب متنوعة تنمي مهارات التأمل الذاتي لديهن وتحسن </a:t>
                      </a:r>
                      <a:r>
                        <a:rPr lang="ar-SA" sz="1100" b="1" kern="100" dirty="0" err="1">
                          <a:effectLst/>
                        </a:rPr>
                        <a:t>الآداء</a:t>
                      </a:r>
                      <a:r>
                        <a:rPr lang="ar-SA" sz="1100" b="1" kern="100" dirty="0">
                          <a:effectLst/>
                        </a:rPr>
                        <a:t>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971475007"/>
                  </a:ext>
                </a:extLst>
              </a:tr>
              <a:tr h="130616">
                <a:tc>
                  <a:txBody>
                    <a:bodyPr/>
                    <a:lstStyle/>
                    <a:p>
                      <a:pPr marL="0" lvl="0" indent="0" algn="r" rtl="1">
                        <a:lnSpc>
                          <a:spcPct val="107000"/>
                        </a:lnSpc>
                        <a:spcAft>
                          <a:spcPts val="800"/>
                        </a:spcAft>
                        <a:buFont typeface="+mj-lt"/>
                        <a:buNone/>
                      </a:pPr>
                      <a:r>
                        <a:rPr lang="ar-SA" sz="1100" b="1" kern="100">
                          <a:effectLst/>
                        </a:rPr>
                        <a:t>أحلل النتائج واستثمرها في تحسين الأداء التعليمي.</a:t>
                      </a:r>
                      <a:endParaRPr lang="en-US" sz="1100" b="1" kern="10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609099782"/>
                  </a:ext>
                </a:extLst>
              </a:tr>
              <a:tr h="267078">
                <a:tc>
                  <a:txBody>
                    <a:bodyPr/>
                    <a:lstStyle/>
                    <a:p>
                      <a:pPr marL="0" lvl="0" indent="0" algn="r" rtl="1">
                        <a:lnSpc>
                          <a:spcPct val="107000"/>
                        </a:lnSpc>
                        <a:spcAft>
                          <a:spcPts val="800"/>
                        </a:spcAft>
                        <a:buFont typeface="+mj-lt"/>
                        <a:buNone/>
                      </a:pPr>
                      <a:r>
                        <a:rPr lang="ar-SA" sz="1100" b="1" kern="100" dirty="0">
                          <a:effectLst/>
                        </a:rPr>
                        <a:t>أُعدّ الخطط العلاجية والإثرائية وفق تصنيف الطالبات واحتياجاتهن التعليمية بما يسهم في رفع مستوى التحصيل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975827080"/>
                  </a:ext>
                </a:extLst>
              </a:tr>
              <a:tr h="267078">
                <a:tc>
                  <a:txBody>
                    <a:bodyPr/>
                    <a:lstStyle/>
                    <a:p>
                      <a:pPr marL="0" lvl="0" indent="0" algn="r" rtl="1">
                        <a:lnSpc>
                          <a:spcPct val="107000"/>
                        </a:lnSpc>
                        <a:spcAft>
                          <a:spcPts val="800"/>
                        </a:spcAft>
                        <a:buFont typeface="+mj-lt"/>
                        <a:buNone/>
                      </a:pPr>
                      <a:r>
                        <a:rPr lang="ar-SA" sz="1100" b="1" kern="100" dirty="0">
                          <a:effectLst/>
                        </a:rPr>
                        <a:t>أوظف التقنيات الحديثة في شرح الدروس بما يسهم في تبسيط المفاهيم وتعزيز فهم الطالبات</a:t>
                      </a:r>
                      <a:r>
                        <a:rPr lang="en-US" sz="1100" b="1" kern="100" dirty="0">
                          <a:effectLst/>
                        </a:rPr>
                        <a:t>.</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721146942"/>
                  </a:ext>
                </a:extLst>
              </a:tr>
              <a:tr h="267078">
                <a:tc>
                  <a:txBody>
                    <a:bodyPr/>
                    <a:lstStyle/>
                    <a:p>
                      <a:pPr marL="0" lvl="0" indent="0" algn="r" rtl="1">
                        <a:lnSpc>
                          <a:spcPct val="107000"/>
                        </a:lnSpc>
                        <a:spcAft>
                          <a:spcPts val="800"/>
                        </a:spcAft>
                        <a:buFont typeface="+mj-lt"/>
                        <a:buNone/>
                      </a:pPr>
                      <a:r>
                        <a:rPr lang="ar-SA" sz="1100" b="1" kern="100" dirty="0">
                          <a:effectLst/>
                        </a:rPr>
                        <a:t>أستخدم أدوات تقنية داعمة للتعلم بشكل فاعل يسهم في زيادة التفاعل وتحسين تجربة التعلم</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906396986"/>
                  </a:ext>
                </a:extLst>
              </a:tr>
              <a:tr h="267078">
                <a:tc>
                  <a:txBody>
                    <a:bodyPr/>
                    <a:lstStyle/>
                    <a:p>
                      <a:pPr marL="0" lvl="0" indent="0" algn="r" rtl="1">
                        <a:lnSpc>
                          <a:spcPct val="107000"/>
                        </a:lnSpc>
                        <a:spcAft>
                          <a:spcPts val="800"/>
                        </a:spcAft>
                        <a:buFont typeface="+mj-lt"/>
                        <a:buNone/>
                      </a:pPr>
                      <a:r>
                        <a:rPr lang="ar-SA" sz="1100" b="1" kern="100" dirty="0">
                          <a:effectLst/>
                        </a:rPr>
                        <a:t>أقوّم أداء الطالبات باستخدام أدوات رقمية متنوعة تساعد على قياس نواتج التعلم بدقة وسرعة</a:t>
                      </a:r>
                      <a:r>
                        <a:rPr lang="en-US" sz="1100" b="1" kern="100" dirty="0">
                          <a:effectLst/>
                        </a:rPr>
                        <a:t>.</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1985112687"/>
                  </a:ext>
                </a:extLst>
              </a:tr>
              <a:tr h="267078">
                <a:tc>
                  <a:txBody>
                    <a:bodyPr/>
                    <a:lstStyle/>
                    <a:p>
                      <a:pPr marL="0" lvl="0" indent="0" algn="r" rtl="1">
                        <a:lnSpc>
                          <a:spcPct val="107000"/>
                        </a:lnSpc>
                        <a:spcAft>
                          <a:spcPts val="800"/>
                        </a:spcAft>
                        <a:buFont typeface="+mj-lt"/>
                        <a:buNone/>
                      </a:pPr>
                      <a:r>
                        <a:rPr lang="ar-SA" sz="1100" b="1" kern="100" dirty="0">
                          <a:effectLst/>
                        </a:rPr>
                        <a:t>أحرص على حضور الدورات التدريبية والاستفادة منها، وتطبيق ما تعلمته بما يسهم في تطوير ممارساتي المهنية وتحسين الأداء التعليمي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694173136"/>
                  </a:ext>
                </a:extLst>
              </a:tr>
              <a:tr h="403541">
                <a:tc>
                  <a:txBody>
                    <a:bodyPr/>
                    <a:lstStyle/>
                    <a:p>
                      <a:pPr marL="0" lvl="0" indent="0" algn="r" rtl="1">
                        <a:lnSpc>
                          <a:spcPct val="107000"/>
                        </a:lnSpc>
                        <a:spcAft>
                          <a:spcPts val="800"/>
                        </a:spcAft>
                        <a:buFont typeface="+mj-lt"/>
                        <a:buNone/>
                      </a:pPr>
                      <a:r>
                        <a:rPr lang="ar-SA" sz="1100" b="1" kern="100" dirty="0">
                          <a:effectLst/>
                        </a:rPr>
                        <a:t>أشارك بفاعلية في مجتمعات التعلم المهنية وفق أهداف واضحة وخطط منظمة، وأتبادل الخبرات مع زميلاتي بما يدعم تحسين الممارسات التعليمية</a:t>
                      </a:r>
                      <a:r>
                        <a:rPr lang="en-US" sz="1100" b="1" kern="100" dirty="0">
                          <a:effectLst/>
                        </a:rPr>
                        <a:t>.</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2491730625"/>
                  </a:ext>
                </a:extLst>
              </a:tr>
              <a:tr h="130616">
                <a:tc>
                  <a:txBody>
                    <a:bodyPr/>
                    <a:lstStyle/>
                    <a:p>
                      <a:pPr marL="0" lvl="0" indent="0" algn="r" rtl="1">
                        <a:lnSpc>
                          <a:spcPct val="107000"/>
                        </a:lnSpc>
                        <a:spcAft>
                          <a:spcPts val="800"/>
                        </a:spcAft>
                        <a:buFont typeface="+mj-lt"/>
                        <a:buNone/>
                      </a:pPr>
                      <a:r>
                        <a:rPr lang="ar-SA" sz="1100" b="1" kern="100" dirty="0">
                          <a:effectLst/>
                        </a:rPr>
                        <a:t>أسعى إلى تحسين </a:t>
                      </a:r>
                      <a:r>
                        <a:rPr lang="ar-SA" sz="1100" b="1" kern="100" dirty="0" err="1">
                          <a:effectLst/>
                        </a:rPr>
                        <a:t>آدائي</a:t>
                      </a:r>
                      <a:r>
                        <a:rPr lang="ar-SA" sz="1100" b="1" kern="100" dirty="0">
                          <a:effectLst/>
                        </a:rPr>
                        <a:t> والارتقاء به من خلال التغذية الراجعة المقدمة لي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621483948"/>
                  </a:ext>
                </a:extLst>
              </a:tr>
              <a:tr h="130616">
                <a:tc>
                  <a:txBody>
                    <a:bodyPr/>
                    <a:lstStyle/>
                    <a:p>
                      <a:pPr marL="0" lvl="0" indent="0" algn="r" rtl="1">
                        <a:lnSpc>
                          <a:spcPct val="107000"/>
                        </a:lnSpc>
                        <a:spcAft>
                          <a:spcPts val="800"/>
                        </a:spcAft>
                        <a:buFont typeface="+mj-lt"/>
                        <a:buNone/>
                      </a:pPr>
                      <a:r>
                        <a:rPr lang="ar-SA" sz="1100" b="1" kern="100" dirty="0">
                          <a:effectLst/>
                        </a:rPr>
                        <a:t>أحدد أهدافاً مهنية وأسعى  لتحقيقها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961570897"/>
                  </a:ext>
                </a:extLst>
              </a:tr>
              <a:tr h="130616">
                <a:tc>
                  <a:txBody>
                    <a:bodyPr/>
                    <a:lstStyle/>
                    <a:p>
                      <a:pPr marL="0" lvl="0" indent="0" algn="r" rtl="1">
                        <a:lnSpc>
                          <a:spcPct val="107000"/>
                        </a:lnSpc>
                        <a:spcAft>
                          <a:spcPts val="800"/>
                        </a:spcAft>
                        <a:buFont typeface="+mj-lt"/>
                        <a:buNone/>
                      </a:pPr>
                      <a:r>
                        <a:rPr lang="ar-SA" sz="1100" b="1" kern="100" dirty="0">
                          <a:effectLst/>
                        </a:rPr>
                        <a:t>أعمل على تطوير مهاراتي بالاعتماد على التعلم الذاتي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4214622220"/>
                  </a:ext>
                </a:extLst>
              </a:tr>
              <a:tr h="130616">
                <a:tc>
                  <a:txBody>
                    <a:bodyPr/>
                    <a:lstStyle/>
                    <a:p>
                      <a:pPr marL="0" lvl="0" indent="0" algn="r" rtl="1">
                        <a:lnSpc>
                          <a:spcPct val="107000"/>
                        </a:lnSpc>
                        <a:spcAft>
                          <a:spcPts val="800"/>
                        </a:spcAft>
                        <a:buFont typeface="+mj-lt"/>
                        <a:buNone/>
                      </a:pPr>
                      <a:r>
                        <a:rPr lang="ar-SA" sz="1100" b="1" kern="100" dirty="0">
                          <a:effectLst/>
                        </a:rPr>
                        <a:t>استفيد من المنصات التعليمية الرقمية والموارد التعليمية المتاحة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793808002"/>
                  </a:ext>
                </a:extLst>
              </a:tr>
              <a:tr h="130616">
                <a:tc>
                  <a:txBody>
                    <a:bodyPr/>
                    <a:lstStyle/>
                    <a:p>
                      <a:pPr marL="0" lvl="0" indent="0" algn="r" rtl="1">
                        <a:lnSpc>
                          <a:spcPct val="107000"/>
                        </a:lnSpc>
                        <a:spcAft>
                          <a:spcPts val="800"/>
                        </a:spcAft>
                        <a:buFont typeface="+mj-lt"/>
                        <a:buNone/>
                      </a:pPr>
                      <a:r>
                        <a:rPr lang="ar-SA" sz="1100" b="1" kern="100" dirty="0">
                          <a:effectLst/>
                        </a:rPr>
                        <a:t>أحرص على المبادرة والتطوير المستمر في الممارسات التدريسية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911284397"/>
                  </a:ext>
                </a:extLst>
              </a:tr>
              <a:tr h="130616">
                <a:tc>
                  <a:txBody>
                    <a:bodyPr/>
                    <a:lstStyle/>
                    <a:p>
                      <a:pPr marL="0" lvl="0" indent="0" algn="r" rtl="1">
                        <a:lnSpc>
                          <a:spcPct val="107000"/>
                        </a:lnSpc>
                        <a:spcAft>
                          <a:spcPts val="800"/>
                        </a:spcAft>
                        <a:buFont typeface="+mj-lt"/>
                        <a:buNone/>
                      </a:pPr>
                      <a:r>
                        <a:rPr lang="ar-SA" sz="1100" b="1" kern="100" dirty="0">
                          <a:effectLst/>
                        </a:rPr>
                        <a:t>أواجه الصعوبات في العمل بروح إيجابية وبتكيف ومرونة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859742751"/>
                  </a:ext>
                </a:extLst>
              </a:tr>
              <a:tr h="130616">
                <a:tc>
                  <a:txBody>
                    <a:bodyPr/>
                    <a:lstStyle/>
                    <a:p>
                      <a:pPr marL="0" lvl="0" indent="0" algn="r" rtl="1">
                        <a:lnSpc>
                          <a:spcPct val="107000"/>
                        </a:lnSpc>
                        <a:spcAft>
                          <a:spcPts val="800"/>
                        </a:spcAft>
                        <a:buFont typeface="+mj-lt"/>
                        <a:buNone/>
                      </a:pPr>
                      <a:r>
                        <a:rPr lang="ar-SA" sz="1100" b="1" kern="100" dirty="0">
                          <a:effectLst/>
                        </a:rPr>
                        <a:t>ابني علاقات إيجابية مع المجتمع المدرسي .</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3676147928"/>
                  </a:ext>
                </a:extLst>
              </a:tr>
              <a:tr h="130616">
                <a:tc>
                  <a:txBody>
                    <a:bodyPr/>
                    <a:lstStyle/>
                    <a:p>
                      <a:pPr marL="0" lvl="0" indent="0" algn="r" rtl="1">
                        <a:lnSpc>
                          <a:spcPct val="107000"/>
                        </a:lnSpc>
                        <a:spcAft>
                          <a:spcPts val="800"/>
                        </a:spcAft>
                        <a:buFont typeface="+mj-lt"/>
                        <a:buNone/>
                      </a:pPr>
                      <a:r>
                        <a:rPr lang="ar-SA" sz="1100" b="1" kern="100" dirty="0">
                          <a:effectLst/>
                        </a:rPr>
                        <a:t>ابني شراكات مع أولياء الأمور والمجتمع المحلي.</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198711558"/>
                  </a:ext>
                </a:extLst>
              </a:tr>
              <a:tr h="130616">
                <a:tc>
                  <a:txBody>
                    <a:bodyPr/>
                    <a:lstStyle/>
                    <a:p>
                      <a:pPr marL="0" lvl="0" indent="0" algn="r" rtl="1">
                        <a:lnSpc>
                          <a:spcPct val="107000"/>
                        </a:lnSpc>
                        <a:spcAft>
                          <a:spcPts val="800"/>
                        </a:spcAft>
                        <a:buFont typeface="+mj-lt"/>
                        <a:buNone/>
                      </a:pPr>
                      <a:r>
                        <a:rPr lang="ar-SA" sz="1100" b="1" kern="100" dirty="0">
                          <a:effectLst/>
                        </a:rPr>
                        <a:t>أقدم الدعم اللازم لإدارة المدرسة في المبادرات.</a:t>
                      </a:r>
                      <a:endParaRPr lang="en-US"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tc>
                  <a:txBody>
                    <a:bodyPr/>
                    <a:lstStyle/>
                    <a:p>
                      <a:pPr algn="ctr" rtl="1">
                        <a:lnSpc>
                          <a:spcPct val="107000"/>
                        </a:lnSpc>
                        <a:spcAft>
                          <a:spcPts val="800"/>
                        </a:spcAft>
                        <a:buNone/>
                      </a:pPr>
                      <a:r>
                        <a:rPr lang="ar-SA" sz="1100" b="1" kern="100" dirty="0">
                          <a:effectLst/>
                        </a:rPr>
                        <a:t> </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40943" marR="40943" marT="0" marB="0"/>
                </a:tc>
                <a:extLst>
                  <a:ext uri="{0D108BD9-81ED-4DB2-BD59-A6C34878D82A}">
                    <a16:rowId xmlns:a16="http://schemas.microsoft.com/office/drawing/2014/main" val="586065718"/>
                  </a:ext>
                </a:extLst>
              </a:tr>
            </a:tbl>
          </a:graphicData>
        </a:graphic>
      </p:graphicFrame>
      <p:sp>
        <p:nvSpPr>
          <p:cNvPr id="9" name="مربع نص 8">
            <a:extLst>
              <a:ext uri="{FF2B5EF4-FFF2-40B4-BE49-F238E27FC236}">
                <a16:creationId xmlns:a16="http://schemas.microsoft.com/office/drawing/2014/main" id="{23B98B7B-5CEC-385F-94E3-E246B7B32DD4}"/>
              </a:ext>
            </a:extLst>
          </p:cNvPr>
          <p:cNvSpPr txBox="1"/>
          <p:nvPr/>
        </p:nvSpPr>
        <p:spPr>
          <a:xfrm>
            <a:off x="516658" y="2603650"/>
            <a:ext cx="6477000" cy="307777"/>
          </a:xfrm>
          <a:prstGeom prst="rect">
            <a:avLst/>
          </a:prstGeom>
          <a:noFill/>
        </p:spPr>
        <p:txBody>
          <a:bodyPr wrap="square" rtlCol="1">
            <a:spAutoFit/>
          </a:bodyPr>
          <a:lstStyle/>
          <a:p>
            <a:pPr algn="r" rtl="1"/>
            <a:r>
              <a:rPr lang="ar-SA" sz="1400" b="1" dirty="0"/>
              <a:t>اسم المعلمة /</a:t>
            </a:r>
            <a:endParaRPr lang="en-US" sz="1400" dirty="0"/>
          </a:p>
        </p:txBody>
      </p:sp>
    </p:spTree>
    <p:extLst>
      <p:ext uri="{BB962C8B-B14F-4D97-AF65-F5344CB8AC3E}">
        <p14:creationId xmlns:p14="http://schemas.microsoft.com/office/powerpoint/2010/main" val="9605259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6C484F4C-6BB6-E7E7-6817-97BC10B1CAC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60F80FC-6E31-D9EF-FD1C-CCE7562C46E6}"/>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020C867-48FB-76FE-911A-45890C5DBB1F}"/>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F6F56990-D16A-1525-F585-FA90A23E52CA}"/>
              </a:ext>
            </a:extLst>
          </p:cNvPr>
          <p:cNvSpPr txBox="1"/>
          <p:nvPr/>
        </p:nvSpPr>
        <p:spPr>
          <a:xfrm>
            <a:off x="539750" y="2245951"/>
            <a:ext cx="6477000" cy="307777"/>
          </a:xfrm>
          <a:prstGeom prst="rect">
            <a:avLst/>
          </a:prstGeom>
          <a:noFill/>
        </p:spPr>
        <p:txBody>
          <a:bodyPr wrap="square" rtlCol="1">
            <a:spAutoFit/>
          </a:bodyPr>
          <a:lstStyle/>
          <a:p>
            <a:pPr algn="r" rtl="1"/>
            <a:r>
              <a:rPr lang="ar-SA" sz="1400" b="1" dirty="0"/>
              <a:t>اسم المعلمة:                                    التخصص:                                      سنوات الخدمة:</a:t>
            </a:r>
            <a:endParaRPr lang="en-US" sz="1400" dirty="0"/>
          </a:p>
        </p:txBody>
      </p:sp>
      <p:sp>
        <p:nvSpPr>
          <p:cNvPr id="6" name="مربع نص 5">
            <a:extLst>
              <a:ext uri="{FF2B5EF4-FFF2-40B4-BE49-F238E27FC236}">
                <a16:creationId xmlns:a16="http://schemas.microsoft.com/office/drawing/2014/main" id="{EF349B89-118A-D9E7-1DD5-EFA9781C40E3}"/>
              </a:ext>
            </a:extLst>
          </p:cNvPr>
          <p:cNvSpPr txBox="1"/>
          <p:nvPr/>
        </p:nvSpPr>
        <p:spPr>
          <a:xfrm>
            <a:off x="2330450" y="1231900"/>
            <a:ext cx="2971800" cy="369332"/>
          </a:xfrm>
          <a:prstGeom prst="rect">
            <a:avLst/>
          </a:prstGeom>
          <a:noFill/>
        </p:spPr>
        <p:txBody>
          <a:bodyPr wrap="square" rtlCol="1">
            <a:spAutoFit/>
          </a:bodyPr>
          <a:lstStyle/>
          <a:p>
            <a:pPr algn="ctr" rtl="1"/>
            <a:r>
              <a:rPr lang="ar-SA" b="1" dirty="0">
                <a:solidFill>
                  <a:srgbClr val="C00000"/>
                </a:solidFill>
              </a:rPr>
              <a:t>التطوير المهني الذاتي (مستفيد)</a:t>
            </a:r>
            <a:endParaRPr lang="en-US" dirty="0">
              <a:solidFill>
                <a:srgbClr val="C00000"/>
              </a:solidFill>
            </a:endParaRPr>
          </a:p>
        </p:txBody>
      </p:sp>
      <p:graphicFrame>
        <p:nvGraphicFramePr>
          <p:cNvPr id="9" name="جدول 8">
            <a:extLst>
              <a:ext uri="{FF2B5EF4-FFF2-40B4-BE49-F238E27FC236}">
                <a16:creationId xmlns:a16="http://schemas.microsoft.com/office/drawing/2014/main" id="{E6A680B2-308D-243A-B1CA-F7C54C73DF90}"/>
              </a:ext>
            </a:extLst>
          </p:cNvPr>
          <p:cNvGraphicFramePr>
            <a:graphicFrameLocks noGrp="1"/>
          </p:cNvGraphicFramePr>
          <p:nvPr>
            <p:extLst>
              <p:ext uri="{D42A27DB-BD31-4B8C-83A1-F6EECF244321}">
                <p14:modId xmlns:p14="http://schemas.microsoft.com/office/powerpoint/2010/main" val="354257549"/>
              </p:ext>
            </p:extLst>
          </p:nvPr>
        </p:nvGraphicFramePr>
        <p:xfrm>
          <a:off x="577850" y="2918057"/>
          <a:ext cx="6863080" cy="3022600"/>
        </p:xfrm>
        <a:graphic>
          <a:graphicData uri="http://schemas.openxmlformats.org/drawingml/2006/table">
            <a:tbl>
              <a:tblPr rtl="1" firstRow="1" firstCol="1" bandRow="1">
                <a:tableStyleId>{5940675A-B579-460E-94D1-54222C63F5DA}</a:tableStyleId>
              </a:tblPr>
              <a:tblGrid>
                <a:gridCol w="1960880">
                  <a:extLst>
                    <a:ext uri="{9D8B030D-6E8A-4147-A177-3AD203B41FA5}">
                      <a16:colId xmlns:a16="http://schemas.microsoft.com/office/drawing/2014/main" val="1415841806"/>
                    </a:ext>
                  </a:extLst>
                </a:gridCol>
                <a:gridCol w="980440">
                  <a:extLst>
                    <a:ext uri="{9D8B030D-6E8A-4147-A177-3AD203B41FA5}">
                      <a16:colId xmlns:a16="http://schemas.microsoft.com/office/drawing/2014/main" val="3856363894"/>
                    </a:ext>
                  </a:extLst>
                </a:gridCol>
                <a:gridCol w="980440">
                  <a:extLst>
                    <a:ext uri="{9D8B030D-6E8A-4147-A177-3AD203B41FA5}">
                      <a16:colId xmlns:a16="http://schemas.microsoft.com/office/drawing/2014/main" val="2040092492"/>
                    </a:ext>
                  </a:extLst>
                </a:gridCol>
                <a:gridCol w="980440">
                  <a:extLst>
                    <a:ext uri="{9D8B030D-6E8A-4147-A177-3AD203B41FA5}">
                      <a16:colId xmlns:a16="http://schemas.microsoft.com/office/drawing/2014/main" val="2020301215"/>
                    </a:ext>
                  </a:extLst>
                </a:gridCol>
                <a:gridCol w="980440">
                  <a:extLst>
                    <a:ext uri="{9D8B030D-6E8A-4147-A177-3AD203B41FA5}">
                      <a16:colId xmlns:a16="http://schemas.microsoft.com/office/drawing/2014/main" val="4197988655"/>
                    </a:ext>
                  </a:extLst>
                </a:gridCol>
                <a:gridCol w="980440">
                  <a:extLst>
                    <a:ext uri="{9D8B030D-6E8A-4147-A177-3AD203B41FA5}">
                      <a16:colId xmlns:a16="http://schemas.microsoft.com/office/drawing/2014/main" val="289994482"/>
                    </a:ext>
                  </a:extLst>
                </a:gridCol>
              </a:tblGrid>
              <a:tr h="431800">
                <a:tc>
                  <a:txBody>
                    <a:bodyPr/>
                    <a:lstStyle/>
                    <a:p>
                      <a:pPr algn="ctr" rtl="1">
                        <a:lnSpc>
                          <a:spcPct val="107000"/>
                        </a:lnSpc>
                        <a:spcAft>
                          <a:spcPts val="800"/>
                        </a:spcAft>
                        <a:buNone/>
                      </a:pPr>
                      <a:r>
                        <a:rPr lang="ar-SA" sz="1200" b="1" kern="100" dirty="0">
                          <a:effectLst/>
                        </a:rPr>
                        <a:t>البرنامج</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النوع</a:t>
                      </a:r>
                      <a:r>
                        <a:rPr lang="ar-SA" sz="1200" b="1" kern="100" dirty="0">
                          <a:solidFill>
                            <a:srgbClr val="C00000"/>
                          </a:solidFill>
                          <a:effectLst/>
                        </a:rPr>
                        <a:t>*</a:t>
                      </a:r>
                      <a:endParaRPr lang="en-US" sz="1100" b="1" kern="100" dirty="0">
                        <a:solidFill>
                          <a:srgbClr val="C00000"/>
                        </a:solidFill>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a:effectLst/>
                        </a:rPr>
                        <a:t>التاريخ</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المدة</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المصدر</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أثر البرنامج</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extLst>
                  <a:ext uri="{0D108BD9-81ED-4DB2-BD59-A6C34878D82A}">
                    <a16:rowId xmlns:a16="http://schemas.microsoft.com/office/drawing/2014/main" val="1678645718"/>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dirty="0">
                          <a:effectLst/>
                        </a:rPr>
                        <a:t> </a:t>
                      </a:r>
                      <a:endParaRPr lang="en-US" sz="1100"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61736794"/>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096832480"/>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2593392"/>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967103968"/>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60307253"/>
                  </a:ext>
                </a:extLst>
              </a:tr>
              <a:tr h="431800">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a:effectLst/>
                        </a:rPr>
                        <a:t> </a:t>
                      </a:r>
                      <a:endParaRPr lang="en-US" sz="1100"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kern="100" dirty="0">
                          <a:effectLst/>
                        </a:rPr>
                        <a:t> </a:t>
                      </a:r>
                      <a:endParaRPr lang="en-US" sz="1100"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28929076"/>
                  </a:ext>
                </a:extLst>
              </a:tr>
            </a:tbl>
          </a:graphicData>
        </a:graphic>
      </p:graphicFrame>
      <p:sp>
        <p:nvSpPr>
          <p:cNvPr id="11" name="مربع نص 10">
            <a:extLst>
              <a:ext uri="{FF2B5EF4-FFF2-40B4-BE49-F238E27FC236}">
                <a16:creationId xmlns:a16="http://schemas.microsoft.com/office/drawing/2014/main" id="{6D796E20-3EBD-4A7F-4A4F-C8C585EEA014}"/>
              </a:ext>
            </a:extLst>
          </p:cNvPr>
          <p:cNvSpPr txBox="1"/>
          <p:nvPr/>
        </p:nvSpPr>
        <p:spPr>
          <a:xfrm>
            <a:off x="501650" y="6109086"/>
            <a:ext cx="6972185" cy="1692771"/>
          </a:xfrm>
          <a:prstGeom prst="rect">
            <a:avLst/>
          </a:prstGeom>
          <a:noFill/>
        </p:spPr>
        <p:txBody>
          <a:bodyPr wrap="square" rtlCol="1">
            <a:spAutoFit/>
          </a:bodyPr>
          <a:lstStyle/>
          <a:p>
            <a:pPr algn="r" rtl="1"/>
            <a:r>
              <a:rPr lang="ar-SA" sz="800" b="1" dirty="0">
                <a:solidFill>
                  <a:srgbClr val="C00000"/>
                </a:solidFill>
              </a:rPr>
              <a:t>*</a:t>
            </a:r>
            <a:r>
              <a:rPr lang="ar-SA" sz="1200" b="1" dirty="0"/>
              <a:t>النوع (تخصصي، تربوي، تقني)</a:t>
            </a:r>
            <a:endParaRPr lang="en-US" sz="1200" b="1" dirty="0"/>
          </a:p>
          <a:p>
            <a:pPr algn="r" rtl="1"/>
            <a:r>
              <a:rPr lang="ar-SA" sz="1200" b="1" dirty="0"/>
              <a:t>تعليمات هامة: </a:t>
            </a:r>
            <a:endParaRPr lang="en-US" sz="1200" b="1" dirty="0"/>
          </a:p>
          <a:p>
            <a:pPr algn="r" rtl="1"/>
            <a:r>
              <a:rPr lang="ar-SA" sz="1200" b="1" dirty="0"/>
              <a:t>يتم تحديد الاحتياجات التدريبة للمعلمة بناء على النقاط الأقل بعد التأمل الذاتي بهدف الارتقاء بالمستوى</a:t>
            </a:r>
            <a:endParaRPr lang="en-US" sz="1200" b="1" dirty="0"/>
          </a:p>
          <a:p>
            <a:pPr algn="r" rtl="1"/>
            <a:r>
              <a:rPr lang="ar-SA" sz="1200" b="1" dirty="0"/>
              <a:t>او المداولة بعد الزيارة الصفية</a:t>
            </a:r>
            <a:endParaRPr lang="en-US" sz="1200" b="1" dirty="0"/>
          </a:p>
          <a:p>
            <a:pPr algn="r" rtl="1"/>
            <a:r>
              <a:rPr lang="ar-SA" sz="1200" b="1" dirty="0"/>
              <a:t> </a:t>
            </a:r>
            <a:endParaRPr lang="en-US" sz="1200" b="1" dirty="0"/>
          </a:p>
          <a:p>
            <a:pPr algn="r" rtl="1"/>
            <a:r>
              <a:rPr lang="ar-SA" sz="1200" b="1" dirty="0"/>
              <a:t>الاحتياجات التدريبية (التخطيط والاعداد - استراتيجيات تدريس جديدة - تطبيقات التعلم - أساليب التقويم وتنويعه -  بيئات التعلم -  توظيف التطبيقات الرقمية في التدريس -  تصميم محتوى رقمي -  تصميم أنشطة تفاعلية -  تنمية مهارات التفكير وحل المشكلات  - اعداد خطط علاجية وإثرائية – إدارة الصف ...........إلخ)</a:t>
            </a:r>
            <a:endParaRPr lang="en-US" sz="1200" b="1" dirty="0"/>
          </a:p>
          <a:p>
            <a:pPr algn="r" rtl="1"/>
            <a:endParaRPr lang="ar-SA" sz="800" dirty="0"/>
          </a:p>
        </p:txBody>
      </p:sp>
      <p:sp>
        <p:nvSpPr>
          <p:cNvPr id="13" name="مربع نص 12">
            <a:extLst>
              <a:ext uri="{FF2B5EF4-FFF2-40B4-BE49-F238E27FC236}">
                <a16:creationId xmlns:a16="http://schemas.microsoft.com/office/drawing/2014/main" id="{12068348-5F4E-4FCA-D259-1803FB82492D}"/>
              </a:ext>
            </a:extLst>
          </p:cNvPr>
          <p:cNvSpPr txBox="1"/>
          <p:nvPr/>
        </p:nvSpPr>
        <p:spPr>
          <a:xfrm>
            <a:off x="730250" y="9096559"/>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Tree>
    <p:extLst>
      <p:ext uri="{BB962C8B-B14F-4D97-AF65-F5344CB8AC3E}">
        <p14:creationId xmlns:p14="http://schemas.microsoft.com/office/powerpoint/2010/main" val="3577589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A221ECE8-971E-14DD-5E94-C21A70ACFF87}"/>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78B1F6A2-7426-6402-712A-3A124AA2E943}"/>
              </a:ext>
            </a:extLst>
          </p:cNvPr>
          <p:cNvSpPr/>
          <p:nvPr/>
        </p:nvSpPr>
        <p:spPr>
          <a:xfrm>
            <a:off x="6356098" y="9511291"/>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5" name="Freeform 5">
            <a:extLst>
              <a:ext uri="{FF2B5EF4-FFF2-40B4-BE49-F238E27FC236}">
                <a16:creationId xmlns:a16="http://schemas.microsoft.com/office/drawing/2014/main" id="{19A2C8B3-3AAA-6955-19DD-2A0059907288}"/>
              </a:ext>
            </a:extLst>
          </p:cNvPr>
          <p:cNvSpPr/>
          <p:nvPr/>
        </p:nvSpPr>
        <p:spPr>
          <a:xfrm flipH="1">
            <a:off x="33964" y="949299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pic>
        <p:nvPicPr>
          <p:cNvPr id="8" name="صورة 7">
            <a:extLst>
              <a:ext uri="{FF2B5EF4-FFF2-40B4-BE49-F238E27FC236}">
                <a16:creationId xmlns:a16="http://schemas.microsoft.com/office/drawing/2014/main" id="{9924DD4B-E35D-87A5-911E-E4CFA06B16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080" y="176133"/>
            <a:ext cx="2011680" cy="146480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2" name="مربع نص 11">
            <a:extLst>
              <a:ext uri="{FF2B5EF4-FFF2-40B4-BE49-F238E27FC236}">
                <a16:creationId xmlns:a16="http://schemas.microsoft.com/office/drawing/2014/main" id="{76CB1C21-0078-835C-D534-C01D7D1AACA8}"/>
              </a:ext>
            </a:extLst>
          </p:cNvPr>
          <p:cNvSpPr txBox="1"/>
          <p:nvPr/>
        </p:nvSpPr>
        <p:spPr>
          <a:xfrm>
            <a:off x="5251198" y="317500"/>
            <a:ext cx="2209800" cy="1323439"/>
          </a:xfrm>
          <a:prstGeom prst="rect">
            <a:avLst/>
          </a:prstGeom>
          <a:noFill/>
        </p:spPr>
        <p:txBody>
          <a:bodyPr wrap="square" rtlCol="1">
            <a:spAutoFit/>
          </a:bodyPr>
          <a:lstStyle/>
          <a:p>
            <a:pPr algn="ctr" rtl="1"/>
            <a:r>
              <a:rPr lang="ar-EG" sz="1600" b="1" dirty="0"/>
              <a:t>المملكة العربية السعودية</a:t>
            </a:r>
            <a:endParaRPr lang="en-US" sz="1600" b="1" dirty="0"/>
          </a:p>
          <a:p>
            <a:pPr algn="ctr" rtl="1"/>
            <a:r>
              <a:rPr lang="ar-EG" sz="1600" b="1" dirty="0"/>
              <a:t>وزارة التعليم</a:t>
            </a:r>
            <a:endParaRPr lang="en-US" sz="1600" b="1" dirty="0"/>
          </a:p>
          <a:p>
            <a:pPr algn="ctr" rtl="1"/>
            <a:r>
              <a:rPr lang="ar-EG" sz="1600" b="1" dirty="0"/>
              <a:t>الإدارة العامة للتعليم بمنطقة الرياض</a:t>
            </a:r>
            <a:endParaRPr lang="en-US" sz="1600" b="1" dirty="0"/>
          </a:p>
          <a:p>
            <a:pPr algn="ctr" rtl="1"/>
            <a:r>
              <a:rPr lang="ar-EG" sz="1600" b="1" dirty="0"/>
              <a:t>الثانوية  76  بالرياض</a:t>
            </a:r>
            <a:endParaRPr lang="ar-SA" sz="1600" b="1" dirty="0"/>
          </a:p>
        </p:txBody>
      </p:sp>
      <p:sp>
        <p:nvSpPr>
          <p:cNvPr id="13" name="مستطيل 12">
            <a:extLst>
              <a:ext uri="{FF2B5EF4-FFF2-40B4-BE49-F238E27FC236}">
                <a16:creationId xmlns:a16="http://schemas.microsoft.com/office/drawing/2014/main" id="{097FD678-71A7-DE7B-88EE-1F7C3C1EF583}"/>
              </a:ext>
            </a:extLst>
          </p:cNvPr>
          <p:cNvSpPr/>
          <p:nvPr/>
        </p:nvSpPr>
        <p:spPr>
          <a:xfrm>
            <a:off x="495817" y="4203700"/>
            <a:ext cx="6357830" cy="1754326"/>
          </a:xfrm>
          <a:prstGeom prst="rect">
            <a:avLst/>
          </a:prstGeom>
          <a:noFill/>
        </p:spPr>
        <p:txBody>
          <a:bodyPr wrap="none" lIns="91440" tIns="45720" rIns="91440" bIns="45720">
            <a:spAutoFit/>
          </a:bodyPr>
          <a:lstStyle/>
          <a:p>
            <a:pPr algn="ctr"/>
            <a:r>
              <a:rPr lang="ar-SA" sz="5400" b="1" dirty="0">
                <a:ln w="0"/>
                <a:solidFill>
                  <a:schemeClr val="bg1">
                    <a:lumMod val="95000"/>
                  </a:schemeClr>
                </a:solidFill>
                <a:effectLst>
                  <a:outerShdw blurRad="38100" dist="19050" dir="2700000" algn="tl" rotWithShape="0">
                    <a:schemeClr val="dk1">
                      <a:alpha val="40000"/>
                    </a:schemeClr>
                  </a:outerShdw>
                </a:effectLst>
              </a:rPr>
              <a:t>نماذج تفعيل التطوير المهني</a:t>
            </a:r>
          </a:p>
          <a:p>
            <a:pPr algn="ctr"/>
            <a:r>
              <a:rPr lang="ar-SA" sz="5400" b="1" dirty="0">
                <a:ln w="0"/>
                <a:solidFill>
                  <a:schemeClr val="bg1">
                    <a:lumMod val="95000"/>
                  </a:schemeClr>
                </a:solidFill>
                <a:effectLst>
                  <a:outerShdw blurRad="38100" dist="19050" dir="2700000" algn="tl" rotWithShape="0">
                    <a:schemeClr val="dk1">
                      <a:alpha val="40000"/>
                    </a:schemeClr>
                  </a:outerShdw>
                </a:effectLst>
              </a:rPr>
              <a:t>(مستوى المدرسة) </a:t>
            </a:r>
            <a:endParaRPr lang="ar-SA" sz="5400" b="1" cap="none" spc="0" dirty="0">
              <a:ln w="0"/>
              <a:solidFill>
                <a:schemeClr val="bg1">
                  <a:lumMod val="95000"/>
                </a:schemeClr>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30827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B9EF61E9-3675-3DEC-9078-3ABEE0D4660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341F968-4085-DEEA-E35D-095057143951}"/>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40F4C741-93E5-B869-C318-CD10039EBD90}"/>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3" name="مربع نص 2">
            <a:extLst>
              <a:ext uri="{FF2B5EF4-FFF2-40B4-BE49-F238E27FC236}">
                <a16:creationId xmlns:a16="http://schemas.microsoft.com/office/drawing/2014/main" id="{A802051D-207B-FCFF-A6C3-34BE72A7A31C}"/>
              </a:ext>
            </a:extLst>
          </p:cNvPr>
          <p:cNvSpPr txBox="1"/>
          <p:nvPr/>
        </p:nvSpPr>
        <p:spPr>
          <a:xfrm>
            <a:off x="1492250" y="1231900"/>
            <a:ext cx="3810000" cy="369332"/>
          </a:xfrm>
          <a:prstGeom prst="rect">
            <a:avLst/>
          </a:prstGeom>
          <a:noFill/>
        </p:spPr>
        <p:txBody>
          <a:bodyPr wrap="square" rtlCol="1">
            <a:spAutoFit/>
          </a:bodyPr>
          <a:lstStyle/>
          <a:p>
            <a:pPr algn="ctr" rtl="1"/>
            <a:r>
              <a:rPr lang="ar-SA" b="1" dirty="0">
                <a:solidFill>
                  <a:srgbClr val="C00000"/>
                </a:solidFill>
              </a:rPr>
              <a:t>تنفيذ ورش وبرامج (على مستوى المدرسة)</a:t>
            </a:r>
            <a:endParaRPr lang="en-US" dirty="0">
              <a:solidFill>
                <a:srgbClr val="C00000"/>
              </a:solidFill>
            </a:endParaRPr>
          </a:p>
        </p:txBody>
      </p:sp>
      <p:graphicFrame>
        <p:nvGraphicFramePr>
          <p:cNvPr id="8" name="جدول 7">
            <a:extLst>
              <a:ext uri="{FF2B5EF4-FFF2-40B4-BE49-F238E27FC236}">
                <a16:creationId xmlns:a16="http://schemas.microsoft.com/office/drawing/2014/main" id="{C052501F-26C2-4A6A-1ECE-400DCBE04095}"/>
              </a:ext>
            </a:extLst>
          </p:cNvPr>
          <p:cNvGraphicFramePr>
            <a:graphicFrameLocks noGrp="1"/>
          </p:cNvGraphicFramePr>
          <p:nvPr>
            <p:extLst>
              <p:ext uri="{D42A27DB-BD31-4B8C-83A1-F6EECF244321}">
                <p14:modId xmlns:p14="http://schemas.microsoft.com/office/powerpoint/2010/main" val="17057792"/>
              </p:ext>
            </p:extLst>
          </p:nvPr>
        </p:nvGraphicFramePr>
        <p:xfrm>
          <a:off x="425450" y="2691824"/>
          <a:ext cx="6983730" cy="2765425"/>
        </p:xfrm>
        <a:graphic>
          <a:graphicData uri="http://schemas.openxmlformats.org/drawingml/2006/table">
            <a:tbl>
              <a:tblPr rtl="1" firstRow="1" firstCol="1" bandRow="1">
                <a:tableStyleId>{5940675A-B579-460E-94D1-54222C63F5DA}</a:tableStyleId>
              </a:tblPr>
              <a:tblGrid>
                <a:gridCol w="775970">
                  <a:extLst>
                    <a:ext uri="{9D8B030D-6E8A-4147-A177-3AD203B41FA5}">
                      <a16:colId xmlns:a16="http://schemas.microsoft.com/office/drawing/2014/main" val="4273348695"/>
                    </a:ext>
                  </a:extLst>
                </a:gridCol>
                <a:gridCol w="775970">
                  <a:extLst>
                    <a:ext uri="{9D8B030D-6E8A-4147-A177-3AD203B41FA5}">
                      <a16:colId xmlns:a16="http://schemas.microsoft.com/office/drawing/2014/main" val="2062322085"/>
                    </a:ext>
                  </a:extLst>
                </a:gridCol>
                <a:gridCol w="775970">
                  <a:extLst>
                    <a:ext uri="{9D8B030D-6E8A-4147-A177-3AD203B41FA5}">
                      <a16:colId xmlns:a16="http://schemas.microsoft.com/office/drawing/2014/main" val="1969078808"/>
                    </a:ext>
                  </a:extLst>
                </a:gridCol>
                <a:gridCol w="775970">
                  <a:extLst>
                    <a:ext uri="{9D8B030D-6E8A-4147-A177-3AD203B41FA5}">
                      <a16:colId xmlns:a16="http://schemas.microsoft.com/office/drawing/2014/main" val="3699019570"/>
                    </a:ext>
                  </a:extLst>
                </a:gridCol>
                <a:gridCol w="775970">
                  <a:extLst>
                    <a:ext uri="{9D8B030D-6E8A-4147-A177-3AD203B41FA5}">
                      <a16:colId xmlns:a16="http://schemas.microsoft.com/office/drawing/2014/main" val="2860142069"/>
                    </a:ext>
                  </a:extLst>
                </a:gridCol>
                <a:gridCol w="775970">
                  <a:extLst>
                    <a:ext uri="{9D8B030D-6E8A-4147-A177-3AD203B41FA5}">
                      <a16:colId xmlns:a16="http://schemas.microsoft.com/office/drawing/2014/main" val="3455977928"/>
                    </a:ext>
                  </a:extLst>
                </a:gridCol>
                <a:gridCol w="775970">
                  <a:extLst>
                    <a:ext uri="{9D8B030D-6E8A-4147-A177-3AD203B41FA5}">
                      <a16:colId xmlns:a16="http://schemas.microsoft.com/office/drawing/2014/main" val="1482947259"/>
                    </a:ext>
                  </a:extLst>
                </a:gridCol>
                <a:gridCol w="1551940">
                  <a:extLst>
                    <a:ext uri="{9D8B030D-6E8A-4147-A177-3AD203B41FA5}">
                      <a16:colId xmlns:a16="http://schemas.microsoft.com/office/drawing/2014/main" val="4282909836"/>
                    </a:ext>
                  </a:extLst>
                </a:gridCol>
              </a:tblGrid>
              <a:tr h="553085">
                <a:tc>
                  <a:txBody>
                    <a:bodyPr/>
                    <a:lstStyle/>
                    <a:p>
                      <a:pPr algn="ctr" rtl="1">
                        <a:lnSpc>
                          <a:spcPct val="107000"/>
                        </a:lnSpc>
                        <a:spcAft>
                          <a:spcPts val="800"/>
                        </a:spcAft>
                        <a:buNone/>
                      </a:pPr>
                      <a:r>
                        <a:rPr lang="ar-SA" sz="1200" b="1" kern="100" dirty="0">
                          <a:effectLst/>
                        </a:rPr>
                        <a:t>العنوان</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النوع</a:t>
                      </a:r>
                      <a:r>
                        <a:rPr lang="ar-SA" sz="1200" b="1" kern="100" dirty="0">
                          <a:solidFill>
                            <a:srgbClr val="C00000"/>
                          </a:solidFill>
                          <a:effectLst/>
                        </a:rPr>
                        <a:t>*</a:t>
                      </a:r>
                      <a:endParaRPr lang="en-US" sz="1100" b="1" kern="100" dirty="0">
                        <a:solidFill>
                          <a:srgbClr val="C00000"/>
                        </a:solidFill>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التاريخ</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المدة</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اسم المنفذة</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الفئة المستفيدة</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عدد الحضور</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tc>
                  <a:txBody>
                    <a:bodyPr/>
                    <a:lstStyle/>
                    <a:p>
                      <a:pPr algn="ctr" rtl="1">
                        <a:lnSpc>
                          <a:spcPct val="107000"/>
                        </a:lnSpc>
                        <a:spcAft>
                          <a:spcPts val="800"/>
                        </a:spcAft>
                        <a:buNone/>
                      </a:pPr>
                      <a:r>
                        <a:rPr lang="ar-SA" sz="1200" b="1" kern="100" dirty="0">
                          <a:effectLst/>
                        </a:rPr>
                        <a:t>قياس الأثر</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solidFill>
                      <a:schemeClr val="bg2"/>
                    </a:solidFill>
                  </a:tcPr>
                </a:tc>
                <a:extLst>
                  <a:ext uri="{0D108BD9-81ED-4DB2-BD59-A6C34878D82A}">
                    <a16:rowId xmlns:a16="http://schemas.microsoft.com/office/drawing/2014/main" val="2907349338"/>
                  </a:ext>
                </a:extLst>
              </a:tr>
              <a:tr h="553085">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68976759"/>
                  </a:ext>
                </a:extLst>
              </a:tr>
              <a:tr h="553085">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323385377"/>
                  </a:ext>
                </a:extLst>
              </a:tr>
              <a:tr h="553085">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949703145"/>
                  </a:ext>
                </a:extLst>
              </a:tr>
              <a:tr h="553085">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a:effectLst/>
                        </a:rPr>
                        <a:t> </a:t>
                      </a:r>
                      <a:endParaRPr lang="en-US" sz="1100" b="1" kern="10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tc>
                  <a:txBody>
                    <a:bodyPr/>
                    <a:lstStyle/>
                    <a:p>
                      <a:pPr algn="ctr" rtl="1">
                        <a:lnSpc>
                          <a:spcPct val="107000"/>
                        </a:lnSpc>
                        <a:spcAft>
                          <a:spcPts val="800"/>
                        </a:spcAft>
                        <a:buNone/>
                      </a:pPr>
                      <a:r>
                        <a:rPr lang="ar-SA" sz="1200" b="1" kern="100" dirty="0">
                          <a:effectLst/>
                        </a:rPr>
                        <a:t> </a:t>
                      </a:r>
                      <a:endParaRPr lang="en-US" sz="1100" b="1" kern="100" dirty="0">
                        <a:effectLst/>
                        <a:latin typeface="Aptos" panose="020B0004020202020204" pitchFamily="34" charset="0"/>
                        <a:ea typeface="Aptos" panose="020B000402020202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982820749"/>
                  </a:ext>
                </a:extLst>
              </a:tr>
            </a:tbl>
          </a:graphicData>
        </a:graphic>
      </p:graphicFrame>
      <p:sp>
        <p:nvSpPr>
          <p:cNvPr id="9" name="مربع نص 8">
            <a:extLst>
              <a:ext uri="{FF2B5EF4-FFF2-40B4-BE49-F238E27FC236}">
                <a16:creationId xmlns:a16="http://schemas.microsoft.com/office/drawing/2014/main" id="{BD3AE244-8D09-A1C2-0ABE-A6DA35E4CCF8}"/>
              </a:ext>
            </a:extLst>
          </p:cNvPr>
          <p:cNvSpPr txBox="1"/>
          <p:nvPr/>
        </p:nvSpPr>
        <p:spPr>
          <a:xfrm>
            <a:off x="452120" y="5590550"/>
            <a:ext cx="6983730" cy="1138773"/>
          </a:xfrm>
          <a:prstGeom prst="rect">
            <a:avLst/>
          </a:prstGeom>
          <a:noFill/>
        </p:spPr>
        <p:txBody>
          <a:bodyPr wrap="square" rtlCol="1">
            <a:spAutoFit/>
          </a:bodyPr>
          <a:lstStyle/>
          <a:p>
            <a:pPr algn="r" rtl="1"/>
            <a:r>
              <a:rPr lang="ar-SA" sz="1200" b="1" dirty="0">
                <a:solidFill>
                  <a:srgbClr val="C00000"/>
                </a:solidFill>
              </a:rPr>
              <a:t>*</a:t>
            </a:r>
            <a:r>
              <a:rPr lang="ar-SA" sz="1200" b="1" dirty="0"/>
              <a:t>النوع (تخصصي، تربوي، تقني)</a:t>
            </a:r>
            <a:endParaRPr lang="en-US" sz="1200" b="1" dirty="0"/>
          </a:p>
          <a:p>
            <a:pPr algn="r" rtl="1"/>
            <a:r>
              <a:rPr lang="ar-SA" sz="1200" b="1" dirty="0"/>
              <a:t>تعليمات هامة:  </a:t>
            </a:r>
            <a:endParaRPr lang="en-US" sz="1200" b="1" dirty="0"/>
          </a:p>
          <a:p>
            <a:pPr lvl="0" algn="r" rtl="1"/>
            <a:r>
              <a:rPr lang="ar-SA" sz="1200" b="1" dirty="0"/>
              <a:t>ادراج جميع البرامج المنفذة في خطط التحسين </a:t>
            </a:r>
            <a:endParaRPr lang="en-US" sz="1200" b="1" dirty="0"/>
          </a:p>
          <a:p>
            <a:pPr lvl="0" algn="r" rtl="1"/>
            <a:r>
              <a:rPr lang="ar-SA" sz="1200" b="1" dirty="0"/>
              <a:t>تعد منفذة الورشة او البرنامج تقرير التنفيذ وتقوم بقياس أثر البرنامج وتسلم نسخة منه للجنة التميز</a:t>
            </a:r>
            <a:endParaRPr lang="en-US" sz="1200" b="1" dirty="0"/>
          </a:p>
          <a:p>
            <a:pPr lvl="0" algn="r" rtl="1"/>
            <a:r>
              <a:rPr lang="ar-SA" sz="1200" b="1" dirty="0"/>
              <a:t>يتحدد نجاح الورشة او البرنامج بتحقق المؤشرات وتحسن الأداء ورضا المستفيد</a:t>
            </a:r>
            <a:endParaRPr lang="en-US" sz="1200" b="1" dirty="0"/>
          </a:p>
          <a:p>
            <a:pPr algn="r" rtl="1"/>
            <a:endParaRPr lang="ar-SA" sz="800" dirty="0"/>
          </a:p>
        </p:txBody>
      </p:sp>
      <p:sp>
        <p:nvSpPr>
          <p:cNvPr id="11" name="مربع نص 10">
            <a:extLst>
              <a:ext uri="{FF2B5EF4-FFF2-40B4-BE49-F238E27FC236}">
                <a16:creationId xmlns:a16="http://schemas.microsoft.com/office/drawing/2014/main" id="{67D2AE9D-43AB-B274-81A8-0CADDAB64C2D}"/>
              </a:ext>
            </a:extLst>
          </p:cNvPr>
          <p:cNvSpPr txBox="1"/>
          <p:nvPr/>
        </p:nvSpPr>
        <p:spPr>
          <a:xfrm>
            <a:off x="806450" y="8504659"/>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Tree>
    <p:extLst>
      <p:ext uri="{BB962C8B-B14F-4D97-AF65-F5344CB8AC3E}">
        <p14:creationId xmlns:p14="http://schemas.microsoft.com/office/powerpoint/2010/main" val="28994749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a:extLst>
            <a:ext uri="{FF2B5EF4-FFF2-40B4-BE49-F238E27FC236}">
              <a16:creationId xmlns:a16="http://schemas.microsoft.com/office/drawing/2014/main" id="{131092D1-BE91-D276-5E88-19B5DC42A6F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957777D-440B-5123-CBE7-2EACEE0908AE}"/>
              </a:ext>
            </a:extLst>
          </p:cNvPr>
          <p:cNvSpPr/>
          <p:nvPr/>
        </p:nvSpPr>
        <p:spPr>
          <a:xfrm>
            <a:off x="-251374" y="0"/>
            <a:ext cx="7872660" cy="10895551"/>
          </a:xfrm>
          <a:custGeom>
            <a:avLst/>
            <a:gdLst/>
            <a:ahLst/>
            <a:cxnLst/>
            <a:rect l="l" t="t" r="r" b="b"/>
            <a:pathLst>
              <a:path w="7758846" h="8416894">
                <a:moveTo>
                  <a:pt x="0" y="0"/>
                </a:moveTo>
                <a:lnTo>
                  <a:pt x="7758846" y="0"/>
                </a:lnTo>
                <a:lnTo>
                  <a:pt x="7758846" y="8416894"/>
                </a:lnTo>
                <a:lnTo>
                  <a:pt x="0" y="841689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3EA5B98-1C35-24AA-B242-EF95497832AF}"/>
              </a:ext>
            </a:extLst>
          </p:cNvPr>
          <p:cNvSpPr/>
          <p:nvPr/>
        </p:nvSpPr>
        <p:spPr>
          <a:xfrm>
            <a:off x="0" y="39592"/>
            <a:ext cx="5683250" cy="393700"/>
          </a:xfrm>
          <a:custGeom>
            <a:avLst/>
            <a:gdLst/>
            <a:ahLst/>
            <a:cxnLst/>
            <a:rect l="l" t="t" r="r" b="b"/>
            <a:pathLst>
              <a:path w="3308517" h="1467779">
                <a:moveTo>
                  <a:pt x="0" y="0"/>
                </a:moveTo>
                <a:lnTo>
                  <a:pt x="3308517" y="0"/>
                </a:lnTo>
                <a:lnTo>
                  <a:pt x="3308517" y="1467779"/>
                </a:lnTo>
                <a:lnTo>
                  <a:pt x="0" y="146777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10" name="مربع نص 9">
            <a:extLst>
              <a:ext uri="{FF2B5EF4-FFF2-40B4-BE49-F238E27FC236}">
                <a16:creationId xmlns:a16="http://schemas.microsoft.com/office/drawing/2014/main" id="{DC17654A-8FD9-A389-58C0-266A6DB7BF87}"/>
              </a:ext>
            </a:extLst>
          </p:cNvPr>
          <p:cNvSpPr txBox="1"/>
          <p:nvPr/>
        </p:nvSpPr>
        <p:spPr>
          <a:xfrm>
            <a:off x="1949450" y="1546346"/>
            <a:ext cx="3733800" cy="369332"/>
          </a:xfrm>
          <a:prstGeom prst="rect">
            <a:avLst/>
          </a:prstGeom>
          <a:noFill/>
        </p:spPr>
        <p:txBody>
          <a:bodyPr wrap="square" rtlCol="1">
            <a:spAutoFit/>
          </a:bodyPr>
          <a:lstStyle/>
          <a:p>
            <a:pPr algn="ctr" rtl="1"/>
            <a:r>
              <a:rPr lang="ar-SA" b="1" dirty="0">
                <a:solidFill>
                  <a:srgbClr val="C00000"/>
                </a:solidFill>
              </a:rPr>
              <a:t>تقرير تنفيذ برنامج</a:t>
            </a:r>
            <a:endParaRPr lang="en-US" dirty="0">
              <a:solidFill>
                <a:srgbClr val="C00000"/>
              </a:solidFill>
            </a:endParaRPr>
          </a:p>
        </p:txBody>
      </p:sp>
      <p:graphicFrame>
        <p:nvGraphicFramePr>
          <p:cNvPr id="8" name="جدول 7">
            <a:extLst>
              <a:ext uri="{FF2B5EF4-FFF2-40B4-BE49-F238E27FC236}">
                <a16:creationId xmlns:a16="http://schemas.microsoft.com/office/drawing/2014/main" id="{E7E2A3FD-C922-2728-624D-7DF7AEB1AD59}"/>
              </a:ext>
            </a:extLst>
          </p:cNvPr>
          <p:cNvGraphicFramePr>
            <a:graphicFrameLocks noGrp="1"/>
          </p:cNvGraphicFramePr>
          <p:nvPr>
            <p:extLst>
              <p:ext uri="{D42A27DB-BD31-4B8C-83A1-F6EECF244321}">
                <p14:modId xmlns:p14="http://schemas.microsoft.com/office/powerpoint/2010/main" val="4291627316"/>
              </p:ext>
            </p:extLst>
          </p:nvPr>
        </p:nvGraphicFramePr>
        <p:xfrm>
          <a:off x="636155" y="5345545"/>
          <a:ext cx="6529951" cy="2671947"/>
        </p:xfrm>
        <a:graphic>
          <a:graphicData uri="http://schemas.openxmlformats.org/drawingml/2006/table">
            <a:tbl>
              <a:tblPr rtl="1" firstRow="1" firstCol="1" bandRow="1">
                <a:tableStyleId>{5940675A-B579-460E-94D1-54222C63F5DA}</a:tableStyleId>
              </a:tblPr>
              <a:tblGrid>
                <a:gridCol w="1185695">
                  <a:extLst>
                    <a:ext uri="{9D8B030D-6E8A-4147-A177-3AD203B41FA5}">
                      <a16:colId xmlns:a16="http://schemas.microsoft.com/office/drawing/2014/main" val="1717195211"/>
                    </a:ext>
                  </a:extLst>
                </a:gridCol>
                <a:gridCol w="2355138">
                  <a:extLst>
                    <a:ext uri="{9D8B030D-6E8A-4147-A177-3AD203B41FA5}">
                      <a16:colId xmlns:a16="http://schemas.microsoft.com/office/drawing/2014/main" val="2623341202"/>
                    </a:ext>
                  </a:extLst>
                </a:gridCol>
                <a:gridCol w="1630842">
                  <a:extLst>
                    <a:ext uri="{9D8B030D-6E8A-4147-A177-3AD203B41FA5}">
                      <a16:colId xmlns:a16="http://schemas.microsoft.com/office/drawing/2014/main" val="2826749597"/>
                    </a:ext>
                  </a:extLst>
                </a:gridCol>
                <a:gridCol w="1358276">
                  <a:extLst>
                    <a:ext uri="{9D8B030D-6E8A-4147-A177-3AD203B41FA5}">
                      <a16:colId xmlns:a16="http://schemas.microsoft.com/office/drawing/2014/main" val="2552041511"/>
                    </a:ext>
                  </a:extLst>
                </a:gridCol>
              </a:tblGrid>
              <a:tr h="340508">
                <a:tc>
                  <a:txBody>
                    <a:bodyPr/>
                    <a:lstStyle/>
                    <a:p>
                      <a:pPr algn="ctr" rtl="1">
                        <a:lnSpc>
                          <a:spcPct val="107000"/>
                        </a:lnSpc>
                        <a:spcAft>
                          <a:spcPts val="800"/>
                        </a:spcAft>
                        <a:buNone/>
                      </a:pPr>
                      <a:r>
                        <a:rPr lang="ar-SA" sz="1000" b="1" kern="100" dirty="0">
                          <a:effectLst/>
                        </a:rPr>
                        <a:t>متطلبات التنفيذ</a:t>
                      </a:r>
                      <a:endParaRPr lang="en-US" sz="1000" b="1" kern="100" dirty="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l" rtl="1">
                        <a:lnSpc>
                          <a:spcPct val="115000"/>
                        </a:lnSpc>
                        <a:spcAft>
                          <a:spcPts val="800"/>
                        </a:spcAft>
                        <a:buNone/>
                      </a:pPr>
                      <a:r>
                        <a:rPr lang="en-US" sz="1000" b="1" kern="100" dirty="0">
                          <a:effectLst/>
                          <a:sym typeface="AGA Arabesque Desktop" panose="05010101010101010101" pitchFamily="2" charset="2"/>
                        </a:rPr>
                        <a:t></a:t>
                      </a:r>
                      <a:r>
                        <a:rPr lang="en-US" sz="1000" b="1" kern="100" dirty="0">
                          <a:effectLst/>
                        </a:rPr>
                        <a:t> </a:t>
                      </a:r>
                      <a:r>
                        <a:rPr lang="ar-SA" sz="1000" b="1" kern="100" dirty="0">
                          <a:effectLst/>
                        </a:rPr>
                        <a:t>تجهيزات تقنية وحاسب ألي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قاعة تدريب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منصات تدريب الكترونية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منصة مدرستي          </a:t>
                      </a:r>
                      <a:endParaRPr lang="en-US" sz="1000" b="1" kern="100" dirty="0">
                        <a:effectLst/>
                      </a:endParaRPr>
                    </a:p>
                    <a:p>
                      <a:pPr algn="r" rtl="1">
                        <a:lnSpc>
                          <a:spcPct val="115000"/>
                        </a:lnSpc>
                        <a:spcAft>
                          <a:spcPts val="800"/>
                        </a:spcAft>
                        <a:buNone/>
                      </a:pPr>
                      <a:r>
                        <a:rPr lang="ar-SA" sz="1000" b="1" kern="100" dirty="0">
                          <a:effectLst/>
                        </a:rPr>
                        <a:t>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تطبيقات تواصل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إذاعة مدرسية          </a:t>
                      </a:r>
                      <a:r>
                        <a:rPr lang="en-US" sz="1000" b="1" kern="100" dirty="0">
                          <a:effectLst/>
                          <a:sym typeface="AGA Arabesque Desktop" panose="05010101010101010101" pitchFamily="2" charset="2"/>
                        </a:rPr>
                        <a:t></a:t>
                      </a:r>
                      <a:r>
                        <a:rPr lang="en-US" sz="1000" b="1" kern="100" dirty="0">
                          <a:effectLst/>
                        </a:rPr>
                        <a:t> </a:t>
                      </a:r>
                      <a:r>
                        <a:rPr lang="ar-SA" sz="1000" b="1" kern="100" dirty="0">
                          <a:effectLst/>
                        </a:rPr>
                        <a:t>اخري ................     </a:t>
                      </a:r>
                      <a:endParaRPr lang="en-US" sz="1000" b="1" kern="100" dirty="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1354867014"/>
                  </a:ext>
                </a:extLst>
              </a:tr>
              <a:tr h="240364">
                <a:tc>
                  <a:txBody>
                    <a:bodyPr/>
                    <a:lstStyle/>
                    <a:p>
                      <a:pPr algn="ctr" rtl="1">
                        <a:lnSpc>
                          <a:spcPct val="107000"/>
                        </a:lnSpc>
                        <a:spcAft>
                          <a:spcPts val="800"/>
                        </a:spcAft>
                        <a:buNone/>
                      </a:pPr>
                      <a:r>
                        <a:rPr lang="ar-SA" sz="1000" b="1" kern="100">
                          <a:effectLst/>
                        </a:rPr>
                        <a:t>أسلوب تحديد الاحتياج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l" rtl="1">
                        <a:lnSpc>
                          <a:spcPct val="107000"/>
                        </a:lnSpc>
                        <a:spcAft>
                          <a:spcPts val="800"/>
                        </a:spcAft>
                        <a:buNone/>
                      </a:pPr>
                      <a:r>
                        <a:rPr lang="ar-SA" sz="1000" b="1" kern="100">
                          <a:effectLst/>
                        </a:rPr>
                        <a:t> </a:t>
                      </a:r>
                      <a:r>
                        <a:rPr lang="en-US" sz="1000" b="1" kern="100">
                          <a:effectLst/>
                          <a:sym typeface="AGA Arabesque Desktop" panose="05010101010101010101" pitchFamily="2" charset="2"/>
                        </a:rPr>
                        <a:t></a:t>
                      </a:r>
                      <a:r>
                        <a:rPr lang="ar-SA" sz="1000" b="1" kern="100">
                          <a:effectLst/>
                        </a:rPr>
                        <a:t> الملاحظات          </a:t>
                      </a:r>
                      <a:r>
                        <a:rPr lang="en-US" sz="1000" b="1" kern="100">
                          <a:effectLst/>
                          <a:sym typeface="AGA Arabesque Desktop" panose="05010101010101010101" pitchFamily="2" charset="2"/>
                        </a:rPr>
                        <a:t></a:t>
                      </a:r>
                      <a:r>
                        <a:rPr lang="ar-SA" sz="1000" b="1" kern="100">
                          <a:effectLst/>
                        </a:rPr>
                        <a:t> المقابلات والمناقشات             </a:t>
                      </a:r>
                      <a:r>
                        <a:rPr lang="en-US" sz="1000" b="1" kern="100">
                          <a:effectLst/>
                          <a:sym typeface="AGA Arabesque Desktop" panose="05010101010101010101" pitchFamily="2" charset="2"/>
                        </a:rPr>
                        <a:t></a:t>
                      </a:r>
                      <a:r>
                        <a:rPr lang="ar-SA" sz="1000" b="1" kern="100">
                          <a:effectLst/>
                        </a:rPr>
                        <a:t> الاستبانات         </a:t>
                      </a:r>
                      <a:r>
                        <a:rPr lang="en-US" sz="1000" b="1" kern="100">
                          <a:effectLst/>
                          <a:sym typeface="AGA Arabesque Desktop" panose="05010101010101010101" pitchFamily="2" charset="2"/>
                        </a:rPr>
                        <a:t></a:t>
                      </a:r>
                      <a:r>
                        <a:rPr lang="ar-SA" sz="1000" b="1" kern="100">
                          <a:effectLst/>
                        </a:rPr>
                        <a:t>  تحليل نتائج        </a:t>
                      </a:r>
                      <a:r>
                        <a:rPr lang="en-US" sz="1000" b="1" kern="100">
                          <a:effectLst/>
                          <a:sym typeface="AGA Arabesque Desktop" panose="05010101010101010101" pitchFamily="2" charset="2"/>
                        </a:rPr>
                        <a:t></a:t>
                      </a:r>
                      <a:r>
                        <a:rPr lang="en-US" sz="1000" b="1" kern="100">
                          <a:effectLst/>
                        </a:rPr>
                        <a:t> </a:t>
                      </a:r>
                      <a:r>
                        <a:rPr lang="ar-SA" sz="1000" b="1" kern="100">
                          <a:effectLst/>
                        </a:rPr>
                        <a:t>المداولات الإشرافية</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712104353"/>
                  </a:ext>
                </a:extLst>
              </a:tr>
              <a:tr h="322143">
                <a:tc>
                  <a:txBody>
                    <a:bodyPr/>
                    <a:lstStyle/>
                    <a:p>
                      <a:pPr algn="ctr" rtl="1">
                        <a:lnSpc>
                          <a:spcPct val="107000"/>
                        </a:lnSpc>
                        <a:spcAft>
                          <a:spcPts val="800"/>
                        </a:spcAft>
                        <a:buNone/>
                      </a:pPr>
                      <a:r>
                        <a:rPr lang="ar-SA" sz="1000" b="1" kern="100">
                          <a:effectLst/>
                        </a:rPr>
                        <a:t>محور الأهمية:</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l" rtl="1">
                        <a:lnSpc>
                          <a:spcPct val="107000"/>
                        </a:lnSpc>
                        <a:spcAft>
                          <a:spcPts val="800"/>
                        </a:spcAft>
                        <a:buNone/>
                      </a:pPr>
                      <a:r>
                        <a:rPr lang="en-US" sz="1000" b="1" kern="100">
                          <a:effectLst/>
                          <a:sym typeface="AGA Arabesque Desktop" panose="05010101010101010101" pitchFamily="2" charset="2"/>
                        </a:rPr>
                        <a:t></a:t>
                      </a:r>
                      <a:r>
                        <a:rPr lang="en-US" sz="1000" b="1" kern="100">
                          <a:effectLst/>
                        </a:rPr>
                        <a:t> </a:t>
                      </a:r>
                      <a:r>
                        <a:rPr lang="ar-SA" sz="1000" b="1" kern="100">
                          <a:effectLst/>
                        </a:rPr>
                        <a:t> رفع كفاءة الأداء وتجويد العمل      </a:t>
                      </a:r>
                      <a:r>
                        <a:rPr lang="en-US" sz="1000" b="1" kern="100">
                          <a:effectLst/>
                          <a:sym typeface="AGA Arabesque Desktop" panose="05010101010101010101" pitchFamily="2" charset="2"/>
                        </a:rPr>
                        <a:t></a:t>
                      </a:r>
                      <a:r>
                        <a:rPr lang="en-US" sz="1000" b="1" kern="100">
                          <a:effectLst/>
                        </a:rPr>
                        <a:t> </a:t>
                      </a:r>
                      <a:r>
                        <a:rPr lang="ar-SA" sz="1000" b="1" kern="100">
                          <a:effectLst/>
                        </a:rPr>
                        <a:t>تحسين نواتج التعلم وتنمية المهارات     </a:t>
                      </a:r>
                      <a:r>
                        <a:rPr lang="en-US" sz="1000" b="1" kern="100">
                          <a:effectLst/>
                          <a:sym typeface="AGA Arabesque Desktop" panose="05010101010101010101" pitchFamily="2" charset="2"/>
                        </a:rPr>
                        <a:t></a:t>
                      </a:r>
                      <a:r>
                        <a:rPr lang="en-US" sz="1000" b="1" kern="100">
                          <a:effectLst/>
                        </a:rPr>
                        <a:t> </a:t>
                      </a:r>
                      <a:r>
                        <a:rPr lang="ar-SA" sz="1000" b="1" kern="100">
                          <a:effectLst/>
                        </a:rPr>
                        <a:t>جودة العملية التعليمية         </a:t>
                      </a:r>
                      <a:endParaRPr lang="en-US" sz="1000" b="1" kern="100">
                        <a:effectLst/>
                      </a:endParaRPr>
                    </a:p>
                    <a:p>
                      <a:pPr algn="r" rtl="1">
                        <a:lnSpc>
                          <a:spcPct val="107000"/>
                        </a:lnSpc>
                        <a:spcAft>
                          <a:spcPts val="800"/>
                        </a:spcAft>
                        <a:buNone/>
                      </a:pPr>
                      <a:r>
                        <a:rPr lang="en-US" sz="1000" b="1" kern="100">
                          <a:effectLst/>
                          <a:sym typeface="AGA Arabesque Desktop" panose="05010101010101010101" pitchFamily="2" charset="2"/>
                        </a:rPr>
                        <a:t></a:t>
                      </a:r>
                      <a:r>
                        <a:rPr lang="en-US" sz="1000" b="1" kern="100">
                          <a:effectLst/>
                        </a:rPr>
                        <a:t> </a:t>
                      </a:r>
                      <a:r>
                        <a:rPr lang="ar-SA" sz="1000" b="1" kern="100">
                          <a:effectLst/>
                        </a:rPr>
                        <a:t>تفعيل الشراكات والاعمال التطوعية      </a:t>
                      </a:r>
                      <a:r>
                        <a:rPr lang="en-US" sz="1000" b="1" kern="100">
                          <a:effectLst/>
                          <a:sym typeface="AGA Arabesque Desktop" panose="05010101010101010101" pitchFamily="2" charset="2"/>
                        </a:rPr>
                        <a:t></a:t>
                      </a:r>
                      <a:r>
                        <a:rPr lang="en-US" sz="1000" b="1" kern="100">
                          <a:effectLst/>
                        </a:rPr>
                        <a:t> </a:t>
                      </a:r>
                      <a:r>
                        <a:rPr lang="ar-SA" sz="1000" b="1" kern="100">
                          <a:effectLst/>
                        </a:rPr>
                        <a:t>غرس القيم وتعزيزها               </a:t>
                      </a:r>
                      <a:r>
                        <a:rPr lang="en-US" sz="1000" b="1" kern="100">
                          <a:effectLst/>
                          <a:sym typeface="AGA Arabesque Desktop" panose="05010101010101010101" pitchFamily="2" charset="2"/>
                        </a:rPr>
                        <a:t></a:t>
                      </a:r>
                      <a:r>
                        <a:rPr lang="en-US" sz="1000" b="1" kern="100">
                          <a:effectLst/>
                        </a:rPr>
                        <a:t>  </a:t>
                      </a:r>
                      <a:r>
                        <a:rPr lang="ar-SA" sz="1000" b="1" kern="100">
                          <a:effectLst/>
                        </a:rPr>
                        <a:t> تحسين البيئة التعليمية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504886045"/>
                  </a:ext>
                </a:extLst>
              </a:tr>
              <a:tr h="160682">
                <a:tc>
                  <a:txBody>
                    <a:bodyPr/>
                    <a:lstStyle/>
                    <a:p>
                      <a:pPr algn="ctr" rtl="1">
                        <a:lnSpc>
                          <a:spcPct val="107000"/>
                        </a:lnSpc>
                        <a:spcAft>
                          <a:spcPts val="800"/>
                        </a:spcAft>
                        <a:buNone/>
                      </a:pPr>
                      <a:r>
                        <a:rPr lang="ar-SA" sz="1000" b="1" kern="100">
                          <a:effectLst/>
                        </a:rPr>
                        <a:t>الهدف العام</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marL="457200"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1032052290"/>
                  </a:ext>
                </a:extLst>
              </a:tr>
              <a:tr h="160682">
                <a:tc>
                  <a:txBody>
                    <a:bodyPr/>
                    <a:lstStyle/>
                    <a:p>
                      <a:pPr algn="ctr" rtl="1">
                        <a:lnSpc>
                          <a:spcPct val="107000"/>
                        </a:lnSpc>
                        <a:spcAft>
                          <a:spcPts val="800"/>
                        </a:spcAft>
                        <a:buNone/>
                      </a:pPr>
                      <a:r>
                        <a:rPr lang="ar-SA" sz="1000" b="1" kern="100">
                          <a:effectLst/>
                        </a:rPr>
                        <a:t>الهدف التفصيلي</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marL="457200"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626156172"/>
                  </a:ext>
                </a:extLst>
              </a:tr>
              <a:tr h="485988">
                <a:tc>
                  <a:txBody>
                    <a:bodyPr/>
                    <a:lstStyle/>
                    <a:p>
                      <a:pPr algn="ctr" rtl="1">
                        <a:lnSpc>
                          <a:spcPct val="107000"/>
                        </a:lnSpc>
                        <a:spcAft>
                          <a:spcPts val="800"/>
                        </a:spcAft>
                        <a:buNone/>
                      </a:pPr>
                      <a:r>
                        <a:rPr lang="ar-SA" sz="1000" b="1" kern="100">
                          <a:effectLst/>
                        </a:rPr>
                        <a:t>إجراءات ومراحل التنفيذ</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marL="342900" lvl="0" indent="-342900" algn="r" rtl="1">
                        <a:lnSpc>
                          <a:spcPct val="107000"/>
                        </a:lnSpc>
                        <a:buFont typeface="Courier New" panose="02070309020205020404" pitchFamily="49" charset="0"/>
                        <a:buChar char="o"/>
                      </a:pPr>
                      <a:r>
                        <a:rPr lang="ar-SA" sz="1000" b="1" kern="100">
                          <a:effectLst/>
                        </a:rPr>
                        <a:t> </a:t>
                      </a:r>
                      <a:endParaRPr lang="en-US" sz="1000" b="1" kern="100">
                        <a:effectLst/>
                      </a:endParaRPr>
                    </a:p>
                    <a:p>
                      <a:pPr marL="342900" lvl="0" indent="-342900" algn="r" rtl="1">
                        <a:lnSpc>
                          <a:spcPct val="107000"/>
                        </a:lnSpc>
                        <a:buFont typeface="Courier New" panose="02070309020205020404" pitchFamily="49" charset="0"/>
                        <a:buChar char="o"/>
                      </a:pPr>
                      <a:r>
                        <a:rPr lang="en-US"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marL="457200" algn="r" rtl="1">
                        <a:lnSpc>
                          <a:spcPct val="107000"/>
                        </a:lnSpc>
                        <a:buNone/>
                      </a:pPr>
                      <a:r>
                        <a:rPr lang="ar-SA" sz="1000" b="1" kern="100" dirty="0">
                          <a:effectLst/>
                        </a:rPr>
                        <a:t>شواهد التنفيذ</a:t>
                      </a:r>
                      <a:endParaRPr lang="en-US" sz="1000" b="1" kern="100" dirty="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marL="914400"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extLst>
                  <a:ext uri="{0D108BD9-81ED-4DB2-BD59-A6C34878D82A}">
                    <a16:rowId xmlns:a16="http://schemas.microsoft.com/office/drawing/2014/main" val="1346551272"/>
                  </a:ext>
                </a:extLst>
              </a:tr>
              <a:tr h="240364">
                <a:tc>
                  <a:txBody>
                    <a:bodyPr/>
                    <a:lstStyle/>
                    <a:p>
                      <a:pPr algn="ctr" rtl="1">
                        <a:lnSpc>
                          <a:spcPct val="107000"/>
                        </a:lnSpc>
                        <a:spcAft>
                          <a:spcPts val="800"/>
                        </a:spcAft>
                        <a:buNone/>
                      </a:pPr>
                      <a:r>
                        <a:rPr lang="ar-SA" sz="1000" b="1" kern="100">
                          <a:effectLst/>
                        </a:rPr>
                        <a:t>مؤشر التحقق</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algn="ctr" rtl="1">
                        <a:lnSpc>
                          <a:spcPct val="107000"/>
                        </a:lnSpc>
                        <a:spcAft>
                          <a:spcPts val="800"/>
                        </a:spcAft>
                        <a:buNone/>
                      </a:pPr>
                      <a:r>
                        <a:rPr lang="ar-SA" sz="1000" b="1" kern="100">
                          <a:effectLst/>
                        </a:rPr>
                        <a:t>نسبة التحقق الفعلي</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a:txBody>
                    <a:bodyPr/>
                    <a:lstStyle/>
                    <a:p>
                      <a:pPr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extLst>
                  <a:ext uri="{0D108BD9-81ED-4DB2-BD59-A6C34878D82A}">
                    <a16:rowId xmlns:a16="http://schemas.microsoft.com/office/drawing/2014/main" val="3438134921"/>
                  </a:ext>
                </a:extLst>
              </a:tr>
              <a:tr h="173964">
                <a:tc>
                  <a:txBody>
                    <a:bodyPr/>
                    <a:lstStyle/>
                    <a:p>
                      <a:pPr algn="ctr" rtl="1">
                        <a:lnSpc>
                          <a:spcPct val="107000"/>
                        </a:lnSpc>
                        <a:spcAft>
                          <a:spcPts val="800"/>
                        </a:spcAft>
                        <a:buNone/>
                      </a:pPr>
                      <a:r>
                        <a:rPr lang="ar-SA" sz="1000" b="1" kern="100">
                          <a:effectLst/>
                        </a:rPr>
                        <a:t>قياس الأثر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810816257"/>
                  </a:ext>
                </a:extLst>
              </a:tr>
              <a:tr h="173964">
                <a:tc>
                  <a:txBody>
                    <a:bodyPr/>
                    <a:lstStyle/>
                    <a:p>
                      <a:pPr algn="ctr" rtl="1">
                        <a:lnSpc>
                          <a:spcPct val="107000"/>
                        </a:lnSpc>
                        <a:spcAft>
                          <a:spcPts val="800"/>
                        </a:spcAft>
                        <a:buNone/>
                      </a:pPr>
                      <a:r>
                        <a:rPr lang="ar-SA" sz="1000" b="1" kern="100">
                          <a:effectLst/>
                        </a:rPr>
                        <a:t>أدوات القياس</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r" rtl="1">
                        <a:lnSpc>
                          <a:spcPct val="107000"/>
                        </a:lnSpc>
                        <a:spcAft>
                          <a:spcPts val="800"/>
                        </a:spcAft>
                        <a:buNone/>
                      </a:pPr>
                      <a:r>
                        <a:rPr lang="ar-SA" sz="1000" b="1" kern="100">
                          <a:effectLst/>
                        </a:rPr>
                        <a:t> </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1030913362"/>
                  </a:ext>
                </a:extLst>
              </a:tr>
              <a:tr h="133466">
                <a:tc>
                  <a:txBody>
                    <a:bodyPr/>
                    <a:lstStyle/>
                    <a:p>
                      <a:pPr algn="ctr" rtl="1">
                        <a:lnSpc>
                          <a:spcPct val="107000"/>
                        </a:lnSpc>
                        <a:spcAft>
                          <a:spcPts val="800"/>
                        </a:spcAft>
                        <a:buNone/>
                      </a:pPr>
                      <a:r>
                        <a:rPr lang="ar-SA" sz="1000" b="1" kern="100">
                          <a:effectLst/>
                        </a:rPr>
                        <a:t>التوصيات</a:t>
                      </a:r>
                      <a:endParaRPr lang="en-US" sz="1000" b="1" kern="100">
                        <a:effectLst/>
                        <a:latin typeface="Aptos" panose="020B0004020202020204" pitchFamily="34" charset="0"/>
                        <a:ea typeface="Aptos" panose="020B0004020202020204" pitchFamily="34" charset="0"/>
                        <a:cs typeface="Arial" panose="020B0604020202020204" pitchFamily="34" charset="0"/>
                      </a:endParaRPr>
                    </a:p>
                  </a:txBody>
                  <a:tcPr marL="59648" marR="59648" marT="0" marB="0" anchor="ctr"/>
                </a:tc>
                <a:tc gridSpan="3">
                  <a:txBody>
                    <a:bodyPr/>
                    <a:lstStyle/>
                    <a:p>
                      <a:pPr algn="l" rtl="1">
                        <a:buNone/>
                      </a:pPr>
                      <a:r>
                        <a:rPr lang="ar-SA" sz="1000" b="1" kern="100" dirty="0">
                          <a:effectLst/>
                        </a:rPr>
                        <a:t> </a:t>
                      </a:r>
                      <a:endParaRPr lang="en-US" sz="1000" b="1" kern="100" dirty="0">
                        <a:effectLst/>
                        <a:latin typeface="Aptos" panose="020B0004020202020204" pitchFamily="34" charset="0"/>
                        <a:ea typeface="Times New Roman" panose="02020603050405020304" pitchFamily="18" charset="0"/>
                      </a:endParaRPr>
                    </a:p>
                  </a:txBody>
                  <a:tcPr marL="59648" marR="59648" marT="0" marB="0" anchor="ct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689509657"/>
                  </a:ext>
                </a:extLst>
              </a:tr>
            </a:tbl>
          </a:graphicData>
        </a:graphic>
      </p:graphicFrame>
      <p:graphicFrame>
        <p:nvGraphicFramePr>
          <p:cNvPr id="11" name="جدول 10">
            <a:extLst>
              <a:ext uri="{FF2B5EF4-FFF2-40B4-BE49-F238E27FC236}">
                <a16:creationId xmlns:a16="http://schemas.microsoft.com/office/drawing/2014/main" id="{B177316B-79D3-F7CF-5BFD-3825E02CE161}"/>
              </a:ext>
            </a:extLst>
          </p:cNvPr>
          <p:cNvGraphicFramePr>
            <a:graphicFrameLocks noGrp="1"/>
          </p:cNvGraphicFramePr>
          <p:nvPr>
            <p:extLst>
              <p:ext uri="{D42A27DB-BD31-4B8C-83A1-F6EECF244321}">
                <p14:modId xmlns:p14="http://schemas.microsoft.com/office/powerpoint/2010/main" val="1920590775"/>
              </p:ext>
            </p:extLst>
          </p:nvPr>
        </p:nvGraphicFramePr>
        <p:xfrm>
          <a:off x="636733" y="2601541"/>
          <a:ext cx="6529950" cy="2523236"/>
        </p:xfrm>
        <a:graphic>
          <a:graphicData uri="http://schemas.openxmlformats.org/drawingml/2006/table">
            <a:tbl>
              <a:tblPr rtl="1" firstRow="1" firstCol="1" bandRow="1">
                <a:tableStyleId>{5940675A-B579-460E-94D1-54222C63F5DA}</a:tableStyleId>
              </a:tblPr>
              <a:tblGrid>
                <a:gridCol w="1780734">
                  <a:extLst>
                    <a:ext uri="{9D8B030D-6E8A-4147-A177-3AD203B41FA5}">
                      <a16:colId xmlns:a16="http://schemas.microsoft.com/office/drawing/2014/main" val="3498046283"/>
                    </a:ext>
                  </a:extLst>
                </a:gridCol>
                <a:gridCol w="761737">
                  <a:extLst>
                    <a:ext uri="{9D8B030D-6E8A-4147-A177-3AD203B41FA5}">
                      <a16:colId xmlns:a16="http://schemas.microsoft.com/office/drawing/2014/main" val="1934165427"/>
                    </a:ext>
                  </a:extLst>
                </a:gridCol>
                <a:gridCol w="1136124">
                  <a:extLst>
                    <a:ext uri="{9D8B030D-6E8A-4147-A177-3AD203B41FA5}">
                      <a16:colId xmlns:a16="http://schemas.microsoft.com/office/drawing/2014/main" val="3621288403"/>
                    </a:ext>
                  </a:extLst>
                </a:gridCol>
                <a:gridCol w="117127">
                  <a:extLst>
                    <a:ext uri="{9D8B030D-6E8A-4147-A177-3AD203B41FA5}">
                      <a16:colId xmlns:a16="http://schemas.microsoft.com/office/drawing/2014/main" val="4049516123"/>
                    </a:ext>
                  </a:extLst>
                </a:gridCol>
                <a:gridCol w="1249987">
                  <a:extLst>
                    <a:ext uri="{9D8B030D-6E8A-4147-A177-3AD203B41FA5}">
                      <a16:colId xmlns:a16="http://schemas.microsoft.com/office/drawing/2014/main" val="3560719041"/>
                    </a:ext>
                  </a:extLst>
                </a:gridCol>
                <a:gridCol w="117127">
                  <a:extLst>
                    <a:ext uri="{9D8B030D-6E8A-4147-A177-3AD203B41FA5}">
                      <a16:colId xmlns:a16="http://schemas.microsoft.com/office/drawing/2014/main" val="1079201364"/>
                    </a:ext>
                  </a:extLst>
                </a:gridCol>
                <a:gridCol w="1367114">
                  <a:extLst>
                    <a:ext uri="{9D8B030D-6E8A-4147-A177-3AD203B41FA5}">
                      <a16:colId xmlns:a16="http://schemas.microsoft.com/office/drawing/2014/main" val="714659121"/>
                    </a:ext>
                  </a:extLst>
                </a:gridCol>
              </a:tblGrid>
              <a:tr h="119279">
                <a:tc>
                  <a:txBody>
                    <a:bodyPr/>
                    <a:lstStyle/>
                    <a:p>
                      <a:pPr algn="ctr" rtl="1">
                        <a:lnSpc>
                          <a:spcPct val="107000"/>
                        </a:lnSpc>
                        <a:spcAft>
                          <a:spcPts val="800"/>
                        </a:spcAft>
                        <a:buNone/>
                      </a:pPr>
                      <a:r>
                        <a:rPr lang="ar-SA" sz="1000" b="1" kern="100" dirty="0">
                          <a:effectLst/>
                          <a:cs typeface="+mn-cs"/>
                        </a:rPr>
                        <a:t>عنوان البرنامج</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tc gridSpan="6">
                  <a:txBody>
                    <a:bodyPr/>
                    <a:lstStyle/>
                    <a:p>
                      <a:pPr algn="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4146174459"/>
                  </a:ext>
                </a:extLst>
              </a:tr>
              <a:tr h="119279">
                <a:tc>
                  <a:txBody>
                    <a:bodyPr/>
                    <a:lstStyle/>
                    <a:p>
                      <a:pPr algn="ctr" rtl="1">
                        <a:lnSpc>
                          <a:spcPct val="107000"/>
                        </a:lnSpc>
                        <a:spcAft>
                          <a:spcPts val="800"/>
                        </a:spcAft>
                        <a:buNone/>
                      </a:pPr>
                      <a:r>
                        <a:rPr lang="ar-SA" sz="1000" b="1" kern="100" dirty="0">
                          <a:effectLst/>
                          <a:cs typeface="+mn-cs"/>
                        </a:rPr>
                        <a:t> </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tc gridSpan="6">
                  <a:txBody>
                    <a:bodyPr/>
                    <a:lstStyle/>
                    <a:p>
                      <a:pPr algn="r" rtl="1">
                        <a:lnSpc>
                          <a:spcPct val="107000"/>
                        </a:lnSpc>
                        <a:spcAft>
                          <a:spcPts val="800"/>
                        </a:spcAft>
                        <a:buNone/>
                      </a:pPr>
                      <a:r>
                        <a:rPr lang="ar-SA" sz="1000" b="1" kern="100" dirty="0">
                          <a:effectLst/>
                          <a:cs typeface="+mn-cs"/>
                        </a:rPr>
                        <a:t> </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3271002502"/>
                  </a:ext>
                </a:extLst>
              </a:tr>
              <a:tr h="109737">
                <a:tc>
                  <a:txBody>
                    <a:bodyPr/>
                    <a:lstStyle/>
                    <a:p>
                      <a:pPr algn="ctr" rtl="1">
                        <a:lnSpc>
                          <a:spcPct val="107000"/>
                        </a:lnSpc>
                        <a:spcAft>
                          <a:spcPts val="800"/>
                        </a:spcAft>
                        <a:buNone/>
                      </a:pPr>
                      <a:r>
                        <a:rPr lang="ar-SA" sz="1000" b="1" kern="100">
                          <a:effectLst/>
                          <a:cs typeface="+mn-cs"/>
                        </a:rPr>
                        <a:t>يوم التنفيذ</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3">
                  <a:txBody>
                    <a:bodyPr/>
                    <a:lstStyle/>
                    <a:p>
                      <a:pPr algn="ct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gridSpan="2">
                  <a:txBody>
                    <a:bodyPr/>
                    <a:lstStyle/>
                    <a:p>
                      <a:pPr algn="ctr" rtl="1">
                        <a:lnSpc>
                          <a:spcPct val="107000"/>
                        </a:lnSpc>
                        <a:spcAft>
                          <a:spcPts val="800"/>
                        </a:spcAft>
                        <a:buNone/>
                      </a:pPr>
                      <a:r>
                        <a:rPr lang="ar-SA" sz="1000" b="1" kern="100">
                          <a:effectLst/>
                          <a:cs typeface="+mn-cs"/>
                        </a:rPr>
                        <a:t>التاريخ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a:txBody>
                    <a:bodyPr/>
                    <a:lstStyle/>
                    <a:p>
                      <a:pPr algn="r" rtl="1">
                        <a:lnSpc>
                          <a:spcPct val="107000"/>
                        </a:lnSpc>
                        <a:spcAft>
                          <a:spcPts val="800"/>
                        </a:spcAft>
                        <a:buNone/>
                      </a:pPr>
                      <a:r>
                        <a:rPr lang="ar-SA" sz="1000" b="1" kern="100" dirty="0">
                          <a:effectLst/>
                          <a:cs typeface="+mn-cs"/>
                        </a:rPr>
                        <a:t> </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extLst>
                  <a:ext uri="{0D108BD9-81ED-4DB2-BD59-A6C34878D82A}">
                    <a16:rowId xmlns:a16="http://schemas.microsoft.com/office/drawing/2014/main" val="2073519376"/>
                  </a:ext>
                </a:extLst>
              </a:tr>
              <a:tr h="119279">
                <a:tc>
                  <a:txBody>
                    <a:bodyPr/>
                    <a:lstStyle/>
                    <a:p>
                      <a:pPr algn="ctr" rtl="1">
                        <a:lnSpc>
                          <a:spcPct val="107000"/>
                        </a:lnSpc>
                        <a:spcAft>
                          <a:spcPts val="800"/>
                        </a:spcAft>
                        <a:buNone/>
                      </a:pPr>
                      <a:r>
                        <a:rPr lang="ar-SA" sz="1000" b="1" kern="100">
                          <a:effectLst/>
                          <a:cs typeface="+mn-cs"/>
                        </a:rPr>
                        <a:t>مقر التنفيذ</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3">
                  <a:txBody>
                    <a:bodyPr/>
                    <a:lstStyle/>
                    <a:p>
                      <a:pPr algn="ct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gridSpan="2">
                  <a:txBody>
                    <a:bodyPr/>
                    <a:lstStyle/>
                    <a:p>
                      <a:pPr algn="ctr" rtl="1">
                        <a:lnSpc>
                          <a:spcPct val="107000"/>
                        </a:lnSpc>
                        <a:spcAft>
                          <a:spcPts val="800"/>
                        </a:spcAft>
                        <a:buNone/>
                      </a:pPr>
                      <a:r>
                        <a:rPr lang="ar-SA" sz="1000" b="1" kern="100">
                          <a:effectLst/>
                          <a:cs typeface="+mn-cs"/>
                        </a:rPr>
                        <a:t>مدة التنفيذ</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a:txBody>
                    <a:bodyPr/>
                    <a:lstStyle/>
                    <a:p>
                      <a:pPr algn="ct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extLst>
                  <a:ext uri="{0D108BD9-81ED-4DB2-BD59-A6C34878D82A}">
                    <a16:rowId xmlns:a16="http://schemas.microsoft.com/office/drawing/2014/main" val="2928565485"/>
                  </a:ext>
                </a:extLst>
              </a:tr>
              <a:tr h="518668">
                <a:tc rowSpan="2">
                  <a:txBody>
                    <a:bodyPr/>
                    <a:lstStyle/>
                    <a:p>
                      <a:pPr algn="ctr" rtl="1">
                        <a:lnSpc>
                          <a:spcPct val="107000"/>
                        </a:lnSpc>
                        <a:spcAft>
                          <a:spcPts val="800"/>
                        </a:spcAft>
                        <a:buNone/>
                      </a:pPr>
                      <a:r>
                        <a:rPr lang="ar-SA" sz="1000" b="1" kern="100">
                          <a:effectLst/>
                          <a:cs typeface="+mn-cs"/>
                        </a:rPr>
                        <a:t>مسؤولة التنفيذ (رئيسي)</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a:txBody>
                    <a:bodyPr/>
                    <a:lstStyle/>
                    <a:p>
                      <a:pPr algn="ctr" rtl="1">
                        <a:lnSpc>
                          <a:spcPct val="107000"/>
                        </a:lnSpc>
                        <a:spcAft>
                          <a:spcPts val="800"/>
                        </a:spcAft>
                        <a:buNone/>
                      </a:pPr>
                      <a:r>
                        <a:rPr lang="ar-SA" sz="1000" b="1" kern="100" dirty="0">
                          <a:effectLst/>
                          <a:cs typeface="+mn-cs"/>
                        </a:rPr>
                        <a:t>الاسم</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tc gridSpan="2">
                  <a:txBody>
                    <a:bodyPr/>
                    <a:lstStyle/>
                    <a:p>
                      <a:pPr algn="ctr" rtl="1">
                        <a:lnSpc>
                          <a:spcPct val="107000"/>
                        </a:lnSpc>
                        <a:spcAft>
                          <a:spcPts val="800"/>
                        </a:spcAft>
                        <a:buNone/>
                      </a:pPr>
                      <a:r>
                        <a:rPr lang="ar-SA" sz="1000" b="1" kern="100">
                          <a:effectLst/>
                          <a:cs typeface="+mn-cs"/>
                        </a:rPr>
                        <a:t>الوصف الوظيفي</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gridSpan="2">
                  <a:txBody>
                    <a:bodyPr/>
                    <a:lstStyle/>
                    <a:p>
                      <a:pPr algn="ctr" rtl="1">
                        <a:lnSpc>
                          <a:spcPct val="107000"/>
                        </a:lnSpc>
                        <a:spcAft>
                          <a:spcPts val="800"/>
                        </a:spcAft>
                        <a:buNone/>
                      </a:pPr>
                      <a:r>
                        <a:rPr lang="ar-SA" sz="1000" b="1" kern="100">
                          <a:effectLst/>
                          <a:cs typeface="+mn-cs"/>
                        </a:rPr>
                        <a:t>الاسم</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a:txBody>
                    <a:bodyPr/>
                    <a:lstStyle/>
                    <a:p>
                      <a:pPr algn="ctr" rtl="1"/>
                      <a:r>
                        <a:rPr lang="ar-SA" sz="1000" b="1" kern="100" dirty="0">
                          <a:effectLst/>
                          <a:cs typeface="+mn-cs"/>
                        </a:rPr>
                        <a:t>الوصف الوظيفي</a:t>
                      </a:r>
                      <a:endParaRPr lang="ar-SA" dirty="0"/>
                    </a:p>
                  </a:txBody>
                  <a:tcPr marL="63445" marR="63445" marT="0" marB="0" anchor="ctr"/>
                </a:tc>
                <a:extLst>
                  <a:ext uri="{0D108BD9-81ED-4DB2-BD59-A6C34878D82A}">
                    <a16:rowId xmlns:a16="http://schemas.microsoft.com/office/drawing/2014/main" val="131075376"/>
                  </a:ext>
                </a:extLst>
              </a:tr>
              <a:tr h="119279">
                <a:tc vMerge="1">
                  <a:txBody>
                    <a:bodyPr/>
                    <a:lstStyle/>
                    <a:p>
                      <a:pPr rtl="1"/>
                      <a:endParaRPr lang="ar-SA"/>
                    </a:p>
                  </a:txBody>
                  <a:tcPr/>
                </a:tc>
                <a:tc>
                  <a:txBody>
                    <a:bodyPr/>
                    <a:lstStyle/>
                    <a:p>
                      <a:pPr algn="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2">
                  <a:txBody>
                    <a:bodyPr/>
                    <a:lstStyle/>
                    <a:p>
                      <a:pPr algn="ct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gridSpan="2">
                  <a:txBody>
                    <a:bodyPr/>
                    <a:lstStyle/>
                    <a:p>
                      <a:pPr algn="r" rtl="1">
                        <a:lnSpc>
                          <a:spcPct val="107000"/>
                        </a:lnSpc>
                        <a:spcAft>
                          <a:spcPts val="800"/>
                        </a:spcAft>
                        <a:buNone/>
                      </a:pPr>
                      <a:r>
                        <a:rPr lang="ar-SA"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a:txBody>
                    <a:bodyPr/>
                    <a:lstStyle/>
                    <a:p>
                      <a:pPr rtl="1"/>
                      <a:r>
                        <a:rPr lang="ar-SA" sz="1000" b="1" kern="100" dirty="0">
                          <a:effectLst/>
                          <a:cs typeface="+mn-cs"/>
                        </a:rPr>
                        <a:t> </a:t>
                      </a:r>
                      <a:endParaRPr lang="ar-SA" dirty="0"/>
                    </a:p>
                  </a:txBody>
                  <a:tcPr marL="63445" marR="63445" marT="0" marB="0" anchor="ctr"/>
                </a:tc>
                <a:extLst>
                  <a:ext uri="{0D108BD9-81ED-4DB2-BD59-A6C34878D82A}">
                    <a16:rowId xmlns:a16="http://schemas.microsoft.com/office/drawing/2014/main" val="173833592"/>
                  </a:ext>
                </a:extLst>
              </a:tr>
              <a:tr h="119279">
                <a:tc>
                  <a:txBody>
                    <a:bodyPr/>
                    <a:lstStyle/>
                    <a:p>
                      <a:pPr algn="ctr" rtl="1">
                        <a:lnSpc>
                          <a:spcPct val="107000"/>
                        </a:lnSpc>
                        <a:spcAft>
                          <a:spcPts val="800"/>
                        </a:spcAft>
                        <a:buNone/>
                      </a:pPr>
                      <a:r>
                        <a:rPr lang="ar-SA" sz="1000" b="1" kern="100">
                          <a:effectLst/>
                          <a:cs typeface="+mn-cs"/>
                        </a:rPr>
                        <a:t> (المساندة)</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6">
                  <a:txBody>
                    <a:bodyPr/>
                    <a:lstStyle/>
                    <a:p>
                      <a:pPr algn="r" rtl="1">
                        <a:lnSpc>
                          <a:spcPct val="107000"/>
                        </a:lnSpc>
                        <a:spcAft>
                          <a:spcPts val="800"/>
                        </a:spcAft>
                        <a:buNone/>
                      </a:pPr>
                      <a:r>
                        <a:rPr lang="en-US"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333285947"/>
                  </a:ext>
                </a:extLst>
              </a:tr>
              <a:tr h="214773">
                <a:tc>
                  <a:txBody>
                    <a:bodyPr/>
                    <a:lstStyle/>
                    <a:p>
                      <a:pPr algn="ctr" rtl="1">
                        <a:lnSpc>
                          <a:spcPct val="107000"/>
                        </a:lnSpc>
                        <a:spcAft>
                          <a:spcPts val="800"/>
                        </a:spcAft>
                        <a:buNone/>
                      </a:pPr>
                      <a:r>
                        <a:rPr lang="ar-SA" sz="1000" b="1" kern="100">
                          <a:effectLst/>
                          <a:cs typeface="+mn-cs"/>
                        </a:rPr>
                        <a:t>الفئة المستهدفة</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6">
                  <a:txBody>
                    <a:bodyPr/>
                    <a:lstStyle/>
                    <a:p>
                      <a:pPr algn="r" rtl="0">
                        <a:lnSpc>
                          <a:spcPct val="107000"/>
                        </a:lnSpc>
                        <a:spcAft>
                          <a:spcPts val="800"/>
                        </a:spcAft>
                        <a:buNone/>
                      </a:pPr>
                      <a:r>
                        <a:rPr lang="en-US" sz="1000" b="1" kern="100">
                          <a:effectLst/>
                          <a:cs typeface="+mn-cs"/>
                          <a:sym typeface="AGA Arabesque Desktop" panose="05010101010101010101" pitchFamily="2" charset="2"/>
                        </a:rPr>
                        <a:t></a:t>
                      </a:r>
                      <a:r>
                        <a:rPr lang="en-US" sz="1000" b="1" kern="100">
                          <a:effectLst/>
                          <a:cs typeface="+mn-cs"/>
                        </a:rPr>
                        <a:t> </a:t>
                      </a:r>
                      <a:r>
                        <a:rPr lang="ar-SA" sz="1000" b="1" kern="100">
                          <a:effectLst/>
                          <a:cs typeface="+mn-cs"/>
                        </a:rPr>
                        <a:t>المعلمات        </a:t>
                      </a:r>
                      <a:r>
                        <a:rPr lang="en-US" sz="1000" b="1" kern="100">
                          <a:effectLst/>
                          <a:cs typeface="+mn-cs"/>
                          <a:sym typeface="AGA Arabesque Desktop" panose="05010101010101010101" pitchFamily="2" charset="2"/>
                        </a:rPr>
                        <a:t></a:t>
                      </a:r>
                      <a:r>
                        <a:rPr lang="en-US" sz="1000" b="1" kern="100">
                          <a:effectLst/>
                          <a:cs typeface="+mn-cs"/>
                        </a:rPr>
                        <a:t> </a:t>
                      </a:r>
                      <a:r>
                        <a:rPr lang="ar-SA" sz="1000" b="1" kern="100">
                          <a:effectLst/>
                          <a:cs typeface="+mn-cs"/>
                        </a:rPr>
                        <a:t>المساعد الاداري        </a:t>
                      </a:r>
                      <a:r>
                        <a:rPr lang="en-US" sz="1000" b="1" kern="100">
                          <a:effectLst/>
                          <a:cs typeface="+mn-cs"/>
                          <a:sym typeface="AGA Arabesque Desktop" panose="05010101010101010101" pitchFamily="2" charset="2"/>
                        </a:rPr>
                        <a:t></a:t>
                      </a:r>
                      <a:r>
                        <a:rPr lang="en-US" sz="1000" b="1" kern="100">
                          <a:effectLst/>
                          <a:cs typeface="+mn-cs"/>
                        </a:rPr>
                        <a:t> </a:t>
                      </a:r>
                      <a:r>
                        <a:rPr lang="ar-SA" sz="1000" b="1" kern="100">
                          <a:effectLst/>
                          <a:cs typeface="+mn-cs"/>
                        </a:rPr>
                        <a:t>الطالبات        </a:t>
                      </a:r>
                      <a:r>
                        <a:rPr lang="en-US" sz="1000" b="1" kern="100">
                          <a:effectLst/>
                          <a:cs typeface="+mn-cs"/>
                          <a:sym typeface="AGA Arabesque Desktop" panose="05010101010101010101" pitchFamily="2" charset="2"/>
                        </a:rPr>
                        <a:t></a:t>
                      </a:r>
                      <a:r>
                        <a:rPr lang="en-US" sz="1000" b="1" kern="100">
                          <a:effectLst/>
                          <a:cs typeface="+mn-cs"/>
                        </a:rPr>
                        <a:t> </a:t>
                      </a:r>
                      <a:r>
                        <a:rPr lang="ar-SA" sz="1000" b="1" kern="100">
                          <a:effectLst/>
                          <a:cs typeface="+mn-cs"/>
                        </a:rPr>
                        <a:t>أولياء الأمور              </a:t>
                      </a:r>
                      <a:r>
                        <a:rPr lang="en-US" sz="1000" b="1" kern="100">
                          <a:effectLst/>
                          <a:cs typeface="+mn-cs"/>
                          <a:sym typeface="AGA Arabesque Desktop" panose="05010101010101010101" pitchFamily="2" charset="2"/>
                        </a:rPr>
                        <a:t></a:t>
                      </a:r>
                      <a:r>
                        <a:rPr lang="en-US" sz="1000" b="1" kern="100">
                          <a:effectLst/>
                          <a:cs typeface="+mn-cs"/>
                        </a:rPr>
                        <a:t> </a:t>
                      </a:r>
                      <a:r>
                        <a:rPr lang="ar-SA" sz="1000" b="1" kern="100">
                          <a:effectLst/>
                          <a:cs typeface="+mn-cs"/>
                        </a:rPr>
                        <a:t>أخرى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2093634012"/>
                  </a:ext>
                </a:extLst>
              </a:tr>
              <a:tr h="119279">
                <a:tc>
                  <a:txBody>
                    <a:bodyPr/>
                    <a:lstStyle/>
                    <a:p>
                      <a:pPr algn="ctr" rtl="1">
                        <a:lnSpc>
                          <a:spcPct val="107000"/>
                        </a:lnSpc>
                        <a:spcAft>
                          <a:spcPts val="800"/>
                        </a:spcAft>
                        <a:buNone/>
                      </a:pPr>
                      <a:r>
                        <a:rPr lang="ar-SA" sz="1000" b="1" kern="100">
                          <a:effectLst/>
                          <a:cs typeface="+mn-cs"/>
                        </a:rPr>
                        <a:t>العدد المستهدف</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2">
                  <a:txBody>
                    <a:bodyPr/>
                    <a:lstStyle/>
                    <a:p>
                      <a:pPr algn="r" rtl="1">
                        <a:lnSpc>
                          <a:spcPct val="107000"/>
                        </a:lnSpc>
                        <a:spcAft>
                          <a:spcPts val="800"/>
                        </a:spcAft>
                        <a:buNone/>
                      </a:pPr>
                      <a:r>
                        <a:rPr lang="en-US"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gridSpan="2">
                  <a:txBody>
                    <a:bodyPr/>
                    <a:lstStyle/>
                    <a:p>
                      <a:pPr algn="r" rtl="1">
                        <a:lnSpc>
                          <a:spcPct val="107000"/>
                        </a:lnSpc>
                        <a:spcAft>
                          <a:spcPts val="800"/>
                        </a:spcAft>
                        <a:buNone/>
                      </a:pPr>
                      <a:r>
                        <a:rPr lang="ar-SA" sz="1000" b="1" kern="100">
                          <a:effectLst/>
                          <a:cs typeface="+mn-cs"/>
                        </a:rPr>
                        <a:t>        عدد الحاضرات الفعلي</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gridSpan="2">
                  <a:txBody>
                    <a:bodyPr/>
                    <a:lstStyle/>
                    <a:p>
                      <a:pPr algn="r" rtl="1">
                        <a:lnSpc>
                          <a:spcPct val="107000"/>
                        </a:lnSpc>
                        <a:spcAft>
                          <a:spcPts val="800"/>
                        </a:spcAft>
                        <a:buNone/>
                      </a:pPr>
                      <a:r>
                        <a:rPr lang="en-US" sz="1000" b="1" kern="100">
                          <a:effectLst/>
                          <a:cs typeface="+mn-cs"/>
                        </a:rPr>
                        <a:t>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extLst>
                  <a:ext uri="{0D108BD9-81ED-4DB2-BD59-A6C34878D82A}">
                    <a16:rowId xmlns:a16="http://schemas.microsoft.com/office/drawing/2014/main" val="1663516282"/>
                  </a:ext>
                </a:extLst>
              </a:tr>
              <a:tr h="495915">
                <a:tc>
                  <a:txBody>
                    <a:bodyPr/>
                    <a:lstStyle/>
                    <a:p>
                      <a:pPr algn="ctr" rtl="1">
                        <a:lnSpc>
                          <a:spcPct val="107000"/>
                        </a:lnSpc>
                        <a:spcAft>
                          <a:spcPts val="800"/>
                        </a:spcAft>
                        <a:buNone/>
                      </a:pPr>
                      <a:r>
                        <a:rPr lang="ar-SA" sz="1000" b="1" kern="100">
                          <a:effectLst/>
                          <a:cs typeface="+mn-cs"/>
                        </a:rPr>
                        <a:t>أسلوب التنفيذ </a:t>
                      </a:r>
                      <a:endParaRPr lang="en-US" sz="1000" b="1" kern="100">
                        <a:effectLst/>
                        <a:latin typeface="Aptos" panose="020B0004020202020204" pitchFamily="34" charset="0"/>
                        <a:ea typeface="Aptos" panose="020B0004020202020204" pitchFamily="34" charset="0"/>
                        <a:cs typeface="+mn-cs"/>
                      </a:endParaRPr>
                    </a:p>
                  </a:txBody>
                  <a:tcPr marL="63445" marR="63445" marT="0" marB="0" anchor="ctr"/>
                </a:tc>
                <a:tc gridSpan="6">
                  <a:txBody>
                    <a:bodyPr/>
                    <a:lstStyle/>
                    <a:p>
                      <a:pPr algn="r" rtl="0">
                        <a:lnSpc>
                          <a:spcPct val="107000"/>
                        </a:lnSpc>
                        <a:spcAft>
                          <a:spcPts val="800"/>
                        </a:spcAft>
                        <a:buNone/>
                      </a:pP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اجتماعات ولقاءات      </a:t>
                      </a: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ورش عمل وحلقات النقاش       </a:t>
                      </a: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بحوث اجرائية       </a:t>
                      </a: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تدريب        </a:t>
                      </a:r>
                      <a:r>
                        <a:rPr lang="en-US" sz="1000" b="1" kern="100" dirty="0">
                          <a:effectLst/>
                          <a:cs typeface="+mn-cs"/>
                          <a:sym typeface="AGA Arabesque Desktop" panose="05010101010101010101" pitchFamily="2" charset="2"/>
                        </a:rPr>
                        <a:t></a:t>
                      </a:r>
                      <a:r>
                        <a:rPr lang="ar-SA" sz="1000" b="1" kern="100" dirty="0">
                          <a:effectLst/>
                          <a:cs typeface="+mn-cs"/>
                        </a:rPr>
                        <a:t> نشرات تربوية وتوعوية</a:t>
                      </a:r>
                      <a:endParaRPr lang="en-US" sz="1000" b="1" kern="100" dirty="0">
                        <a:effectLst/>
                        <a:cs typeface="+mn-cs"/>
                      </a:endParaRPr>
                    </a:p>
                    <a:p>
                      <a:pPr algn="r" rtl="1">
                        <a:lnSpc>
                          <a:spcPct val="107000"/>
                        </a:lnSpc>
                        <a:spcAft>
                          <a:spcPts val="800"/>
                        </a:spcAft>
                        <a:buNone/>
                      </a:pP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موارد تعليمية وتربوية      </a:t>
                      </a: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  استبانات       </a:t>
                      </a:r>
                      <a:r>
                        <a:rPr lang="en-US" sz="1000" b="1" kern="100" dirty="0">
                          <a:effectLst/>
                          <a:cs typeface="+mn-cs"/>
                          <a:sym typeface="AGA Arabesque Desktop" panose="05010101010101010101" pitchFamily="2" charset="2"/>
                        </a:rPr>
                        <a:t></a:t>
                      </a:r>
                      <a:r>
                        <a:rPr lang="en-US" sz="1000" b="1" kern="100" dirty="0">
                          <a:effectLst/>
                          <a:cs typeface="+mn-cs"/>
                        </a:rPr>
                        <a:t> </a:t>
                      </a:r>
                      <a:r>
                        <a:rPr lang="ar-SA" sz="1000" b="1" kern="100" dirty="0">
                          <a:effectLst/>
                          <a:cs typeface="+mn-cs"/>
                        </a:rPr>
                        <a:t>مجموعات التخصص    </a:t>
                      </a:r>
                      <a:r>
                        <a:rPr lang="en-US" sz="1000" b="1" kern="100" dirty="0">
                          <a:effectLst/>
                          <a:cs typeface="+mn-cs"/>
                          <a:sym typeface="AGA Arabesque Desktop" panose="05010101010101010101" pitchFamily="2" charset="2"/>
                        </a:rPr>
                        <a:t></a:t>
                      </a:r>
                      <a:r>
                        <a:rPr lang="ar-SA" sz="1000" b="1" kern="100" dirty="0">
                          <a:effectLst/>
                          <a:cs typeface="+mn-cs"/>
                        </a:rPr>
                        <a:t> تنظيم أنشطة وفعاليات     </a:t>
                      </a:r>
                      <a:endParaRPr lang="en-US" sz="1000" b="1" kern="100" dirty="0">
                        <a:effectLst/>
                        <a:latin typeface="Aptos" panose="020B0004020202020204" pitchFamily="34" charset="0"/>
                        <a:ea typeface="Aptos" panose="020B0004020202020204" pitchFamily="34" charset="0"/>
                        <a:cs typeface="+mn-cs"/>
                      </a:endParaRPr>
                    </a:p>
                  </a:txBody>
                  <a:tcPr marL="63445" marR="63445" marT="0" marB="0" anchor="ct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tc hMerge="1">
                  <a:txBody>
                    <a:bodyPr/>
                    <a:lstStyle/>
                    <a:p>
                      <a:pPr rtl="1"/>
                      <a:endParaRPr lang="ar-SA"/>
                    </a:p>
                  </a:txBody>
                  <a:tcPr/>
                </a:tc>
                <a:extLst>
                  <a:ext uri="{0D108BD9-81ED-4DB2-BD59-A6C34878D82A}">
                    <a16:rowId xmlns:a16="http://schemas.microsoft.com/office/drawing/2014/main" val="1928956095"/>
                  </a:ext>
                </a:extLst>
              </a:tr>
            </a:tbl>
          </a:graphicData>
        </a:graphic>
      </p:graphicFrame>
      <p:sp>
        <p:nvSpPr>
          <p:cNvPr id="13" name="مربع نص 12">
            <a:extLst>
              <a:ext uri="{FF2B5EF4-FFF2-40B4-BE49-F238E27FC236}">
                <a16:creationId xmlns:a16="http://schemas.microsoft.com/office/drawing/2014/main" id="{6745A26D-2245-109F-ECC1-FE21D34A6272}"/>
              </a:ext>
            </a:extLst>
          </p:cNvPr>
          <p:cNvSpPr txBox="1"/>
          <p:nvPr/>
        </p:nvSpPr>
        <p:spPr>
          <a:xfrm>
            <a:off x="806450" y="8504659"/>
            <a:ext cx="6477000" cy="307777"/>
          </a:xfrm>
          <a:prstGeom prst="rect">
            <a:avLst/>
          </a:prstGeom>
          <a:noFill/>
        </p:spPr>
        <p:txBody>
          <a:bodyPr wrap="square" rtlCol="1">
            <a:spAutoFit/>
          </a:bodyPr>
          <a:lstStyle/>
          <a:p>
            <a:pPr algn="r" rtl="1"/>
            <a:r>
              <a:rPr lang="ar-SA" sz="1400" b="1" dirty="0"/>
              <a:t>مديرة المدرسة / جيهان محمد علي بنا                                                          الختم</a:t>
            </a:r>
            <a:endParaRPr lang="en-US" sz="1400" dirty="0"/>
          </a:p>
        </p:txBody>
      </p:sp>
    </p:spTree>
    <p:extLst>
      <p:ext uri="{BB962C8B-B14F-4D97-AF65-F5344CB8AC3E}">
        <p14:creationId xmlns:p14="http://schemas.microsoft.com/office/powerpoint/2010/main" val="2481298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p:cNvGrpSpPr/>
        <p:nvPr/>
      </p:nvGrpSpPr>
      <p:grpSpPr>
        <a:xfrm>
          <a:off x="0" y="0"/>
          <a:ext cx="0" cy="0"/>
          <a:chOff x="0" y="0"/>
          <a:chExt cx="0" cy="0"/>
        </a:xfrm>
      </p:grpSpPr>
      <p:sp>
        <p:nvSpPr>
          <p:cNvPr id="2" name="Freeform 2"/>
          <p:cNvSpPr/>
          <p:nvPr/>
        </p:nvSpPr>
        <p:spPr>
          <a:xfrm>
            <a:off x="-53975" y="850900"/>
            <a:ext cx="7664450" cy="9842500"/>
          </a:xfrm>
          <a:custGeom>
            <a:avLst/>
            <a:gdLst/>
            <a:ahLst/>
            <a:cxnLst/>
            <a:rect l="l" t="t" r="r" b="b"/>
            <a:pathLst>
              <a:path w="8196083" h="8891214">
                <a:moveTo>
                  <a:pt x="0" y="0"/>
                </a:moveTo>
                <a:lnTo>
                  <a:pt x="8196083" y="0"/>
                </a:lnTo>
                <a:lnTo>
                  <a:pt x="8196083" y="8891214"/>
                </a:lnTo>
                <a:lnTo>
                  <a:pt x="0" y="889121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3" name="Freeform 3"/>
          <p:cNvSpPr/>
          <p:nvPr/>
        </p:nvSpPr>
        <p:spPr>
          <a:xfrm>
            <a:off x="1797050" y="3955586"/>
            <a:ext cx="1411231" cy="171914"/>
          </a:xfrm>
          <a:custGeom>
            <a:avLst/>
            <a:gdLst/>
            <a:ahLst/>
            <a:cxnLst/>
            <a:rect l="l" t="t" r="r" b="b"/>
            <a:pathLst>
              <a:path w="1411231" h="171914">
                <a:moveTo>
                  <a:pt x="0" y="0"/>
                </a:moveTo>
                <a:lnTo>
                  <a:pt x="1411231" y="0"/>
                </a:lnTo>
                <a:lnTo>
                  <a:pt x="1411231" y="171914"/>
                </a:lnTo>
                <a:lnTo>
                  <a:pt x="0" y="17191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a:off x="3397250" y="3955586"/>
            <a:ext cx="1411231" cy="171914"/>
          </a:xfrm>
          <a:custGeom>
            <a:avLst/>
            <a:gdLst/>
            <a:ahLst/>
            <a:cxnLst/>
            <a:rect l="l" t="t" r="r" b="b"/>
            <a:pathLst>
              <a:path w="1411231" h="171914">
                <a:moveTo>
                  <a:pt x="0" y="0"/>
                </a:moveTo>
                <a:lnTo>
                  <a:pt x="1411231" y="0"/>
                </a:lnTo>
                <a:lnTo>
                  <a:pt x="1411231" y="171914"/>
                </a:lnTo>
                <a:lnTo>
                  <a:pt x="0" y="17191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7" name="Freeform 7"/>
          <p:cNvSpPr/>
          <p:nvPr/>
        </p:nvSpPr>
        <p:spPr>
          <a:xfrm rot="5400000" flipH="1" flipV="1">
            <a:off x="-4308005" y="5268445"/>
            <a:ext cx="9597089" cy="761999"/>
          </a:xfrm>
          <a:custGeom>
            <a:avLst/>
            <a:gdLst/>
            <a:ahLst/>
            <a:cxnLst/>
            <a:rect l="l" t="t" r="r" b="b"/>
            <a:pathLst>
              <a:path w="2515764" h="1116085">
                <a:moveTo>
                  <a:pt x="2515764" y="1116085"/>
                </a:moveTo>
                <a:lnTo>
                  <a:pt x="0" y="1116085"/>
                </a:lnTo>
                <a:lnTo>
                  <a:pt x="0" y="0"/>
                </a:lnTo>
                <a:lnTo>
                  <a:pt x="2515764" y="0"/>
                </a:lnTo>
                <a:lnTo>
                  <a:pt x="2515764" y="1116085"/>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ar-SA"/>
          </a:p>
        </p:txBody>
      </p:sp>
      <p:sp>
        <p:nvSpPr>
          <p:cNvPr id="9" name="مربع نص 8">
            <a:extLst>
              <a:ext uri="{FF2B5EF4-FFF2-40B4-BE49-F238E27FC236}">
                <a16:creationId xmlns:a16="http://schemas.microsoft.com/office/drawing/2014/main" id="{7BD2E2EE-7B0B-9C06-E262-88F9F319700C}"/>
              </a:ext>
            </a:extLst>
          </p:cNvPr>
          <p:cNvSpPr txBox="1"/>
          <p:nvPr/>
        </p:nvSpPr>
        <p:spPr>
          <a:xfrm>
            <a:off x="1374775" y="3018400"/>
            <a:ext cx="3810000" cy="646331"/>
          </a:xfrm>
          <a:prstGeom prst="rect">
            <a:avLst/>
          </a:prstGeom>
          <a:noFill/>
        </p:spPr>
        <p:txBody>
          <a:bodyPr wrap="square" rtlCol="1">
            <a:spAutoFit/>
          </a:bodyPr>
          <a:lstStyle/>
          <a:p>
            <a:pPr algn="ctr" rtl="1"/>
            <a:r>
              <a:rPr lang="ar-SA" sz="3600" b="1" dirty="0"/>
              <a:t>المراجع</a:t>
            </a:r>
            <a:r>
              <a:rPr lang="ar-SA" dirty="0"/>
              <a:t> </a:t>
            </a:r>
          </a:p>
        </p:txBody>
      </p:sp>
      <p:sp>
        <p:nvSpPr>
          <p:cNvPr id="10" name="مربع نص 9">
            <a:extLst>
              <a:ext uri="{FF2B5EF4-FFF2-40B4-BE49-F238E27FC236}">
                <a16:creationId xmlns:a16="http://schemas.microsoft.com/office/drawing/2014/main" id="{AA4E2B18-9C34-D9C9-9435-F3C7890623C1}"/>
              </a:ext>
            </a:extLst>
          </p:cNvPr>
          <p:cNvSpPr txBox="1"/>
          <p:nvPr/>
        </p:nvSpPr>
        <p:spPr>
          <a:xfrm>
            <a:off x="730250" y="5499100"/>
            <a:ext cx="6324600" cy="1569660"/>
          </a:xfrm>
          <a:prstGeom prst="rect">
            <a:avLst/>
          </a:prstGeom>
          <a:noFill/>
        </p:spPr>
        <p:txBody>
          <a:bodyPr wrap="square" rtlCol="1">
            <a:spAutoFit/>
          </a:bodyPr>
          <a:lstStyle/>
          <a:p>
            <a:pPr marL="457200" indent="-457200" algn="r" rtl="1">
              <a:buFont typeface="Arial" panose="020B0604020202020204" pitchFamily="34" charset="0"/>
              <a:buChar char="•"/>
            </a:pPr>
            <a:r>
              <a:rPr lang="ar-SA" sz="3200" b="1" dirty="0"/>
              <a:t>دليل التطوير المهني .</a:t>
            </a:r>
          </a:p>
          <a:p>
            <a:pPr marL="457200" indent="-457200" algn="r" rtl="1">
              <a:buFont typeface="Arial" panose="020B0604020202020204" pitchFamily="34" charset="0"/>
              <a:buChar char="•"/>
            </a:pPr>
            <a:r>
              <a:rPr lang="ar-SA" sz="3200" b="1" dirty="0"/>
              <a:t>الدليل الإرشادي لإدارة الأداء الوظيفي.</a:t>
            </a:r>
          </a:p>
          <a:p>
            <a:pPr marL="457200" indent="-457200" algn="r" rtl="1">
              <a:buFont typeface="Arial" panose="020B0604020202020204" pitchFamily="34" charset="0"/>
              <a:buChar char="•"/>
            </a:pPr>
            <a:r>
              <a:rPr lang="ar-SA" sz="3200" b="1" dirty="0"/>
              <a:t>دليل المعلم الجديد للتدريس الفعال .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p:cNvGrpSpPr/>
        <p:nvPr/>
      </p:nvGrpSpPr>
      <p:grpSpPr>
        <a:xfrm>
          <a:off x="0" y="0"/>
          <a:ext cx="0" cy="0"/>
          <a:chOff x="0" y="0"/>
          <a:chExt cx="0" cy="0"/>
        </a:xfrm>
      </p:grpSpPr>
      <p:sp>
        <p:nvSpPr>
          <p:cNvPr id="2" name="Freeform 2"/>
          <p:cNvSpPr/>
          <p:nvPr/>
        </p:nvSpPr>
        <p:spPr>
          <a:xfrm>
            <a:off x="-184150" y="1308100"/>
            <a:ext cx="7812031" cy="8891214"/>
          </a:xfrm>
          <a:custGeom>
            <a:avLst/>
            <a:gdLst/>
            <a:ahLst/>
            <a:cxnLst/>
            <a:rect l="l" t="t" r="r" b="b"/>
            <a:pathLst>
              <a:path w="8196083" h="8891214">
                <a:moveTo>
                  <a:pt x="0" y="0"/>
                </a:moveTo>
                <a:lnTo>
                  <a:pt x="8196083" y="0"/>
                </a:lnTo>
                <a:lnTo>
                  <a:pt x="8196083" y="8891214"/>
                </a:lnTo>
                <a:lnTo>
                  <a:pt x="0" y="889121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dirty="0"/>
          </a:p>
        </p:txBody>
      </p:sp>
      <p:sp>
        <p:nvSpPr>
          <p:cNvPr id="3" name="Freeform 3"/>
          <p:cNvSpPr/>
          <p:nvPr/>
        </p:nvSpPr>
        <p:spPr>
          <a:xfrm flipH="1" flipV="1">
            <a:off x="82001" y="7404100"/>
            <a:ext cx="1739699" cy="2579069"/>
          </a:xfrm>
          <a:custGeom>
            <a:avLst/>
            <a:gdLst/>
            <a:ahLst/>
            <a:cxnLst/>
            <a:rect l="l" t="t" r="r" b="b"/>
            <a:pathLst>
              <a:path w="1739699" h="2579069">
                <a:moveTo>
                  <a:pt x="1739699" y="2579069"/>
                </a:moveTo>
                <a:lnTo>
                  <a:pt x="0" y="2579069"/>
                </a:lnTo>
                <a:lnTo>
                  <a:pt x="0" y="0"/>
                </a:lnTo>
                <a:lnTo>
                  <a:pt x="1739699" y="0"/>
                </a:lnTo>
                <a:lnTo>
                  <a:pt x="1739699" y="2579069"/>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5" name="Freeform 5"/>
          <p:cNvSpPr/>
          <p:nvPr/>
        </p:nvSpPr>
        <p:spPr>
          <a:xfrm>
            <a:off x="6216650" y="9537700"/>
            <a:ext cx="1411231" cy="171914"/>
          </a:xfrm>
          <a:custGeom>
            <a:avLst/>
            <a:gdLst/>
            <a:ahLst/>
            <a:cxnLst/>
            <a:rect l="l" t="t" r="r" b="b"/>
            <a:pathLst>
              <a:path w="1411231" h="171914">
                <a:moveTo>
                  <a:pt x="0" y="0"/>
                </a:moveTo>
                <a:lnTo>
                  <a:pt x="1411231" y="0"/>
                </a:lnTo>
                <a:lnTo>
                  <a:pt x="1411231" y="171914"/>
                </a:lnTo>
                <a:lnTo>
                  <a:pt x="0" y="17191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ar-SA"/>
          </a:p>
        </p:txBody>
      </p:sp>
      <p:sp>
        <p:nvSpPr>
          <p:cNvPr id="11" name="مربع نص 10">
            <a:extLst>
              <a:ext uri="{FF2B5EF4-FFF2-40B4-BE49-F238E27FC236}">
                <a16:creationId xmlns:a16="http://schemas.microsoft.com/office/drawing/2014/main" id="{BD28BC5F-0D93-E47E-8AA1-8FC5770783C2}"/>
              </a:ext>
            </a:extLst>
          </p:cNvPr>
          <p:cNvSpPr txBox="1"/>
          <p:nvPr/>
        </p:nvSpPr>
        <p:spPr>
          <a:xfrm>
            <a:off x="1612201" y="2277942"/>
            <a:ext cx="3352800" cy="707886"/>
          </a:xfrm>
          <a:prstGeom prst="rect">
            <a:avLst/>
          </a:prstGeom>
          <a:noFill/>
        </p:spPr>
        <p:txBody>
          <a:bodyPr wrap="square" rtlCol="1">
            <a:spAutoFit/>
          </a:bodyPr>
          <a:lstStyle/>
          <a:p>
            <a:pPr algn="ctr" rtl="1"/>
            <a:r>
              <a:rPr lang="ar-SA" sz="4000" b="1" dirty="0"/>
              <a:t>الخاتمة</a:t>
            </a:r>
          </a:p>
        </p:txBody>
      </p:sp>
      <p:sp>
        <p:nvSpPr>
          <p:cNvPr id="12" name="مربع نص 11">
            <a:extLst>
              <a:ext uri="{FF2B5EF4-FFF2-40B4-BE49-F238E27FC236}">
                <a16:creationId xmlns:a16="http://schemas.microsoft.com/office/drawing/2014/main" id="{AA9DB9CD-8102-09E0-73E7-F4ABED306C63}"/>
              </a:ext>
            </a:extLst>
          </p:cNvPr>
          <p:cNvSpPr txBox="1"/>
          <p:nvPr/>
        </p:nvSpPr>
        <p:spPr>
          <a:xfrm>
            <a:off x="196850" y="3975100"/>
            <a:ext cx="6798328" cy="3970318"/>
          </a:xfrm>
          <a:prstGeom prst="rect">
            <a:avLst/>
          </a:prstGeom>
          <a:noFill/>
        </p:spPr>
        <p:txBody>
          <a:bodyPr wrap="square" rtlCol="1">
            <a:spAutoFit/>
          </a:bodyPr>
          <a:lstStyle/>
          <a:p>
            <a:pPr algn="r" rtl="1"/>
            <a:r>
              <a:rPr lang="ar-SA" sz="2800" b="1" dirty="0"/>
              <a:t>وفي الختام، يتضح أن لمديرة المدرسة دورًا محوريًا في دعم التطوير المهني وتحفيز منسوبات المدرسة نحو النمو المستمر، من خلال تهيئة بيئة عمل محفزة، وتشجيع التعلم المستدام، وتوفير الفرص التدريبية التي تسهم في رفع كفاءة الأداء التعليمي والإداري. كما أن اهتمامها بالتطوير المهني ينعكس إيجابًا على جودة التعليم، وتحسين نواتج التعلم، وبناء ثقافة مدرسية قائمة على التميز والإبداع. لذا فإن المديرة الواعية بأهمية التطوير المهني تُعدّ أساسًا في نجاح المدرسة وتحقيق أهدافها التربوية والتنموية.</a:t>
            </a:r>
          </a:p>
        </p:txBody>
      </p:sp>
      <p:sp>
        <p:nvSpPr>
          <p:cNvPr id="13" name="مربع نص 12">
            <a:extLst>
              <a:ext uri="{FF2B5EF4-FFF2-40B4-BE49-F238E27FC236}">
                <a16:creationId xmlns:a16="http://schemas.microsoft.com/office/drawing/2014/main" id="{3B9004CC-47B7-FDF4-4A84-04F86D611A38}"/>
              </a:ext>
            </a:extLst>
          </p:cNvPr>
          <p:cNvSpPr txBox="1"/>
          <p:nvPr/>
        </p:nvSpPr>
        <p:spPr>
          <a:xfrm>
            <a:off x="1644650" y="8699500"/>
            <a:ext cx="4572000" cy="830997"/>
          </a:xfrm>
          <a:prstGeom prst="rect">
            <a:avLst/>
          </a:prstGeom>
          <a:noFill/>
        </p:spPr>
        <p:txBody>
          <a:bodyPr wrap="square" rtlCol="1">
            <a:spAutoFit/>
          </a:bodyPr>
          <a:lstStyle/>
          <a:p>
            <a:pPr algn="ctr" rtl="1"/>
            <a:r>
              <a:rPr lang="ar-SA" sz="2400" b="1" dirty="0"/>
              <a:t>مديرة المدرسة </a:t>
            </a:r>
          </a:p>
          <a:p>
            <a:pPr algn="ctr" rtl="1"/>
            <a:r>
              <a:rPr lang="ar-SA" sz="2400" b="1" dirty="0"/>
              <a:t>جيهان محمد بنا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62C4B0"/>
        </a:solidFill>
        <a:effectLst/>
      </p:bgPr>
    </p:bg>
    <p:spTree>
      <p:nvGrpSpPr>
        <p:cNvPr id="1" name=""/>
        <p:cNvGrpSpPr/>
        <p:nvPr/>
      </p:nvGrpSpPr>
      <p:grpSpPr>
        <a:xfrm>
          <a:off x="0" y="0"/>
          <a:ext cx="0" cy="0"/>
          <a:chOff x="0" y="0"/>
          <a:chExt cx="0" cy="0"/>
        </a:xfrm>
      </p:grpSpPr>
      <p:sp>
        <p:nvSpPr>
          <p:cNvPr id="2" name="Freeform 2"/>
          <p:cNvSpPr/>
          <p:nvPr/>
        </p:nvSpPr>
        <p:spPr>
          <a:xfrm>
            <a:off x="3188209" y="5503501"/>
            <a:ext cx="1411231" cy="171914"/>
          </a:xfrm>
          <a:custGeom>
            <a:avLst/>
            <a:gdLst/>
            <a:ahLst/>
            <a:cxnLst/>
            <a:rect l="l" t="t" r="r" b="b"/>
            <a:pathLst>
              <a:path w="1411231" h="171914">
                <a:moveTo>
                  <a:pt x="0" y="0"/>
                </a:moveTo>
                <a:lnTo>
                  <a:pt x="1411230" y="0"/>
                </a:lnTo>
                <a:lnTo>
                  <a:pt x="1411230" y="171913"/>
                </a:lnTo>
                <a:lnTo>
                  <a:pt x="0" y="17191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ar-SA"/>
          </a:p>
        </p:txBody>
      </p:sp>
      <p:sp>
        <p:nvSpPr>
          <p:cNvPr id="3" name="Freeform 3"/>
          <p:cNvSpPr/>
          <p:nvPr/>
        </p:nvSpPr>
        <p:spPr>
          <a:xfrm>
            <a:off x="6359598" y="6271848"/>
            <a:ext cx="1200402" cy="1200402"/>
          </a:xfrm>
          <a:custGeom>
            <a:avLst/>
            <a:gdLst/>
            <a:ahLst/>
            <a:cxnLst/>
            <a:rect l="l" t="t" r="r" b="b"/>
            <a:pathLst>
              <a:path w="1200402" h="1200402">
                <a:moveTo>
                  <a:pt x="0" y="0"/>
                </a:moveTo>
                <a:lnTo>
                  <a:pt x="1200402" y="0"/>
                </a:lnTo>
                <a:lnTo>
                  <a:pt x="1200402" y="1200402"/>
                </a:lnTo>
                <a:lnTo>
                  <a:pt x="0" y="120040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5" name="Freeform 5"/>
          <p:cNvSpPr/>
          <p:nvPr/>
        </p:nvSpPr>
        <p:spPr>
          <a:xfrm flipH="1">
            <a:off x="0" y="6271848"/>
            <a:ext cx="1200402" cy="1200402"/>
          </a:xfrm>
          <a:custGeom>
            <a:avLst/>
            <a:gdLst/>
            <a:ahLst/>
            <a:cxnLst/>
            <a:rect l="l" t="t" r="r" b="b"/>
            <a:pathLst>
              <a:path w="1200402" h="1200402">
                <a:moveTo>
                  <a:pt x="1200402" y="0"/>
                </a:moveTo>
                <a:lnTo>
                  <a:pt x="0" y="0"/>
                </a:lnTo>
                <a:lnTo>
                  <a:pt x="0" y="1200402"/>
                </a:lnTo>
                <a:lnTo>
                  <a:pt x="1200402" y="1200402"/>
                </a:lnTo>
                <a:lnTo>
                  <a:pt x="1200402"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ar-SA"/>
          </a:p>
        </p:txBody>
      </p:sp>
      <p:sp>
        <p:nvSpPr>
          <p:cNvPr id="6" name="مربع نص 5">
            <a:extLst>
              <a:ext uri="{FF2B5EF4-FFF2-40B4-BE49-F238E27FC236}">
                <a16:creationId xmlns:a16="http://schemas.microsoft.com/office/drawing/2014/main" id="{BCD8A904-D4C6-1108-4A24-EEBDF3269172}"/>
              </a:ext>
            </a:extLst>
          </p:cNvPr>
          <p:cNvSpPr txBox="1"/>
          <p:nvPr/>
        </p:nvSpPr>
        <p:spPr>
          <a:xfrm>
            <a:off x="1416050" y="3517900"/>
            <a:ext cx="4038600" cy="1569660"/>
          </a:xfrm>
          <a:prstGeom prst="rect">
            <a:avLst/>
          </a:prstGeom>
          <a:noFill/>
        </p:spPr>
        <p:txBody>
          <a:bodyPr wrap="square" rtlCol="1">
            <a:spAutoFit/>
          </a:bodyPr>
          <a:lstStyle/>
          <a:p>
            <a:pPr algn="ctr"/>
            <a:r>
              <a:rPr lang="ar-SA" sz="4800" b="1" dirty="0"/>
              <a:t>تم الانتهاء </a:t>
            </a:r>
          </a:p>
          <a:p>
            <a:pPr algn="ctr"/>
            <a:r>
              <a:rPr lang="ar-SA" sz="4800" b="1" dirty="0"/>
              <a:t>ولله الحمد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390</TotalTime>
  <Words>2657</Words>
  <Application>Microsoft Office PowerPoint</Application>
  <PresentationFormat>مخصص</PresentationFormat>
  <Paragraphs>673</Paragraphs>
  <Slides>22</Slides>
  <Notes>14</Notes>
  <HiddenSlides>0</HiddenSlides>
  <MMClips>0</MMClips>
  <ScaleCrop>false</ScaleCrop>
  <HeadingPairs>
    <vt:vector size="6" baseType="variant">
      <vt:variant>
        <vt:lpstr>الخطوط المستخدمة</vt:lpstr>
      </vt:variant>
      <vt:variant>
        <vt:i4>6</vt:i4>
      </vt:variant>
      <vt:variant>
        <vt:lpstr>نسق</vt:lpstr>
      </vt:variant>
      <vt:variant>
        <vt:i4>1</vt:i4>
      </vt:variant>
      <vt:variant>
        <vt:lpstr>عناوين الشرائح</vt:lpstr>
      </vt:variant>
      <vt:variant>
        <vt:i4>22</vt:i4>
      </vt:variant>
    </vt:vector>
  </HeadingPairs>
  <TitlesOfParts>
    <vt:vector size="29" baseType="lpstr">
      <vt:lpstr>Calibri</vt:lpstr>
      <vt:lpstr>Aptos Display</vt:lpstr>
      <vt:lpstr>Arial</vt:lpstr>
      <vt:lpstr>Courier New</vt:lpstr>
      <vt:lpstr>Aptos</vt:lpstr>
      <vt:lpstr>AGA Arabesque Desktop</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حلو (21 x 29.7 سم)</dc:title>
  <cp:lastModifiedBy>rabab queen</cp:lastModifiedBy>
  <cp:revision>4</cp:revision>
  <dcterms:created xsi:type="dcterms:W3CDTF">2006-08-16T00:00:00Z</dcterms:created>
  <dcterms:modified xsi:type="dcterms:W3CDTF">2026-04-27T18:32:43Z</dcterms:modified>
  <dc:identifier>DAHHynggmYc</dc:identifier>
</cp:coreProperties>
</file>